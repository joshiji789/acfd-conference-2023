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notesMasterIdLst>
    <p:notesMasterId r:id="rId23"/>
  </p:notesMasterIdLst>
  <p:sldIdLst>
    <p:sldId id="256" r:id="rId2"/>
    <p:sldId id="257" r:id="rId3"/>
    <p:sldId id="268" r:id="rId4"/>
    <p:sldId id="269" r:id="rId5"/>
    <p:sldId id="270" r:id="rId6"/>
    <p:sldId id="262" r:id="rId7"/>
    <p:sldId id="285" r:id="rId8"/>
    <p:sldId id="286" r:id="rId9"/>
    <p:sldId id="282" r:id="rId10"/>
    <p:sldId id="287" r:id="rId11"/>
    <p:sldId id="288" r:id="rId12"/>
    <p:sldId id="283" r:id="rId13"/>
    <p:sldId id="289" r:id="rId14"/>
    <p:sldId id="290" r:id="rId15"/>
    <p:sldId id="284" r:id="rId16"/>
    <p:sldId id="291" r:id="rId17"/>
    <p:sldId id="292" r:id="rId18"/>
    <p:sldId id="264" r:id="rId19"/>
    <p:sldId id="265" r:id="rId20"/>
    <p:sldId id="295" r:id="rId21"/>
    <p:sldId id="29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D16553F-2CE3-46EE-8870-F76978263166}">
          <p14:sldIdLst>
            <p14:sldId id="256"/>
            <p14:sldId id="257"/>
            <p14:sldId id="268"/>
            <p14:sldId id="269"/>
            <p14:sldId id="270"/>
            <p14:sldId id="262"/>
            <p14:sldId id="285"/>
            <p14:sldId id="286"/>
            <p14:sldId id="282"/>
            <p14:sldId id="287"/>
            <p14:sldId id="288"/>
            <p14:sldId id="283"/>
            <p14:sldId id="289"/>
            <p14:sldId id="290"/>
            <p14:sldId id="284"/>
            <p14:sldId id="291"/>
            <p14:sldId id="292"/>
            <p14:sldId id="264"/>
            <p14:sldId id="265"/>
            <p14:sldId id="295"/>
            <p14:sldId id="2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5033" autoAdjust="0"/>
  </p:normalViewPr>
  <p:slideViewPr>
    <p:cSldViewPr snapToGrid="0">
      <p:cViewPr varScale="1">
        <p:scale>
          <a:sx n="78" d="100"/>
          <a:sy n="78" d="100"/>
        </p:scale>
        <p:origin x="85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ianubhav789@gmail.com" userId="50dfd16de4fdcae9" providerId="LiveId" clId="{25BD1244-2B99-4CAB-BF74-D1CE71ED95DE}"/>
    <pc:docChg chg="undo redo custSel addSld delSld modSld sldOrd addSection modSection">
      <pc:chgData name="joshianubhav789@gmail.com" userId="50dfd16de4fdcae9" providerId="LiveId" clId="{25BD1244-2B99-4CAB-BF74-D1CE71ED95DE}" dt="2022-07-30T14:26:29.161" v="20607" actId="1076"/>
      <pc:docMkLst>
        <pc:docMk/>
      </pc:docMkLst>
      <pc:sldChg chg="addSp delSp modSp mod">
        <pc:chgData name="joshianubhav789@gmail.com" userId="50dfd16de4fdcae9" providerId="LiveId" clId="{25BD1244-2B99-4CAB-BF74-D1CE71ED95DE}" dt="2022-07-23T17:33:11.138" v="20596" actId="14100"/>
        <pc:sldMkLst>
          <pc:docMk/>
          <pc:sldMk cId="2234731431" sldId="256"/>
        </pc:sldMkLst>
        <pc:spChg chg="mod">
          <ac:chgData name="joshianubhav789@gmail.com" userId="50dfd16de4fdcae9" providerId="LiveId" clId="{25BD1244-2B99-4CAB-BF74-D1CE71ED95DE}" dt="2022-06-01T17:35:07.941" v="1679" actId="1076"/>
          <ac:spMkLst>
            <pc:docMk/>
            <pc:sldMk cId="2234731431" sldId="256"/>
            <ac:spMk id="2" creationId="{564CB643-8DEB-8468-6319-042EE2632532}"/>
          </ac:spMkLst>
        </pc:spChg>
        <pc:spChg chg="mod">
          <ac:chgData name="joshianubhav789@gmail.com" userId="50dfd16de4fdcae9" providerId="LiveId" clId="{25BD1244-2B99-4CAB-BF74-D1CE71ED95DE}" dt="2022-06-05T18:12:47.743" v="10632"/>
          <ac:spMkLst>
            <pc:docMk/>
            <pc:sldMk cId="2234731431" sldId="256"/>
            <ac:spMk id="4" creationId="{2B1B3CAC-B4D6-035D-F5CE-754B1BA10134}"/>
          </ac:spMkLst>
        </pc:spChg>
        <pc:spChg chg="mod">
          <ac:chgData name="joshianubhav789@gmail.com" userId="50dfd16de4fdcae9" providerId="LiveId" clId="{25BD1244-2B99-4CAB-BF74-D1CE71ED95DE}" dt="2022-06-01T17:35:16.086" v="1680" actId="1076"/>
          <ac:spMkLst>
            <pc:docMk/>
            <pc:sldMk cId="2234731431" sldId="256"/>
            <ac:spMk id="7" creationId="{38DCE9A4-B37B-DE8B-294C-C09BC29CA670}"/>
          </ac:spMkLst>
        </pc:spChg>
        <pc:spChg chg="mod">
          <ac:chgData name="joshianubhav789@gmail.com" userId="50dfd16de4fdcae9" providerId="LiveId" clId="{25BD1244-2B99-4CAB-BF74-D1CE71ED95DE}" dt="2022-06-01T17:34:39.965" v="1677" actId="1036"/>
          <ac:spMkLst>
            <pc:docMk/>
            <pc:sldMk cId="2234731431" sldId="256"/>
            <ac:spMk id="9" creationId="{A6344A7C-5B53-2353-E65A-02347AC8960A}"/>
          </ac:spMkLst>
        </pc:spChg>
        <pc:picChg chg="mod">
          <ac:chgData name="joshianubhav789@gmail.com" userId="50dfd16de4fdcae9" providerId="LiveId" clId="{25BD1244-2B99-4CAB-BF74-D1CE71ED95DE}" dt="2022-06-04T12:36:58.831" v="10604" actId="1076"/>
          <ac:picMkLst>
            <pc:docMk/>
            <pc:sldMk cId="2234731431" sldId="256"/>
            <ac:picMk id="5" creationId="{286AD503-3365-DCD2-CD4D-94B902A93E25}"/>
          </ac:picMkLst>
        </pc:picChg>
        <pc:picChg chg="add del mod">
          <ac:chgData name="joshianubhav789@gmail.com" userId="50dfd16de4fdcae9" providerId="LiveId" clId="{25BD1244-2B99-4CAB-BF74-D1CE71ED95DE}" dt="2022-07-23T17:33:11.138" v="20596" actId="14100"/>
          <ac:picMkLst>
            <pc:docMk/>
            <pc:sldMk cId="2234731431" sldId="256"/>
            <ac:picMk id="6" creationId="{E435B729-6AAC-9F4C-8BE2-B27777FF8120}"/>
          </ac:picMkLst>
        </pc:picChg>
        <pc:picChg chg="add del mod">
          <ac:chgData name="joshianubhav789@gmail.com" userId="50dfd16de4fdcae9" providerId="LiveId" clId="{25BD1244-2B99-4CAB-BF74-D1CE71ED95DE}" dt="2022-06-02T16:48:22.069" v="6404" actId="478"/>
          <ac:picMkLst>
            <pc:docMk/>
            <pc:sldMk cId="2234731431" sldId="256"/>
            <ac:picMk id="1026" creationId="{595CADB6-7DB1-A1DB-E536-CDD8540CBCDC}"/>
          </ac:picMkLst>
        </pc:picChg>
        <pc:picChg chg="add del mod">
          <ac:chgData name="joshianubhav789@gmail.com" userId="50dfd16de4fdcae9" providerId="LiveId" clId="{25BD1244-2B99-4CAB-BF74-D1CE71ED95DE}" dt="2022-06-02T16:49:49.555" v="6444" actId="478"/>
          <ac:picMkLst>
            <pc:docMk/>
            <pc:sldMk cId="2234731431" sldId="256"/>
            <ac:picMk id="1028" creationId="{AD850DD7-9C1E-6F7C-278D-86B94574FA36}"/>
          </ac:picMkLst>
        </pc:picChg>
      </pc:sldChg>
      <pc:sldChg chg="addSp delSp modSp new mod">
        <pc:chgData name="joshianubhav789@gmail.com" userId="50dfd16de4fdcae9" providerId="LiveId" clId="{25BD1244-2B99-4CAB-BF74-D1CE71ED95DE}" dt="2022-07-23T17:33:19.933" v="20597" actId="20577"/>
        <pc:sldMkLst>
          <pc:docMk/>
          <pc:sldMk cId="2977057421" sldId="257"/>
        </pc:sldMkLst>
        <pc:spChg chg="mod">
          <ac:chgData name="joshianubhav789@gmail.com" userId="50dfd16de4fdcae9" providerId="LiveId" clId="{25BD1244-2B99-4CAB-BF74-D1CE71ED95DE}" dt="2022-06-01T17:33:23.316" v="1626" actId="255"/>
          <ac:spMkLst>
            <pc:docMk/>
            <pc:sldMk cId="2977057421" sldId="257"/>
            <ac:spMk id="2" creationId="{670B5616-AF84-C088-2D4E-B633D0106EC9}"/>
          </ac:spMkLst>
        </pc:spChg>
        <pc:spChg chg="mod">
          <ac:chgData name="joshianubhav789@gmail.com" userId="50dfd16de4fdcae9" providerId="LiveId" clId="{25BD1244-2B99-4CAB-BF74-D1CE71ED95DE}" dt="2022-07-23T17:33:19.933" v="20597" actId="20577"/>
          <ac:spMkLst>
            <pc:docMk/>
            <pc:sldMk cId="2977057421" sldId="257"/>
            <ac:spMk id="3" creationId="{9D1A1038-5C39-03DF-DE37-E6FB01358B9E}"/>
          </ac:spMkLst>
        </pc:spChg>
        <pc:spChg chg="mod">
          <ac:chgData name="joshianubhav789@gmail.com" userId="50dfd16de4fdcae9" providerId="LiveId" clId="{25BD1244-2B99-4CAB-BF74-D1CE71ED95DE}" dt="2022-06-05T18:12:47.743" v="10632"/>
          <ac:spMkLst>
            <pc:docMk/>
            <pc:sldMk cId="2977057421" sldId="257"/>
            <ac:spMk id="4" creationId="{9E09A758-3C89-738C-EEBA-5C3614056317}"/>
          </ac:spMkLst>
        </pc:spChg>
        <pc:picChg chg="add del mod">
          <ac:chgData name="joshianubhav789@gmail.com" userId="50dfd16de4fdcae9" providerId="LiveId" clId="{25BD1244-2B99-4CAB-BF74-D1CE71ED95DE}" dt="2022-07-02T08:16:06.942" v="18787" actId="478"/>
          <ac:picMkLst>
            <pc:docMk/>
            <pc:sldMk cId="2977057421" sldId="257"/>
            <ac:picMk id="5" creationId="{3791E53F-9E72-5DA8-244F-E97C0FC472A8}"/>
          </ac:picMkLst>
        </pc:picChg>
        <pc:picChg chg="add del mod">
          <ac:chgData name="joshianubhav789@gmail.com" userId="50dfd16de4fdcae9" providerId="LiveId" clId="{25BD1244-2B99-4CAB-BF74-D1CE71ED95DE}" dt="2022-07-02T08:18:29.252" v="18883" actId="478"/>
          <ac:picMkLst>
            <pc:docMk/>
            <pc:sldMk cId="2977057421" sldId="257"/>
            <ac:picMk id="6" creationId="{A5D17F63-E016-6797-55C2-5B00CDA3BDC1}"/>
          </ac:picMkLst>
        </pc:picChg>
      </pc:sldChg>
      <pc:sldChg chg="addSp delSp modSp new mod modAnim">
        <pc:chgData name="joshianubhav789@gmail.com" userId="50dfd16de4fdcae9" providerId="LiveId" clId="{25BD1244-2B99-4CAB-BF74-D1CE71ED95DE}" dt="2022-07-19T17:26:25.619" v="20531" actId="1076"/>
        <pc:sldMkLst>
          <pc:docMk/>
          <pc:sldMk cId="3925813352" sldId="258"/>
        </pc:sldMkLst>
        <pc:spChg chg="mod">
          <ac:chgData name="joshianubhav789@gmail.com" userId="50dfd16de4fdcae9" providerId="LiveId" clId="{25BD1244-2B99-4CAB-BF74-D1CE71ED95DE}" dt="2022-05-23T10:25:26.155" v="419" actId="207"/>
          <ac:spMkLst>
            <pc:docMk/>
            <pc:sldMk cId="3925813352" sldId="258"/>
            <ac:spMk id="2" creationId="{6EFEDE9D-2F01-81DE-2525-A52C42FA08AF}"/>
          </ac:spMkLst>
        </pc:spChg>
        <pc:spChg chg="del mod">
          <ac:chgData name="joshianubhav789@gmail.com" userId="50dfd16de4fdcae9" providerId="LiveId" clId="{25BD1244-2B99-4CAB-BF74-D1CE71ED95DE}" dt="2022-05-23T10:26:12.741" v="424" actId="478"/>
          <ac:spMkLst>
            <pc:docMk/>
            <pc:sldMk cId="3925813352" sldId="258"/>
            <ac:spMk id="3" creationId="{D9CCD4F0-5006-C6ED-2187-F5168B14061F}"/>
          </ac:spMkLst>
        </pc:spChg>
        <pc:spChg chg="mod">
          <ac:chgData name="joshianubhav789@gmail.com" userId="50dfd16de4fdcae9" providerId="LiveId" clId="{25BD1244-2B99-4CAB-BF74-D1CE71ED95DE}" dt="2022-06-05T18:12:47.743" v="10632"/>
          <ac:spMkLst>
            <pc:docMk/>
            <pc:sldMk cId="3925813352" sldId="258"/>
            <ac:spMk id="4" creationId="{583CB778-64CC-866E-226F-C758CBD7AEF0}"/>
          </ac:spMkLst>
        </pc:spChg>
        <pc:spChg chg="add del mod">
          <ac:chgData name="joshianubhav789@gmail.com" userId="50dfd16de4fdcae9" providerId="LiveId" clId="{25BD1244-2B99-4CAB-BF74-D1CE71ED95DE}" dt="2022-05-23T10:27:34.703" v="443" actId="478"/>
          <ac:spMkLst>
            <pc:docMk/>
            <pc:sldMk cId="3925813352" sldId="258"/>
            <ac:spMk id="5" creationId="{CA30D5A4-49D3-33BE-7C81-E81B527C1A1F}"/>
          </ac:spMkLst>
        </pc:spChg>
        <pc:spChg chg="add mod">
          <ac:chgData name="joshianubhav789@gmail.com" userId="50dfd16de4fdcae9" providerId="LiveId" clId="{25BD1244-2B99-4CAB-BF74-D1CE71ED95DE}" dt="2022-07-19T17:26:25.619" v="20531" actId="1076"/>
          <ac:spMkLst>
            <pc:docMk/>
            <pc:sldMk cId="3925813352" sldId="258"/>
            <ac:spMk id="6" creationId="{D5942659-0295-3CA7-CA39-1639DDE54834}"/>
          </ac:spMkLst>
        </pc:spChg>
        <pc:spChg chg="add mod">
          <ac:chgData name="joshianubhav789@gmail.com" userId="50dfd16de4fdcae9" providerId="LiveId" clId="{25BD1244-2B99-4CAB-BF74-D1CE71ED95DE}" dt="2022-05-23T11:03:40.987" v="833" actId="1035"/>
          <ac:spMkLst>
            <pc:docMk/>
            <pc:sldMk cId="3925813352" sldId="258"/>
            <ac:spMk id="8" creationId="{426F425F-9516-D91B-B493-1CA07FA81D26}"/>
          </ac:spMkLst>
        </pc:spChg>
        <pc:spChg chg="add del mod">
          <ac:chgData name="joshianubhav789@gmail.com" userId="50dfd16de4fdcae9" providerId="LiveId" clId="{25BD1244-2B99-4CAB-BF74-D1CE71ED95DE}" dt="2022-05-23T10:54:45.947" v="589" actId="478"/>
          <ac:spMkLst>
            <pc:docMk/>
            <pc:sldMk cId="3925813352" sldId="258"/>
            <ac:spMk id="9" creationId="{D8C630C6-D8B1-2D4E-19D5-07A7E5E4C339}"/>
          </ac:spMkLst>
        </pc:spChg>
        <pc:spChg chg="add mod">
          <ac:chgData name="joshianubhav789@gmail.com" userId="50dfd16de4fdcae9" providerId="LiveId" clId="{25BD1244-2B99-4CAB-BF74-D1CE71ED95DE}" dt="2022-06-02T10:27:32.128" v="3107" actId="13822"/>
          <ac:spMkLst>
            <pc:docMk/>
            <pc:sldMk cId="3925813352" sldId="258"/>
            <ac:spMk id="10" creationId="{84085124-1933-258B-A446-459F774B208B}"/>
          </ac:spMkLst>
        </pc:spChg>
        <pc:spChg chg="add mod">
          <ac:chgData name="joshianubhav789@gmail.com" userId="50dfd16de4fdcae9" providerId="LiveId" clId="{25BD1244-2B99-4CAB-BF74-D1CE71ED95DE}" dt="2022-06-01T09:19:49.431" v="851" actId="20577"/>
          <ac:spMkLst>
            <pc:docMk/>
            <pc:sldMk cId="3925813352" sldId="258"/>
            <ac:spMk id="12" creationId="{43188D5C-FD1D-E483-0503-3DA240EA56E2}"/>
          </ac:spMkLst>
        </pc:spChg>
        <pc:spChg chg="add mod ord">
          <ac:chgData name="joshianubhav789@gmail.com" userId="50dfd16de4fdcae9" providerId="LiveId" clId="{25BD1244-2B99-4CAB-BF74-D1CE71ED95DE}" dt="2022-06-01T17:12:19.262" v="989" actId="20577"/>
          <ac:spMkLst>
            <pc:docMk/>
            <pc:sldMk cId="3925813352" sldId="258"/>
            <ac:spMk id="14" creationId="{7A1789A5-5691-FA73-1873-9AFE46470320}"/>
          </ac:spMkLst>
        </pc:spChg>
        <pc:spChg chg="add mod">
          <ac:chgData name="joshianubhav789@gmail.com" userId="50dfd16de4fdcae9" providerId="LiveId" clId="{25BD1244-2B99-4CAB-BF74-D1CE71ED95DE}" dt="2022-06-02T10:27:39.203" v="3108" actId="13822"/>
          <ac:spMkLst>
            <pc:docMk/>
            <pc:sldMk cId="3925813352" sldId="258"/>
            <ac:spMk id="15" creationId="{7E79DF77-43F8-4497-E915-CC737D367EA7}"/>
          </ac:spMkLst>
        </pc:spChg>
        <pc:picChg chg="add del mod">
          <ac:chgData name="joshianubhav789@gmail.com" userId="50dfd16de4fdcae9" providerId="LiveId" clId="{25BD1244-2B99-4CAB-BF74-D1CE71ED95DE}" dt="2022-07-02T08:16:11.002" v="18789" actId="478"/>
          <ac:picMkLst>
            <pc:docMk/>
            <pc:sldMk cId="3925813352" sldId="258"/>
            <ac:picMk id="11" creationId="{A47DAFAB-47FC-4A69-C1AD-4253F11EC8EC}"/>
          </ac:picMkLst>
        </pc:picChg>
        <pc:picChg chg="add del mod">
          <ac:chgData name="joshianubhav789@gmail.com" userId="50dfd16de4fdcae9" providerId="LiveId" clId="{25BD1244-2B99-4CAB-BF74-D1CE71ED95DE}" dt="2022-07-02T08:18:10.044" v="18877" actId="478"/>
          <ac:picMkLst>
            <pc:docMk/>
            <pc:sldMk cId="3925813352" sldId="258"/>
            <ac:picMk id="13" creationId="{43A17B40-CCD7-06BB-0167-CDCE5E8B42B2}"/>
          </ac:picMkLst>
        </pc:picChg>
      </pc:sldChg>
      <pc:sldChg chg="addSp delSp modSp new del mod addAnim delAnim modAnim chgLayout">
        <pc:chgData name="joshianubhav789@gmail.com" userId="50dfd16de4fdcae9" providerId="LiveId" clId="{25BD1244-2B99-4CAB-BF74-D1CE71ED95DE}" dt="2022-07-23T17:26:47.135" v="20532" actId="47"/>
        <pc:sldMkLst>
          <pc:docMk/>
          <pc:sldMk cId="334602259" sldId="259"/>
        </pc:sldMkLst>
        <pc:spChg chg="del">
          <ac:chgData name="joshianubhav789@gmail.com" userId="50dfd16de4fdcae9" providerId="LiveId" clId="{25BD1244-2B99-4CAB-BF74-D1CE71ED95DE}" dt="2022-05-23T11:04:00.310" v="835" actId="478"/>
          <ac:spMkLst>
            <pc:docMk/>
            <pc:sldMk cId="334602259" sldId="259"/>
            <ac:spMk id="2" creationId="{259181E4-6DDB-9982-1EDF-3A7E16782D40}"/>
          </ac:spMkLst>
        </pc:spChg>
        <pc:spChg chg="add mod ord">
          <ac:chgData name="joshianubhav789@gmail.com" userId="50dfd16de4fdcae9" providerId="LiveId" clId="{25BD1244-2B99-4CAB-BF74-D1CE71ED95DE}" dt="2022-06-01T18:06:58.641" v="2455" actId="1076"/>
          <ac:spMkLst>
            <pc:docMk/>
            <pc:sldMk cId="334602259" sldId="259"/>
            <ac:spMk id="2" creationId="{8E5AA6D6-EA88-116C-DD6E-B580EEF308F3}"/>
          </ac:spMkLst>
        </pc:spChg>
        <pc:spChg chg="add del mod">
          <ac:chgData name="joshianubhav789@gmail.com" userId="50dfd16de4fdcae9" providerId="LiveId" clId="{25BD1244-2B99-4CAB-BF74-D1CE71ED95DE}" dt="2022-06-01T17:12:24.764" v="990" actId="700"/>
          <ac:spMkLst>
            <pc:docMk/>
            <pc:sldMk cId="334602259" sldId="259"/>
            <ac:spMk id="3" creationId="{1DA31A37-4F25-7EEF-2BBA-84D22ED741DB}"/>
          </ac:spMkLst>
        </pc:spChg>
        <pc:spChg chg="mod ord">
          <ac:chgData name="joshianubhav789@gmail.com" userId="50dfd16de4fdcae9" providerId="LiveId" clId="{25BD1244-2B99-4CAB-BF74-D1CE71ED95DE}" dt="2022-06-05T18:12:47.743" v="10632"/>
          <ac:spMkLst>
            <pc:docMk/>
            <pc:sldMk cId="334602259" sldId="259"/>
            <ac:spMk id="4" creationId="{0FCC637A-C0DB-FDC5-B22F-07C3DDDB1C88}"/>
          </ac:spMkLst>
        </pc:spChg>
        <pc:spChg chg="add del mod">
          <ac:chgData name="joshianubhav789@gmail.com" userId="50dfd16de4fdcae9" providerId="LiveId" clId="{25BD1244-2B99-4CAB-BF74-D1CE71ED95DE}" dt="2022-06-01T17:12:14.877" v="987"/>
          <ac:spMkLst>
            <pc:docMk/>
            <pc:sldMk cId="334602259" sldId="259"/>
            <ac:spMk id="5" creationId="{1E9B61F0-0C6B-9C25-EB35-5539D56F19F9}"/>
          </ac:spMkLst>
        </pc:spChg>
        <pc:spChg chg="add del mod ord">
          <ac:chgData name="joshianubhav789@gmail.com" userId="50dfd16de4fdcae9" providerId="LiveId" clId="{25BD1244-2B99-4CAB-BF74-D1CE71ED95DE}" dt="2022-06-01T17:15:16.693" v="1026" actId="478"/>
          <ac:spMkLst>
            <pc:docMk/>
            <pc:sldMk cId="334602259" sldId="259"/>
            <ac:spMk id="6" creationId="{BF183CB0-85CB-996A-64D5-31B841C10AF8}"/>
          </ac:spMkLst>
        </pc:spChg>
        <pc:spChg chg="add mod">
          <ac:chgData name="joshianubhav789@gmail.com" userId="50dfd16de4fdcae9" providerId="LiveId" clId="{25BD1244-2B99-4CAB-BF74-D1CE71ED95DE}" dt="2022-06-01T17:26:37.464" v="1448" actId="1037"/>
          <ac:spMkLst>
            <pc:docMk/>
            <pc:sldMk cId="334602259" sldId="259"/>
            <ac:spMk id="7" creationId="{00E60DD8-4F40-A272-5EDC-9BD526EC9918}"/>
          </ac:spMkLst>
        </pc:spChg>
        <pc:spChg chg="add mod">
          <ac:chgData name="joshianubhav789@gmail.com" userId="50dfd16de4fdcae9" providerId="LiveId" clId="{25BD1244-2B99-4CAB-BF74-D1CE71ED95DE}" dt="2022-06-01T17:26:37.464" v="1448" actId="1037"/>
          <ac:spMkLst>
            <pc:docMk/>
            <pc:sldMk cId="334602259" sldId="259"/>
            <ac:spMk id="8" creationId="{65E60C45-C3AD-D79B-309C-8C7BCF29351A}"/>
          </ac:spMkLst>
        </pc:spChg>
        <pc:spChg chg="add mod">
          <ac:chgData name="joshianubhav789@gmail.com" userId="50dfd16de4fdcae9" providerId="LiveId" clId="{25BD1244-2B99-4CAB-BF74-D1CE71ED95DE}" dt="2022-06-01T17:32:09.961" v="1622" actId="1035"/>
          <ac:spMkLst>
            <pc:docMk/>
            <pc:sldMk cId="334602259" sldId="259"/>
            <ac:spMk id="9" creationId="{5AB968C9-D584-9C87-ECCE-75F4A7364D7E}"/>
          </ac:spMkLst>
        </pc:spChg>
        <pc:spChg chg="add mod">
          <ac:chgData name="joshianubhav789@gmail.com" userId="50dfd16de4fdcae9" providerId="LiveId" clId="{25BD1244-2B99-4CAB-BF74-D1CE71ED95DE}" dt="2022-06-01T17:26:37.464" v="1448" actId="1037"/>
          <ac:spMkLst>
            <pc:docMk/>
            <pc:sldMk cId="334602259" sldId="259"/>
            <ac:spMk id="10" creationId="{EF7372A8-7696-9431-B36A-B077E52A25CF}"/>
          </ac:spMkLst>
        </pc:spChg>
        <pc:spChg chg="add mod">
          <ac:chgData name="joshianubhav789@gmail.com" userId="50dfd16de4fdcae9" providerId="LiveId" clId="{25BD1244-2B99-4CAB-BF74-D1CE71ED95DE}" dt="2022-06-01T17:31:14.502" v="1594" actId="1076"/>
          <ac:spMkLst>
            <pc:docMk/>
            <pc:sldMk cId="334602259" sldId="259"/>
            <ac:spMk id="11" creationId="{1E78ADD9-30A0-F02D-044C-DD4621C41298}"/>
          </ac:spMkLst>
        </pc:spChg>
        <pc:spChg chg="add mod">
          <ac:chgData name="joshianubhav789@gmail.com" userId="50dfd16de4fdcae9" providerId="LiveId" clId="{25BD1244-2B99-4CAB-BF74-D1CE71ED95DE}" dt="2022-06-01T17:26:37.464" v="1448" actId="1037"/>
          <ac:spMkLst>
            <pc:docMk/>
            <pc:sldMk cId="334602259" sldId="259"/>
            <ac:spMk id="12" creationId="{1718EC4A-30B1-79C3-ED90-A2C444534EF4}"/>
          </ac:spMkLst>
        </pc:spChg>
        <pc:spChg chg="add mod">
          <ac:chgData name="joshianubhav789@gmail.com" userId="50dfd16de4fdcae9" providerId="LiveId" clId="{25BD1244-2B99-4CAB-BF74-D1CE71ED95DE}" dt="2022-06-01T17:26:37.464" v="1448" actId="1037"/>
          <ac:spMkLst>
            <pc:docMk/>
            <pc:sldMk cId="334602259" sldId="259"/>
            <ac:spMk id="13" creationId="{256BABBE-BAE6-E63A-70FB-562D4B9B5469}"/>
          </ac:spMkLst>
        </pc:spChg>
        <pc:spChg chg="add mod">
          <ac:chgData name="joshianubhav789@gmail.com" userId="50dfd16de4fdcae9" providerId="LiveId" clId="{25BD1244-2B99-4CAB-BF74-D1CE71ED95DE}" dt="2022-06-01T17:26:37.464" v="1448" actId="1037"/>
          <ac:spMkLst>
            <pc:docMk/>
            <pc:sldMk cId="334602259" sldId="259"/>
            <ac:spMk id="14" creationId="{9581B18F-6316-212C-9309-220AD8CF57CD}"/>
          </ac:spMkLst>
        </pc:spChg>
        <pc:spChg chg="add mod">
          <ac:chgData name="joshianubhav789@gmail.com" userId="50dfd16de4fdcae9" providerId="LiveId" clId="{25BD1244-2B99-4CAB-BF74-D1CE71ED95DE}" dt="2022-06-01T17:26:37.464" v="1448" actId="1037"/>
          <ac:spMkLst>
            <pc:docMk/>
            <pc:sldMk cId="334602259" sldId="259"/>
            <ac:spMk id="15" creationId="{2C6860DF-EE25-8405-101F-753ECF8E1638}"/>
          </ac:spMkLst>
        </pc:spChg>
        <pc:spChg chg="add mod">
          <ac:chgData name="joshianubhav789@gmail.com" userId="50dfd16de4fdcae9" providerId="LiveId" clId="{25BD1244-2B99-4CAB-BF74-D1CE71ED95DE}" dt="2022-06-02T10:28:50.811" v="3110" actId="14100"/>
          <ac:spMkLst>
            <pc:docMk/>
            <pc:sldMk cId="334602259" sldId="259"/>
            <ac:spMk id="16" creationId="{9988FB3C-8C7E-1EE0-4310-2782D2710249}"/>
          </ac:spMkLst>
        </pc:spChg>
        <pc:spChg chg="add del mod">
          <ac:chgData name="joshianubhav789@gmail.com" userId="50dfd16de4fdcae9" providerId="LiveId" clId="{25BD1244-2B99-4CAB-BF74-D1CE71ED95DE}" dt="2022-06-02T10:28:50.811" v="3110" actId="14100"/>
          <ac:spMkLst>
            <pc:docMk/>
            <pc:sldMk cId="334602259" sldId="259"/>
            <ac:spMk id="17" creationId="{EE532B1C-1649-BC01-8A3A-BAD03C90D234}"/>
          </ac:spMkLst>
        </pc:spChg>
        <pc:spChg chg="add del mod">
          <ac:chgData name="joshianubhav789@gmail.com" userId="50dfd16de4fdcae9" providerId="LiveId" clId="{25BD1244-2B99-4CAB-BF74-D1CE71ED95DE}" dt="2022-06-01T17:31:28.264" v="1597" actId="478"/>
          <ac:spMkLst>
            <pc:docMk/>
            <pc:sldMk cId="334602259" sldId="259"/>
            <ac:spMk id="18" creationId="{C3ACA1A8-3353-2C12-78D3-75859A684051}"/>
          </ac:spMkLst>
        </pc:spChg>
        <pc:spChg chg="add mod">
          <ac:chgData name="joshianubhav789@gmail.com" userId="50dfd16de4fdcae9" providerId="LiveId" clId="{25BD1244-2B99-4CAB-BF74-D1CE71ED95DE}" dt="2022-06-01T17:30:14.329" v="1584" actId="1036"/>
          <ac:spMkLst>
            <pc:docMk/>
            <pc:sldMk cId="334602259" sldId="259"/>
            <ac:spMk id="19" creationId="{E0CDDEA8-5135-1753-3626-5F3D80A11DA5}"/>
          </ac:spMkLst>
        </pc:spChg>
        <pc:spChg chg="add mod">
          <ac:chgData name="joshianubhav789@gmail.com" userId="50dfd16de4fdcae9" providerId="LiveId" clId="{25BD1244-2B99-4CAB-BF74-D1CE71ED95DE}" dt="2022-06-01T17:26:37.464" v="1448" actId="1037"/>
          <ac:spMkLst>
            <pc:docMk/>
            <pc:sldMk cId="334602259" sldId="259"/>
            <ac:spMk id="20" creationId="{AB0BBAB5-8A43-7AC4-39D7-F09404F9E926}"/>
          </ac:spMkLst>
        </pc:spChg>
        <pc:spChg chg="add mod ord">
          <ac:chgData name="joshianubhav789@gmail.com" userId="50dfd16de4fdcae9" providerId="LiveId" clId="{25BD1244-2B99-4CAB-BF74-D1CE71ED95DE}" dt="2022-07-02T13:00:23.384" v="19923" actId="167"/>
          <ac:spMkLst>
            <pc:docMk/>
            <pc:sldMk cId="334602259" sldId="259"/>
            <ac:spMk id="21" creationId="{AD15C043-D584-133B-10E9-7EB1BBA0362E}"/>
          </ac:spMkLst>
        </pc:spChg>
        <pc:spChg chg="add mod ord">
          <ac:chgData name="joshianubhav789@gmail.com" userId="50dfd16de4fdcae9" providerId="LiveId" clId="{25BD1244-2B99-4CAB-BF74-D1CE71ED95DE}" dt="2022-06-01T17:27:40.337" v="1475" actId="1076"/>
          <ac:spMkLst>
            <pc:docMk/>
            <pc:sldMk cId="334602259" sldId="259"/>
            <ac:spMk id="22" creationId="{052663CC-6B93-6281-3BF4-221833CEFC1A}"/>
          </ac:spMkLst>
        </pc:spChg>
        <pc:spChg chg="add mod">
          <ac:chgData name="joshianubhav789@gmail.com" userId="50dfd16de4fdcae9" providerId="LiveId" clId="{25BD1244-2B99-4CAB-BF74-D1CE71ED95DE}" dt="2022-06-01T17:31:01.248" v="1592" actId="1076"/>
          <ac:spMkLst>
            <pc:docMk/>
            <pc:sldMk cId="334602259" sldId="259"/>
            <ac:spMk id="23" creationId="{EFB9B9FC-5F1F-C884-079D-E957447BAE7C}"/>
          </ac:spMkLst>
        </pc:spChg>
        <pc:spChg chg="add mod ord">
          <ac:chgData name="joshianubhav789@gmail.com" userId="50dfd16de4fdcae9" providerId="LiveId" clId="{25BD1244-2B99-4CAB-BF74-D1CE71ED95DE}" dt="2022-07-02T13:00:23.384" v="19923" actId="167"/>
          <ac:spMkLst>
            <pc:docMk/>
            <pc:sldMk cId="334602259" sldId="259"/>
            <ac:spMk id="24" creationId="{31066A97-5161-E145-680A-D73E436B8743}"/>
          </ac:spMkLst>
        </pc:spChg>
        <pc:spChg chg="add del mod">
          <ac:chgData name="joshianubhav789@gmail.com" userId="50dfd16de4fdcae9" providerId="LiveId" clId="{25BD1244-2B99-4CAB-BF74-D1CE71ED95DE}" dt="2022-06-01T17:25:08.677" v="1413" actId="478"/>
          <ac:spMkLst>
            <pc:docMk/>
            <pc:sldMk cId="334602259" sldId="259"/>
            <ac:spMk id="25" creationId="{7F3909B6-3763-9AA5-037E-71FC6CECBB9E}"/>
          </ac:spMkLst>
        </pc:spChg>
        <pc:spChg chg="add mod">
          <ac:chgData name="joshianubhav789@gmail.com" userId="50dfd16de4fdcae9" providerId="LiveId" clId="{25BD1244-2B99-4CAB-BF74-D1CE71ED95DE}" dt="2022-06-02T09:37:51.186" v="2466" actId="1076"/>
          <ac:spMkLst>
            <pc:docMk/>
            <pc:sldMk cId="334602259" sldId="259"/>
            <ac:spMk id="27" creationId="{88D0E271-7E79-C20B-5C14-FB9D303555ED}"/>
          </ac:spMkLst>
        </pc:spChg>
        <pc:spChg chg="add mod">
          <ac:chgData name="joshianubhav789@gmail.com" userId="50dfd16de4fdcae9" providerId="LiveId" clId="{25BD1244-2B99-4CAB-BF74-D1CE71ED95DE}" dt="2022-06-02T09:37:56.383" v="2467" actId="1076"/>
          <ac:spMkLst>
            <pc:docMk/>
            <pc:sldMk cId="334602259" sldId="259"/>
            <ac:spMk id="29" creationId="{7A6444C6-6557-3C1A-7AFB-AC7D564E5CC3}"/>
          </ac:spMkLst>
        </pc:spChg>
        <pc:spChg chg="add mod">
          <ac:chgData name="joshianubhav789@gmail.com" userId="50dfd16de4fdcae9" providerId="LiveId" clId="{25BD1244-2B99-4CAB-BF74-D1CE71ED95DE}" dt="2022-06-02T09:38:08.352" v="2469" actId="1076"/>
          <ac:spMkLst>
            <pc:docMk/>
            <pc:sldMk cId="334602259" sldId="259"/>
            <ac:spMk id="31" creationId="{4578E7BE-D313-542C-3787-0F053BD3F6C2}"/>
          </ac:spMkLst>
        </pc:spChg>
        <pc:spChg chg="add del mod">
          <ac:chgData name="joshianubhav789@gmail.com" userId="50dfd16de4fdcae9" providerId="LiveId" clId="{25BD1244-2B99-4CAB-BF74-D1CE71ED95DE}" dt="2022-06-01T17:31:55.576" v="1612"/>
          <ac:spMkLst>
            <pc:docMk/>
            <pc:sldMk cId="334602259" sldId="259"/>
            <ac:spMk id="32" creationId="{7E7987B9-6477-F713-73A5-EF4136D8781D}"/>
          </ac:spMkLst>
        </pc:spChg>
        <pc:spChg chg="add del mod">
          <ac:chgData name="joshianubhav789@gmail.com" userId="50dfd16de4fdcae9" providerId="LiveId" clId="{25BD1244-2B99-4CAB-BF74-D1CE71ED95DE}" dt="2022-06-01T17:31:52.907" v="1610"/>
          <ac:spMkLst>
            <pc:docMk/>
            <pc:sldMk cId="334602259" sldId="259"/>
            <ac:spMk id="33" creationId="{A1F9B0C2-16F9-B313-BAF1-F1E4D9B7DCB5}"/>
          </ac:spMkLst>
        </pc:spChg>
        <pc:spChg chg="add mod">
          <ac:chgData name="joshianubhav789@gmail.com" userId="50dfd16de4fdcae9" providerId="LiveId" clId="{25BD1244-2B99-4CAB-BF74-D1CE71ED95DE}" dt="2022-06-02T10:28:50.811" v="3110" actId="14100"/>
          <ac:spMkLst>
            <pc:docMk/>
            <pc:sldMk cId="334602259" sldId="259"/>
            <ac:spMk id="34" creationId="{D867482A-DC7A-51AE-2D92-A63D6E143F4E}"/>
          </ac:spMkLst>
        </pc:spChg>
        <pc:spChg chg="add del mod ord">
          <ac:chgData name="joshianubhav789@gmail.com" userId="50dfd16de4fdcae9" providerId="LiveId" clId="{25BD1244-2B99-4CAB-BF74-D1CE71ED95DE}" dt="2022-06-01T17:35:46.282" v="1682" actId="478"/>
          <ac:spMkLst>
            <pc:docMk/>
            <pc:sldMk cId="334602259" sldId="259"/>
            <ac:spMk id="35" creationId="{78787DB9-0235-76E9-8D2C-D686DA8CAB16}"/>
          </ac:spMkLst>
        </pc:spChg>
        <pc:picChg chg="add del mod">
          <ac:chgData name="joshianubhav789@gmail.com" userId="50dfd16de4fdcae9" providerId="LiveId" clId="{25BD1244-2B99-4CAB-BF74-D1CE71ED95DE}" dt="2022-07-02T08:16:13.915" v="18791" actId="478"/>
          <ac:picMkLst>
            <pc:docMk/>
            <pc:sldMk cId="334602259" sldId="259"/>
            <ac:picMk id="25" creationId="{09B12C80-A9B9-87DC-FBD2-EC6FF3246720}"/>
          </ac:picMkLst>
        </pc:picChg>
        <pc:picChg chg="add del mod">
          <ac:chgData name="joshianubhav789@gmail.com" userId="50dfd16de4fdcae9" providerId="LiveId" clId="{25BD1244-2B99-4CAB-BF74-D1CE71ED95DE}" dt="2022-07-02T08:18:25.821" v="18882" actId="478"/>
          <ac:picMkLst>
            <pc:docMk/>
            <pc:sldMk cId="334602259" sldId="259"/>
            <ac:picMk id="26" creationId="{98BAD37B-95B4-BFE7-B7EF-DF6D6B058116}"/>
          </ac:picMkLst>
        </pc:picChg>
      </pc:sldChg>
      <pc:sldChg chg="addSp delSp modSp new del mod delAnim modAnim">
        <pc:chgData name="joshianubhav789@gmail.com" userId="50dfd16de4fdcae9" providerId="LiveId" clId="{25BD1244-2B99-4CAB-BF74-D1CE71ED95DE}" dt="2022-07-23T17:26:47.135" v="20532" actId="47"/>
        <pc:sldMkLst>
          <pc:docMk/>
          <pc:sldMk cId="660327603" sldId="260"/>
        </pc:sldMkLst>
        <pc:spChg chg="add del mod">
          <ac:chgData name="joshianubhav789@gmail.com" userId="50dfd16de4fdcae9" providerId="LiveId" clId="{25BD1244-2B99-4CAB-BF74-D1CE71ED95DE}" dt="2022-06-01T18:02:32.479" v="2276" actId="21"/>
          <ac:spMkLst>
            <pc:docMk/>
            <pc:sldMk cId="660327603" sldId="260"/>
            <ac:spMk id="2" creationId="{786A37D1-8A86-DED4-308A-F35180FE99B0}"/>
          </ac:spMkLst>
        </pc:spChg>
        <pc:spChg chg="del mod">
          <ac:chgData name="joshianubhav789@gmail.com" userId="50dfd16de4fdcae9" providerId="LiveId" clId="{25BD1244-2B99-4CAB-BF74-D1CE71ED95DE}" dt="2022-06-01T17:37:46.688" v="1711" actId="478"/>
          <ac:spMkLst>
            <pc:docMk/>
            <pc:sldMk cId="660327603" sldId="260"/>
            <ac:spMk id="3" creationId="{1CD6375A-3FE8-6E59-E4C7-BF811AA4245E}"/>
          </ac:spMkLst>
        </pc:spChg>
        <pc:spChg chg="mod">
          <ac:chgData name="joshianubhav789@gmail.com" userId="50dfd16de4fdcae9" providerId="LiveId" clId="{25BD1244-2B99-4CAB-BF74-D1CE71ED95DE}" dt="2022-06-05T18:12:47.743" v="10632"/>
          <ac:spMkLst>
            <pc:docMk/>
            <pc:sldMk cId="660327603" sldId="260"/>
            <ac:spMk id="4" creationId="{9A20D7BC-0DAD-7C8B-0A1E-DB58D22A6C20}"/>
          </ac:spMkLst>
        </pc:spChg>
        <pc:spChg chg="add mod">
          <ac:chgData name="joshianubhav789@gmail.com" userId="50dfd16de4fdcae9" providerId="LiveId" clId="{25BD1244-2B99-4CAB-BF74-D1CE71ED95DE}" dt="2022-06-01T17:42:24.613" v="1836" actId="207"/>
          <ac:spMkLst>
            <pc:docMk/>
            <pc:sldMk cId="660327603" sldId="260"/>
            <ac:spMk id="5" creationId="{AA7B0332-375C-EAE5-139A-9C5D4391BC8F}"/>
          </ac:spMkLst>
        </pc:spChg>
        <pc:spChg chg="add mod">
          <ac:chgData name="joshianubhav789@gmail.com" userId="50dfd16de4fdcae9" providerId="LiveId" clId="{25BD1244-2B99-4CAB-BF74-D1CE71ED95DE}" dt="2022-06-01T17:42:27.622" v="1837" actId="207"/>
          <ac:spMkLst>
            <pc:docMk/>
            <pc:sldMk cId="660327603" sldId="260"/>
            <ac:spMk id="9" creationId="{629E26BF-2E63-6870-829A-74B4A2B6ED55}"/>
          </ac:spMkLst>
        </pc:spChg>
        <pc:spChg chg="add mod">
          <ac:chgData name="joshianubhav789@gmail.com" userId="50dfd16de4fdcae9" providerId="LiveId" clId="{25BD1244-2B99-4CAB-BF74-D1CE71ED95DE}" dt="2022-06-01T17:58:12.907" v="2090" actId="21"/>
          <ac:spMkLst>
            <pc:docMk/>
            <pc:sldMk cId="660327603" sldId="260"/>
            <ac:spMk id="10" creationId="{C7940C09-7528-EC94-BE69-46DD3E7D9B2E}"/>
          </ac:spMkLst>
        </pc:spChg>
        <pc:spChg chg="add mod">
          <ac:chgData name="joshianubhav789@gmail.com" userId="50dfd16de4fdcae9" providerId="LiveId" clId="{25BD1244-2B99-4CAB-BF74-D1CE71ED95DE}" dt="2022-06-01T18:05:01.918" v="2342" actId="1076"/>
          <ac:spMkLst>
            <pc:docMk/>
            <pc:sldMk cId="660327603" sldId="260"/>
            <ac:spMk id="11" creationId="{B9E08061-3D3D-E3A1-3933-7ABC6DF155FD}"/>
          </ac:spMkLst>
        </pc:spChg>
        <pc:spChg chg="add mod">
          <ac:chgData name="joshianubhav789@gmail.com" userId="50dfd16de4fdcae9" providerId="LiveId" clId="{25BD1244-2B99-4CAB-BF74-D1CE71ED95DE}" dt="2022-06-01T17:58:55.829" v="2099" actId="1076"/>
          <ac:spMkLst>
            <pc:docMk/>
            <pc:sldMk cId="660327603" sldId="260"/>
            <ac:spMk id="12" creationId="{3886F6B8-A596-5F4E-AE2C-9A3B4ACC4803}"/>
          </ac:spMkLst>
        </pc:spChg>
        <pc:spChg chg="add mod">
          <ac:chgData name="joshianubhav789@gmail.com" userId="50dfd16de4fdcae9" providerId="LiveId" clId="{25BD1244-2B99-4CAB-BF74-D1CE71ED95DE}" dt="2022-06-02T09:38:31.666" v="2470" actId="1076"/>
          <ac:spMkLst>
            <pc:docMk/>
            <pc:sldMk cId="660327603" sldId="260"/>
            <ac:spMk id="13" creationId="{69033CD5-5E8E-4446-CAE3-DB7A4F93580A}"/>
          </ac:spMkLst>
        </pc:spChg>
        <pc:spChg chg="add mod">
          <ac:chgData name="joshianubhav789@gmail.com" userId="50dfd16de4fdcae9" providerId="LiveId" clId="{25BD1244-2B99-4CAB-BF74-D1CE71ED95DE}" dt="2022-06-01T17:52:02.645" v="1997" actId="207"/>
          <ac:spMkLst>
            <pc:docMk/>
            <pc:sldMk cId="660327603" sldId="260"/>
            <ac:spMk id="30" creationId="{FC5EDDFA-524B-E211-92A7-6BB54887E5FE}"/>
          </ac:spMkLst>
        </pc:spChg>
        <pc:spChg chg="add mod">
          <ac:chgData name="joshianubhav789@gmail.com" userId="50dfd16de4fdcae9" providerId="LiveId" clId="{25BD1244-2B99-4CAB-BF74-D1CE71ED95DE}" dt="2022-06-01T17:52:33.554" v="2002" actId="1038"/>
          <ac:spMkLst>
            <pc:docMk/>
            <pc:sldMk cId="660327603" sldId="260"/>
            <ac:spMk id="31" creationId="{3F7ABF63-54E2-5697-E2EB-657D58BF7BEA}"/>
          </ac:spMkLst>
        </pc:spChg>
        <pc:spChg chg="add mod">
          <ac:chgData name="joshianubhav789@gmail.com" userId="50dfd16de4fdcae9" providerId="LiveId" clId="{25BD1244-2B99-4CAB-BF74-D1CE71ED95DE}" dt="2022-06-02T09:41:24.788" v="2482" actId="1076"/>
          <ac:spMkLst>
            <pc:docMk/>
            <pc:sldMk cId="660327603" sldId="260"/>
            <ac:spMk id="32" creationId="{660AD3A3-1625-EEFE-2912-1FECCF681C04}"/>
          </ac:spMkLst>
        </pc:spChg>
        <pc:spChg chg="add mod">
          <ac:chgData name="joshianubhav789@gmail.com" userId="50dfd16de4fdcae9" providerId="LiveId" clId="{25BD1244-2B99-4CAB-BF74-D1CE71ED95DE}" dt="2022-06-02T09:40:48.944" v="2478" actId="1076"/>
          <ac:spMkLst>
            <pc:docMk/>
            <pc:sldMk cId="660327603" sldId="260"/>
            <ac:spMk id="33" creationId="{364DD845-C17D-09D7-89E9-D66614F78962}"/>
          </ac:spMkLst>
        </pc:spChg>
        <pc:spChg chg="add mod">
          <ac:chgData name="joshianubhav789@gmail.com" userId="50dfd16de4fdcae9" providerId="LiveId" clId="{25BD1244-2B99-4CAB-BF74-D1CE71ED95DE}" dt="2022-06-02T09:41:07.162" v="2481" actId="1076"/>
          <ac:spMkLst>
            <pc:docMk/>
            <pc:sldMk cId="660327603" sldId="260"/>
            <ac:spMk id="35" creationId="{D21614C5-036D-9A45-C24B-8B22A72FD590}"/>
          </ac:spMkLst>
        </pc:spChg>
        <pc:spChg chg="add mod">
          <ac:chgData name="joshianubhav789@gmail.com" userId="50dfd16de4fdcae9" providerId="LiveId" clId="{25BD1244-2B99-4CAB-BF74-D1CE71ED95DE}" dt="2022-06-01T17:58:29.946" v="2095" actId="255"/>
          <ac:spMkLst>
            <pc:docMk/>
            <pc:sldMk cId="660327603" sldId="260"/>
            <ac:spMk id="42" creationId="{65031A7E-867B-4DDD-4E8F-8DA791291233}"/>
          </ac:spMkLst>
        </pc:spChg>
        <pc:spChg chg="add del mod">
          <ac:chgData name="joshianubhav789@gmail.com" userId="50dfd16de4fdcae9" providerId="LiveId" clId="{25BD1244-2B99-4CAB-BF74-D1CE71ED95DE}" dt="2022-06-01T18:00:41.491" v="2127" actId="21"/>
          <ac:spMkLst>
            <pc:docMk/>
            <pc:sldMk cId="660327603" sldId="260"/>
            <ac:spMk id="50" creationId="{6614596C-EA92-0DA1-7C8D-219FA63119C8}"/>
          </ac:spMkLst>
        </pc:spChg>
        <pc:spChg chg="add mod">
          <ac:chgData name="joshianubhav789@gmail.com" userId="50dfd16de4fdcae9" providerId="LiveId" clId="{25BD1244-2B99-4CAB-BF74-D1CE71ED95DE}" dt="2022-06-01T18:00:48.969" v="2129" actId="1076"/>
          <ac:spMkLst>
            <pc:docMk/>
            <pc:sldMk cId="660327603" sldId="260"/>
            <ac:spMk id="51" creationId="{7496528F-9B0B-0BEC-8CC9-DD85EC5006B5}"/>
          </ac:spMkLst>
        </pc:spChg>
        <pc:spChg chg="add mod">
          <ac:chgData name="joshianubhav789@gmail.com" userId="50dfd16de4fdcae9" providerId="LiveId" clId="{25BD1244-2B99-4CAB-BF74-D1CE71ED95DE}" dt="2022-06-01T18:01:04.703" v="2139" actId="20577"/>
          <ac:spMkLst>
            <pc:docMk/>
            <pc:sldMk cId="660327603" sldId="260"/>
            <ac:spMk id="52" creationId="{6F0A8ED3-6CCC-770E-39C0-A13EE00DAC16}"/>
          </ac:spMkLst>
        </pc:spChg>
        <pc:spChg chg="add mod">
          <ac:chgData name="joshianubhav789@gmail.com" userId="50dfd16de4fdcae9" providerId="LiveId" clId="{25BD1244-2B99-4CAB-BF74-D1CE71ED95DE}" dt="2022-06-01T18:04:12.658" v="2329" actId="1036"/>
          <ac:spMkLst>
            <pc:docMk/>
            <pc:sldMk cId="660327603" sldId="260"/>
            <ac:spMk id="54" creationId="{9C404D25-9950-25CA-D5BB-2261B456EE77}"/>
          </ac:spMkLst>
        </pc:spChg>
        <pc:spChg chg="add del">
          <ac:chgData name="joshianubhav789@gmail.com" userId="50dfd16de4fdcae9" providerId="LiveId" clId="{25BD1244-2B99-4CAB-BF74-D1CE71ED95DE}" dt="2022-06-01T18:04:43.099" v="2336" actId="22"/>
          <ac:spMkLst>
            <pc:docMk/>
            <pc:sldMk cId="660327603" sldId="260"/>
            <ac:spMk id="58" creationId="{915DD113-91F1-E7B6-8846-64C776A53ABE}"/>
          </ac:spMkLst>
        </pc:spChg>
        <pc:spChg chg="add mod">
          <ac:chgData name="joshianubhav789@gmail.com" userId="50dfd16de4fdcae9" providerId="LiveId" clId="{25BD1244-2B99-4CAB-BF74-D1CE71ED95DE}" dt="2022-06-01T18:05:05.949" v="2343" actId="1076"/>
          <ac:spMkLst>
            <pc:docMk/>
            <pc:sldMk cId="660327603" sldId="260"/>
            <ac:spMk id="59" creationId="{46A594DC-8298-55D0-F50A-AFFD811B13DE}"/>
          </ac:spMkLst>
        </pc:spChg>
        <pc:spChg chg="add mod">
          <ac:chgData name="joshianubhav789@gmail.com" userId="50dfd16de4fdcae9" providerId="LiveId" clId="{25BD1244-2B99-4CAB-BF74-D1CE71ED95DE}" dt="2022-06-02T09:42:11.789" v="2485" actId="207"/>
          <ac:spMkLst>
            <pc:docMk/>
            <pc:sldMk cId="660327603" sldId="260"/>
            <ac:spMk id="62" creationId="{F4817091-D334-6A83-BDB0-AFEEBD1D3923}"/>
          </ac:spMkLst>
        </pc:spChg>
        <pc:spChg chg="add del mod">
          <ac:chgData name="joshianubhav789@gmail.com" userId="50dfd16de4fdcae9" providerId="LiveId" clId="{25BD1244-2B99-4CAB-BF74-D1CE71ED95DE}" dt="2022-06-01T18:07:18.695" v="2458" actId="478"/>
          <ac:spMkLst>
            <pc:docMk/>
            <pc:sldMk cId="660327603" sldId="260"/>
            <ac:spMk id="64" creationId="{A5D34F96-EF3E-90EF-DA44-205A83CBCF4C}"/>
          </ac:spMkLst>
        </pc:spChg>
        <pc:picChg chg="add mod">
          <ac:chgData name="joshianubhav789@gmail.com" userId="50dfd16de4fdcae9" providerId="LiveId" clId="{25BD1244-2B99-4CAB-BF74-D1CE71ED95DE}" dt="2022-06-02T10:35:31.053" v="3162" actId="1076"/>
          <ac:picMkLst>
            <pc:docMk/>
            <pc:sldMk cId="660327603" sldId="260"/>
            <ac:picMk id="14" creationId="{6FFCD3B1-BAE6-ACBA-1DAF-E64C3B3C9710}"/>
          </ac:picMkLst>
        </pc:picChg>
        <pc:picChg chg="add del mod">
          <ac:chgData name="joshianubhav789@gmail.com" userId="50dfd16de4fdcae9" providerId="LiveId" clId="{25BD1244-2B99-4CAB-BF74-D1CE71ED95DE}" dt="2022-07-02T08:16:17.824" v="18793" actId="478"/>
          <ac:picMkLst>
            <pc:docMk/>
            <pc:sldMk cId="660327603" sldId="260"/>
            <ac:picMk id="34" creationId="{1DA8C136-17A8-629E-C48C-C10EF7C2954F}"/>
          </ac:picMkLst>
        </pc:picChg>
        <pc:picChg chg="add del mod">
          <ac:chgData name="joshianubhav789@gmail.com" userId="50dfd16de4fdcae9" providerId="LiveId" clId="{25BD1244-2B99-4CAB-BF74-D1CE71ED95DE}" dt="2022-07-02T08:18:23.050" v="18881" actId="478"/>
          <ac:picMkLst>
            <pc:docMk/>
            <pc:sldMk cId="660327603" sldId="260"/>
            <ac:picMk id="36" creationId="{F5679C30-3EA5-EDEF-704F-00814A93A145}"/>
          </ac:picMkLst>
        </pc:picChg>
        <pc:picChg chg="add del mod">
          <ac:chgData name="joshianubhav789@gmail.com" userId="50dfd16de4fdcae9" providerId="LiveId" clId="{25BD1244-2B99-4CAB-BF74-D1CE71ED95DE}" dt="2022-06-02T10:34:29.412" v="3159" actId="478"/>
          <ac:picMkLst>
            <pc:docMk/>
            <pc:sldMk cId="660327603" sldId="260"/>
            <ac:picMk id="39" creationId="{20B8E3D2-29FE-55E5-507B-EB0B807DF867}"/>
          </ac:picMkLst>
        </pc:picChg>
        <pc:picChg chg="add mod">
          <ac:chgData name="joshianubhav789@gmail.com" userId="50dfd16de4fdcae9" providerId="LiveId" clId="{25BD1244-2B99-4CAB-BF74-D1CE71ED95DE}" dt="2022-06-01T18:04:28.908" v="2332" actId="1076"/>
          <ac:picMkLst>
            <pc:docMk/>
            <pc:sldMk cId="660327603" sldId="260"/>
            <ac:picMk id="1026" creationId="{EF3C0ACF-D298-487D-0C45-8592CB7EA95C}"/>
          </ac:picMkLst>
        </pc:picChg>
        <pc:picChg chg="add mod">
          <ac:chgData name="joshianubhav789@gmail.com" userId="50dfd16de4fdcae9" providerId="LiveId" clId="{25BD1244-2B99-4CAB-BF74-D1CE71ED95DE}" dt="2022-06-01T18:04:25.887" v="2331" actId="1076"/>
          <ac:picMkLst>
            <pc:docMk/>
            <pc:sldMk cId="660327603" sldId="260"/>
            <ac:picMk id="1028" creationId="{96919C2C-2709-3664-8AEC-829FA251764A}"/>
          </ac:picMkLst>
        </pc:picChg>
        <pc:picChg chg="add mod">
          <ac:chgData name="joshianubhav789@gmail.com" userId="50dfd16de4fdcae9" providerId="LiveId" clId="{25BD1244-2B99-4CAB-BF74-D1CE71ED95DE}" dt="2022-06-01T17:54:52.192" v="2046" actId="1076"/>
          <ac:picMkLst>
            <pc:docMk/>
            <pc:sldMk cId="660327603" sldId="260"/>
            <ac:picMk id="1030" creationId="{B8B287C6-160C-84CE-879C-9A9F4F851DAD}"/>
          </ac:picMkLst>
        </pc:picChg>
        <pc:picChg chg="add mod">
          <ac:chgData name="joshianubhav789@gmail.com" userId="50dfd16de4fdcae9" providerId="LiveId" clId="{25BD1244-2B99-4CAB-BF74-D1CE71ED95DE}" dt="2022-06-01T17:56:42.298" v="2082" actId="732"/>
          <ac:picMkLst>
            <pc:docMk/>
            <pc:sldMk cId="660327603" sldId="260"/>
            <ac:picMk id="1032" creationId="{F611C4A5-8616-DFFC-3836-126A7A3C0015}"/>
          </ac:picMkLst>
        </pc:picChg>
        <pc:picChg chg="add mod">
          <ac:chgData name="joshianubhav789@gmail.com" userId="50dfd16de4fdcae9" providerId="LiveId" clId="{25BD1244-2B99-4CAB-BF74-D1CE71ED95DE}" dt="2022-06-02T10:29:01.143" v="3111" actId="732"/>
          <ac:picMkLst>
            <pc:docMk/>
            <pc:sldMk cId="660327603" sldId="260"/>
            <ac:picMk id="1034" creationId="{1BEC89A2-2792-8A82-BD52-9A6DE0785DF6}"/>
          </ac:picMkLst>
        </pc:picChg>
        <pc:cxnChg chg="add mod">
          <ac:chgData name="joshianubhav789@gmail.com" userId="50dfd16de4fdcae9" providerId="LiveId" clId="{25BD1244-2B99-4CAB-BF74-D1CE71ED95DE}" dt="2022-06-02T10:26:56.726" v="3104" actId="1582"/>
          <ac:cxnSpMkLst>
            <pc:docMk/>
            <pc:sldMk cId="660327603" sldId="260"/>
            <ac:cxnSpMk id="7" creationId="{C1E8E97A-6CB7-AF82-9C61-EF357DC7D130}"/>
          </ac:cxnSpMkLst>
        </pc:cxnChg>
        <pc:cxnChg chg="add mod">
          <ac:chgData name="joshianubhav789@gmail.com" userId="50dfd16de4fdcae9" providerId="LiveId" clId="{25BD1244-2B99-4CAB-BF74-D1CE71ED95DE}" dt="2022-06-02T10:26:56.726" v="3104" actId="1582"/>
          <ac:cxnSpMkLst>
            <pc:docMk/>
            <pc:sldMk cId="660327603" sldId="260"/>
            <ac:cxnSpMk id="15" creationId="{D2F52CCC-AE83-6198-2347-A41DBCE70E1D}"/>
          </ac:cxnSpMkLst>
        </pc:cxnChg>
        <pc:cxnChg chg="add mod">
          <ac:chgData name="joshianubhav789@gmail.com" userId="50dfd16de4fdcae9" providerId="LiveId" clId="{25BD1244-2B99-4CAB-BF74-D1CE71ED95DE}" dt="2022-06-02T10:26:56.726" v="3104" actId="1582"/>
          <ac:cxnSpMkLst>
            <pc:docMk/>
            <pc:sldMk cId="660327603" sldId="260"/>
            <ac:cxnSpMk id="16" creationId="{7FDC8E31-92FA-EE44-5B82-DE965FCCDEA9}"/>
          </ac:cxnSpMkLst>
        </pc:cxnChg>
        <pc:cxnChg chg="add mod">
          <ac:chgData name="joshianubhav789@gmail.com" userId="50dfd16de4fdcae9" providerId="LiveId" clId="{25BD1244-2B99-4CAB-BF74-D1CE71ED95DE}" dt="2022-06-02T10:26:56.726" v="3104" actId="1582"/>
          <ac:cxnSpMkLst>
            <pc:docMk/>
            <pc:sldMk cId="660327603" sldId="260"/>
            <ac:cxnSpMk id="19" creationId="{A9B06728-CAD5-D905-542A-30E2D554A00D}"/>
          </ac:cxnSpMkLst>
        </pc:cxnChg>
        <pc:cxnChg chg="add mod">
          <ac:chgData name="joshianubhav789@gmail.com" userId="50dfd16de4fdcae9" providerId="LiveId" clId="{25BD1244-2B99-4CAB-BF74-D1CE71ED95DE}" dt="2022-06-02T10:26:56.726" v="3104" actId="1582"/>
          <ac:cxnSpMkLst>
            <pc:docMk/>
            <pc:sldMk cId="660327603" sldId="260"/>
            <ac:cxnSpMk id="21" creationId="{DB417714-CE1E-42B1-E869-2643229A21FD}"/>
          </ac:cxnSpMkLst>
        </pc:cxnChg>
        <pc:cxnChg chg="add mod">
          <ac:chgData name="joshianubhav789@gmail.com" userId="50dfd16de4fdcae9" providerId="LiveId" clId="{25BD1244-2B99-4CAB-BF74-D1CE71ED95DE}" dt="2022-06-02T10:26:56.726" v="3104" actId="1582"/>
          <ac:cxnSpMkLst>
            <pc:docMk/>
            <pc:sldMk cId="660327603" sldId="260"/>
            <ac:cxnSpMk id="60" creationId="{708BA344-D71D-42BB-1AD0-E86E9BB73FF8}"/>
          </ac:cxnSpMkLst>
        </pc:cxnChg>
      </pc:sldChg>
      <pc:sldChg chg="addSp delSp modSp new del mod delAnim modAnim">
        <pc:chgData name="joshianubhav789@gmail.com" userId="50dfd16de4fdcae9" providerId="LiveId" clId="{25BD1244-2B99-4CAB-BF74-D1CE71ED95DE}" dt="2022-07-23T17:26:47.135" v="20532" actId="47"/>
        <pc:sldMkLst>
          <pc:docMk/>
          <pc:sldMk cId="988368680" sldId="261"/>
        </pc:sldMkLst>
        <pc:spChg chg="mod">
          <ac:chgData name="joshianubhav789@gmail.com" userId="50dfd16de4fdcae9" providerId="LiveId" clId="{25BD1244-2B99-4CAB-BF74-D1CE71ED95DE}" dt="2022-06-02T10:13:10.929" v="2869" actId="20577"/>
          <ac:spMkLst>
            <pc:docMk/>
            <pc:sldMk cId="988368680" sldId="261"/>
            <ac:spMk id="2" creationId="{BC55AA6C-380F-C532-6E53-B545FEFD3C27}"/>
          </ac:spMkLst>
        </pc:spChg>
        <pc:spChg chg="del mod">
          <ac:chgData name="joshianubhav789@gmail.com" userId="50dfd16de4fdcae9" providerId="LiveId" clId="{25BD1244-2B99-4CAB-BF74-D1CE71ED95DE}" dt="2022-06-02T09:43:41.233" v="2487" actId="478"/>
          <ac:spMkLst>
            <pc:docMk/>
            <pc:sldMk cId="988368680" sldId="261"/>
            <ac:spMk id="3" creationId="{8FAAE485-7AE9-3181-1569-1AC4D7C4A350}"/>
          </ac:spMkLst>
        </pc:spChg>
        <pc:spChg chg="mod">
          <ac:chgData name="joshianubhav789@gmail.com" userId="50dfd16de4fdcae9" providerId="LiveId" clId="{25BD1244-2B99-4CAB-BF74-D1CE71ED95DE}" dt="2022-06-05T18:12:47.743" v="10632"/>
          <ac:spMkLst>
            <pc:docMk/>
            <pc:sldMk cId="988368680" sldId="261"/>
            <ac:spMk id="4" creationId="{88E2B9AE-7187-4002-46B1-C1C5DD7A8A50}"/>
          </ac:spMkLst>
        </pc:spChg>
        <pc:spChg chg="add mod ord">
          <ac:chgData name="joshianubhav789@gmail.com" userId="50dfd16de4fdcae9" providerId="LiveId" clId="{25BD1244-2B99-4CAB-BF74-D1CE71ED95DE}" dt="2022-06-02T09:57:27.592" v="2697" actId="14100"/>
          <ac:spMkLst>
            <pc:docMk/>
            <pc:sldMk cId="988368680" sldId="261"/>
            <ac:spMk id="8" creationId="{A5765A46-9514-DB0E-971F-E69B1C2ADAFE}"/>
          </ac:spMkLst>
        </pc:spChg>
        <pc:spChg chg="add mod">
          <ac:chgData name="joshianubhav789@gmail.com" userId="50dfd16de4fdcae9" providerId="LiveId" clId="{25BD1244-2B99-4CAB-BF74-D1CE71ED95DE}" dt="2022-06-02T09:53:09.810" v="2564" actId="207"/>
          <ac:spMkLst>
            <pc:docMk/>
            <pc:sldMk cId="988368680" sldId="261"/>
            <ac:spMk id="9" creationId="{2F76C212-22D1-5521-34BA-34660D79D002}"/>
          </ac:spMkLst>
        </pc:spChg>
        <pc:spChg chg="add mod">
          <ac:chgData name="joshianubhav789@gmail.com" userId="50dfd16de4fdcae9" providerId="LiveId" clId="{25BD1244-2B99-4CAB-BF74-D1CE71ED95DE}" dt="2022-06-02T09:53:30.403" v="2604" actId="1036"/>
          <ac:spMkLst>
            <pc:docMk/>
            <pc:sldMk cId="988368680" sldId="261"/>
            <ac:spMk id="11" creationId="{0FBA7830-6ECB-C055-046D-F5F4636039C3}"/>
          </ac:spMkLst>
        </pc:spChg>
        <pc:spChg chg="add mod">
          <ac:chgData name="joshianubhav789@gmail.com" userId="50dfd16de4fdcae9" providerId="LiveId" clId="{25BD1244-2B99-4CAB-BF74-D1CE71ED95DE}" dt="2022-06-02T09:53:30.403" v="2604" actId="1036"/>
          <ac:spMkLst>
            <pc:docMk/>
            <pc:sldMk cId="988368680" sldId="261"/>
            <ac:spMk id="12" creationId="{8FF70DE7-0414-0BFD-DFFB-C1B67C7E09B8}"/>
          </ac:spMkLst>
        </pc:spChg>
        <pc:spChg chg="add mod">
          <ac:chgData name="joshianubhav789@gmail.com" userId="50dfd16de4fdcae9" providerId="LiveId" clId="{25BD1244-2B99-4CAB-BF74-D1CE71ED95DE}" dt="2022-06-02T09:53:30.403" v="2604" actId="1036"/>
          <ac:spMkLst>
            <pc:docMk/>
            <pc:sldMk cId="988368680" sldId="261"/>
            <ac:spMk id="14" creationId="{6689E40D-E561-7008-633F-944BFEDF06DD}"/>
          </ac:spMkLst>
        </pc:spChg>
        <pc:spChg chg="add mod">
          <ac:chgData name="joshianubhav789@gmail.com" userId="50dfd16de4fdcae9" providerId="LiveId" clId="{25BD1244-2B99-4CAB-BF74-D1CE71ED95DE}" dt="2022-06-02T09:53:53.353" v="2643" actId="1038"/>
          <ac:spMkLst>
            <pc:docMk/>
            <pc:sldMk cId="988368680" sldId="261"/>
            <ac:spMk id="16" creationId="{50F585DA-EF59-9B29-0EB3-AA8B4703F38B}"/>
          </ac:spMkLst>
        </pc:spChg>
        <pc:spChg chg="add mod">
          <ac:chgData name="joshianubhav789@gmail.com" userId="50dfd16de4fdcae9" providerId="LiveId" clId="{25BD1244-2B99-4CAB-BF74-D1CE71ED95DE}" dt="2022-06-02T09:53:53.353" v="2643" actId="1038"/>
          <ac:spMkLst>
            <pc:docMk/>
            <pc:sldMk cId="988368680" sldId="261"/>
            <ac:spMk id="17" creationId="{4CD0136E-4330-2E97-B4B0-A4A32C3837DE}"/>
          </ac:spMkLst>
        </pc:spChg>
        <pc:spChg chg="add mod">
          <ac:chgData name="joshianubhav789@gmail.com" userId="50dfd16de4fdcae9" providerId="LiveId" clId="{25BD1244-2B99-4CAB-BF74-D1CE71ED95DE}" dt="2022-06-02T09:53:53.353" v="2643" actId="1038"/>
          <ac:spMkLst>
            <pc:docMk/>
            <pc:sldMk cId="988368680" sldId="261"/>
            <ac:spMk id="18" creationId="{1708ABA7-D6E3-A0CD-F7C9-9242C53785F4}"/>
          </ac:spMkLst>
        </pc:spChg>
        <pc:spChg chg="add mod">
          <ac:chgData name="joshianubhav789@gmail.com" userId="50dfd16de4fdcae9" providerId="LiveId" clId="{25BD1244-2B99-4CAB-BF74-D1CE71ED95DE}" dt="2022-06-02T09:57:45.428" v="2700" actId="1076"/>
          <ac:spMkLst>
            <pc:docMk/>
            <pc:sldMk cId="988368680" sldId="261"/>
            <ac:spMk id="23" creationId="{F9B445DC-9C74-66DA-F377-FD0BD1B42C8D}"/>
          </ac:spMkLst>
        </pc:spChg>
        <pc:spChg chg="add mod ord">
          <ac:chgData name="joshianubhav789@gmail.com" userId="50dfd16de4fdcae9" providerId="LiveId" clId="{25BD1244-2B99-4CAB-BF74-D1CE71ED95DE}" dt="2022-06-02T09:59:48.830" v="2717" actId="14100"/>
          <ac:spMkLst>
            <pc:docMk/>
            <pc:sldMk cId="988368680" sldId="261"/>
            <ac:spMk id="29" creationId="{4FA619C5-AE22-81CC-3FDC-5313B6144A0A}"/>
          </ac:spMkLst>
        </pc:spChg>
        <pc:spChg chg="add mod">
          <ac:chgData name="joshianubhav789@gmail.com" userId="50dfd16de4fdcae9" providerId="LiveId" clId="{25BD1244-2B99-4CAB-BF74-D1CE71ED95DE}" dt="2022-06-02T10:12:51.426" v="2856" actId="1035"/>
          <ac:spMkLst>
            <pc:docMk/>
            <pc:sldMk cId="988368680" sldId="261"/>
            <ac:spMk id="31" creationId="{9B14C72D-EF24-D35D-B607-2BD7E8EE7ECD}"/>
          </ac:spMkLst>
        </pc:spChg>
        <pc:spChg chg="add mod">
          <ac:chgData name="joshianubhav789@gmail.com" userId="50dfd16de4fdcae9" providerId="LiveId" clId="{25BD1244-2B99-4CAB-BF74-D1CE71ED95DE}" dt="2022-06-02T10:12:34.561" v="2840" actId="1036"/>
          <ac:spMkLst>
            <pc:docMk/>
            <pc:sldMk cId="988368680" sldId="261"/>
            <ac:spMk id="33" creationId="{F6CE062D-22CC-1667-76C3-2272BFF7546E}"/>
          </ac:spMkLst>
        </pc:spChg>
        <pc:picChg chg="add del mod">
          <ac:chgData name="joshianubhav789@gmail.com" userId="50dfd16de4fdcae9" providerId="LiveId" clId="{25BD1244-2B99-4CAB-BF74-D1CE71ED95DE}" dt="2022-06-02T10:35:40.852" v="3163" actId="478"/>
          <ac:picMkLst>
            <pc:docMk/>
            <pc:sldMk cId="988368680" sldId="261"/>
            <ac:picMk id="15" creationId="{3F7DB908-3293-CF44-0E0F-0643D61FCB2A}"/>
          </ac:picMkLst>
        </pc:picChg>
        <pc:picChg chg="add del mod">
          <ac:chgData name="joshianubhav789@gmail.com" userId="50dfd16de4fdcae9" providerId="LiveId" clId="{25BD1244-2B99-4CAB-BF74-D1CE71ED95DE}" dt="2022-07-02T08:18:20.418" v="18880" actId="478"/>
          <ac:picMkLst>
            <pc:docMk/>
            <pc:sldMk cId="988368680" sldId="261"/>
            <ac:picMk id="30" creationId="{FD271E60-4489-08DB-A9EA-94FF9946D72F}"/>
          </ac:picMkLst>
        </pc:picChg>
        <pc:picChg chg="add mod">
          <ac:chgData name="joshianubhav789@gmail.com" userId="50dfd16de4fdcae9" providerId="LiveId" clId="{25BD1244-2B99-4CAB-BF74-D1CE71ED95DE}" dt="2022-06-02T10:35:51.499" v="3168" actId="1038"/>
          <ac:picMkLst>
            <pc:docMk/>
            <pc:sldMk cId="988368680" sldId="261"/>
            <ac:picMk id="39" creationId="{1CFA3D0F-EC77-DD84-769D-0EDD55C31B75}"/>
          </ac:picMkLst>
        </pc:picChg>
        <pc:picChg chg="add mod">
          <ac:chgData name="joshianubhav789@gmail.com" userId="50dfd16de4fdcae9" providerId="LiveId" clId="{25BD1244-2B99-4CAB-BF74-D1CE71ED95DE}" dt="2022-06-02T09:44:35.293" v="2497" actId="1076"/>
          <ac:picMkLst>
            <pc:docMk/>
            <pc:sldMk cId="988368680" sldId="261"/>
            <ac:picMk id="1026" creationId="{6C8B5373-33B9-DC2F-6489-FC284883B977}"/>
          </ac:picMkLst>
        </pc:picChg>
        <pc:picChg chg="add mod">
          <ac:chgData name="joshianubhav789@gmail.com" userId="50dfd16de4fdcae9" providerId="LiveId" clId="{25BD1244-2B99-4CAB-BF74-D1CE71ED95DE}" dt="2022-06-02T09:52:22.022" v="2512" actId="1076"/>
          <ac:picMkLst>
            <pc:docMk/>
            <pc:sldMk cId="988368680" sldId="261"/>
            <ac:picMk id="1028" creationId="{49CE9D2A-3A0D-D12F-245C-B2FA961C8739}"/>
          </ac:picMkLst>
        </pc:picChg>
        <pc:picChg chg="add mod">
          <ac:chgData name="joshianubhav789@gmail.com" userId="50dfd16de4fdcae9" providerId="LiveId" clId="{25BD1244-2B99-4CAB-BF74-D1CE71ED95DE}" dt="2022-06-02T09:52:34.041" v="2542" actId="1037"/>
          <ac:picMkLst>
            <pc:docMk/>
            <pc:sldMk cId="988368680" sldId="261"/>
            <ac:picMk id="1030" creationId="{A5D2489C-898C-1693-853D-4AC494482F7C}"/>
          </ac:picMkLst>
        </pc:picChg>
        <pc:picChg chg="add mod">
          <ac:chgData name="joshianubhav789@gmail.com" userId="50dfd16de4fdcae9" providerId="LiveId" clId="{25BD1244-2B99-4CAB-BF74-D1CE71ED95DE}" dt="2022-06-02T09:57:32.603" v="2698" actId="732"/>
          <ac:picMkLst>
            <pc:docMk/>
            <pc:sldMk cId="988368680" sldId="261"/>
            <ac:picMk id="1032" creationId="{C325E8D3-53BC-6F7E-0DFB-75412BA191DC}"/>
          </ac:picMkLst>
        </pc:picChg>
        <pc:picChg chg="add mod">
          <ac:chgData name="joshianubhav789@gmail.com" userId="50dfd16de4fdcae9" providerId="LiveId" clId="{25BD1244-2B99-4CAB-BF74-D1CE71ED95DE}" dt="2022-06-02T09:57:38.380" v="2699" actId="732"/>
          <ac:picMkLst>
            <pc:docMk/>
            <pc:sldMk cId="988368680" sldId="261"/>
            <ac:picMk id="1034" creationId="{9E398EA2-0256-B359-F98F-C146D06C4D37}"/>
          </ac:picMkLst>
        </pc:picChg>
        <pc:picChg chg="add mod">
          <ac:chgData name="joshianubhav789@gmail.com" userId="50dfd16de4fdcae9" providerId="LiveId" clId="{25BD1244-2B99-4CAB-BF74-D1CE71ED95DE}" dt="2022-06-02T09:59:57.178" v="2720" actId="1076"/>
          <ac:picMkLst>
            <pc:docMk/>
            <pc:sldMk cId="988368680" sldId="261"/>
            <ac:picMk id="1036" creationId="{982B4EB4-AA15-2F01-7B1D-64DD40C68950}"/>
          </ac:picMkLst>
        </pc:picChg>
        <pc:picChg chg="add mod">
          <ac:chgData name="joshianubhav789@gmail.com" userId="50dfd16de4fdcae9" providerId="LiveId" clId="{25BD1244-2B99-4CAB-BF74-D1CE71ED95DE}" dt="2022-06-02T09:59:52.952" v="2719" actId="1076"/>
          <ac:picMkLst>
            <pc:docMk/>
            <pc:sldMk cId="988368680" sldId="261"/>
            <ac:picMk id="1038" creationId="{F92844BB-543B-6CFF-1F76-A9E4D133DA94}"/>
          </ac:picMkLst>
        </pc:picChg>
        <pc:picChg chg="add mod">
          <ac:chgData name="joshianubhav789@gmail.com" userId="50dfd16de4fdcae9" providerId="LiveId" clId="{25BD1244-2B99-4CAB-BF74-D1CE71ED95DE}" dt="2022-06-02T10:12:54.566" v="2865" actId="1035"/>
          <ac:picMkLst>
            <pc:docMk/>
            <pc:sldMk cId="988368680" sldId="261"/>
            <ac:picMk id="1040" creationId="{5D911712-1D1F-9D42-9085-DA7A29843E0B}"/>
          </ac:picMkLst>
        </pc:picChg>
        <pc:cxnChg chg="add mod">
          <ac:chgData name="joshianubhav789@gmail.com" userId="50dfd16de4fdcae9" providerId="LiveId" clId="{25BD1244-2B99-4CAB-BF74-D1CE71ED95DE}" dt="2022-06-02T10:27:09.738" v="3105" actId="1582"/>
          <ac:cxnSpMkLst>
            <pc:docMk/>
            <pc:sldMk cId="988368680" sldId="261"/>
            <ac:cxnSpMk id="10" creationId="{C606B702-A75A-438C-0869-4CDA51D004E3}"/>
          </ac:cxnSpMkLst>
        </pc:cxnChg>
        <pc:cxnChg chg="add mod">
          <ac:chgData name="joshianubhav789@gmail.com" userId="50dfd16de4fdcae9" providerId="LiveId" clId="{25BD1244-2B99-4CAB-BF74-D1CE71ED95DE}" dt="2022-06-02T10:27:09.738" v="3105" actId="1582"/>
          <ac:cxnSpMkLst>
            <pc:docMk/>
            <pc:sldMk cId="988368680" sldId="261"/>
            <ac:cxnSpMk id="13" creationId="{04F3FDEA-A878-69EF-220F-D68A574234D5}"/>
          </ac:cxnSpMkLst>
        </pc:cxnChg>
        <pc:cxnChg chg="add mod">
          <ac:chgData name="joshianubhav789@gmail.com" userId="50dfd16de4fdcae9" providerId="LiveId" clId="{25BD1244-2B99-4CAB-BF74-D1CE71ED95DE}" dt="2022-06-02T10:27:09.738" v="3105" actId="1582"/>
          <ac:cxnSpMkLst>
            <pc:docMk/>
            <pc:sldMk cId="988368680" sldId="261"/>
            <ac:cxnSpMk id="21" creationId="{48B1EC3F-2B3B-5C85-A480-DEE39C70BD41}"/>
          </ac:cxnSpMkLst>
        </pc:cxnChg>
        <pc:cxnChg chg="add mod">
          <ac:chgData name="joshianubhav789@gmail.com" userId="50dfd16de4fdcae9" providerId="LiveId" clId="{25BD1244-2B99-4CAB-BF74-D1CE71ED95DE}" dt="2022-06-02T10:27:09.738" v="3105" actId="1582"/>
          <ac:cxnSpMkLst>
            <pc:docMk/>
            <pc:sldMk cId="988368680" sldId="261"/>
            <ac:cxnSpMk id="32" creationId="{04FF4D06-3C52-EDE3-54FB-131E8CFFC8E5}"/>
          </ac:cxnSpMkLst>
        </pc:cxnChg>
        <pc:cxnChg chg="add mod">
          <ac:chgData name="joshianubhav789@gmail.com" userId="50dfd16de4fdcae9" providerId="LiveId" clId="{25BD1244-2B99-4CAB-BF74-D1CE71ED95DE}" dt="2022-06-02T10:27:09.738" v="3105" actId="1582"/>
          <ac:cxnSpMkLst>
            <pc:docMk/>
            <pc:sldMk cId="988368680" sldId="261"/>
            <ac:cxnSpMk id="34" creationId="{099F557A-9FBF-7749-6590-AD5356B094C7}"/>
          </ac:cxnSpMkLst>
        </pc:cxnChg>
      </pc:sldChg>
      <pc:sldChg chg="addSp delSp modSp new del mod modAnim">
        <pc:chgData name="joshianubhav789@gmail.com" userId="50dfd16de4fdcae9" providerId="LiveId" clId="{25BD1244-2B99-4CAB-BF74-D1CE71ED95DE}" dt="2022-07-23T17:26:47.135" v="20532" actId="47"/>
        <pc:sldMkLst>
          <pc:docMk/>
          <pc:sldMk cId="2981799417" sldId="262"/>
        </pc:sldMkLst>
        <pc:spChg chg="mod">
          <ac:chgData name="joshianubhav789@gmail.com" userId="50dfd16de4fdcae9" providerId="LiveId" clId="{25BD1244-2B99-4CAB-BF74-D1CE71ED95DE}" dt="2022-06-02T10:22:25.154" v="3002" actId="21"/>
          <ac:spMkLst>
            <pc:docMk/>
            <pc:sldMk cId="2981799417" sldId="262"/>
            <ac:spMk id="2" creationId="{2018A24E-B035-D9BB-3C78-17CE360A60FB}"/>
          </ac:spMkLst>
        </pc:spChg>
        <pc:spChg chg="del mod">
          <ac:chgData name="joshianubhav789@gmail.com" userId="50dfd16de4fdcae9" providerId="LiveId" clId="{25BD1244-2B99-4CAB-BF74-D1CE71ED95DE}" dt="2022-06-02T10:13:55.426" v="2873" actId="478"/>
          <ac:spMkLst>
            <pc:docMk/>
            <pc:sldMk cId="2981799417" sldId="262"/>
            <ac:spMk id="3" creationId="{190D801C-88BB-84D1-98C3-704852FD89FC}"/>
          </ac:spMkLst>
        </pc:spChg>
        <pc:spChg chg="mod">
          <ac:chgData name="joshianubhav789@gmail.com" userId="50dfd16de4fdcae9" providerId="LiveId" clId="{25BD1244-2B99-4CAB-BF74-D1CE71ED95DE}" dt="2022-06-05T18:12:47.743" v="10632"/>
          <ac:spMkLst>
            <pc:docMk/>
            <pc:sldMk cId="2981799417" sldId="262"/>
            <ac:spMk id="4" creationId="{E79F9294-5334-5F4A-8875-3888A6A17959}"/>
          </ac:spMkLst>
        </pc:spChg>
        <pc:spChg chg="add del mod">
          <ac:chgData name="joshianubhav789@gmail.com" userId="50dfd16de4fdcae9" providerId="LiveId" clId="{25BD1244-2B99-4CAB-BF74-D1CE71ED95DE}" dt="2022-06-02T10:13:59.075" v="2874" actId="478"/>
          <ac:spMkLst>
            <pc:docMk/>
            <pc:sldMk cId="2981799417" sldId="262"/>
            <ac:spMk id="6" creationId="{C758E274-63C3-E743-329C-53478DC81085}"/>
          </ac:spMkLst>
        </pc:spChg>
        <pc:spChg chg="add mod">
          <ac:chgData name="joshianubhav789@gmail.com" userId="50dfd16de4fdcae9" providerId="LiveId" clId="{25BD1244-2B99-4CAB-BF74-D1CE71ED95DE}" dt="2022-06-02T10:22:40.015" v="3008" actId="2711"/>
          <ac:spMkLst>
            <pc:docMk/>
            <pc:sldMk cId="2981799417" sldId="262"/>
            <ac:spMk id="11" creationId="{58694BC1-9D7B-E384-03C8-E1A8BF7C075E}"/>
          </ac:spMkLst>
        </pc:spChg>
        <pc:spChg chg="add del mod">
          <ac:chgData name="joshianubhav789@gmail.com" userId="50dfd16de4fdcae9" providerId="LiveId" clId="{25BD1244-2B99-4CAB-BF74-D1CE71ED95DE}" dt="2022-06-02T10:25:36.346" v="3074" actId="478"/>
          <ac:spMkLst>
            <pc:docMk/>
            <pc:sldMk cId="2981799417" sldId="262"/>
            <ac:spMk id="12" creationId="{81E2A5A3-DA30-A6D1-35D6-C66D681A9F4F}"/>
          </ac:spMkLst>
        </pc:spChg>
        <pc:spChg chg="add mod">
          <ac:chgData name="joshianubhav789@gmail.com" userId="50dfd16de4fdcae9" providerId="LiveId" clId="{25BD1244-2B99-4CAB-BF74-D1CE71ED95DE}" dt="2022-06-02T10:23:23.591" v="3028" actId="21"/>
          <ac:spMkLst>
            <pc:docMk/>
            <pc:sldMk cId="2981799417" sldId="262"/>
            <ac:spMk id="15" creationId="{46B0B633-1339-A6F9-CBFE-C492CC3540C5}"/>
          </ac:spMkLst>
        </pc:spChg>
        <pc:spChg chg="add mod">
          <ac:chgData name="joshianubhav789@gmail.com" userId="50dfd16de4fdcae9" providerId="LiveId" clId="{25BD1244-2B99-4CAB-BF74-D1CE71ED95DE}" dt="2022-06-02T10:30:35.466" v="3118" actId="1076"/>
          <ac:spMkLst>
            <pc:docMk/>
            <pc:sldMk cId="2981799417" sldId="262"/>
            <ac:spMk id="17" creationId="{C59D401B-46CB-3A3B-1B0E-3163B8BDAFD1}"/>
          </ac:spMkLst>
        </pc:spChg>
        <pc:spChg chg="add mod">
          <ac:chgData name="joshianubhav789@gmail.com" userId="50dfd16de4fdcae9" providerId="LiveId" clId="{25BD1244-2B99-4CAB-BF74-D1CE71ED95DE}" dt="2022-06-02T10:23:53.465" v="3048" actId="1076"/>
          <ac:spMkLst>
            <pc:docMk/>
            <pc:sldMk cId="2981799417" sldId="262"/>
            <ac:spMk id="19" creationId="{42323E11-4981-D499-E214-3377F66A6B5F}"/>
          </ac:spMkLst>
        </pc:spChg>
        <pc:spChg chg="add mod">
          <ac:chgData name="joshianubhav789@gmail.com" userId="50dfd16de4fdcae9" providerId="LiveId" clId="{25BD1244-2B99-4CAB-BF74-D1CE71ED95DE}" dt="2022-06-02T10:31:01.237" v="3143" actId="1035"/>
          <ac:spMkLst>
            <pc:docMk/>
            <pc:sldMk cId="2981799417" sldId="262"/>
            <ac:spMk id="42" creationId="{EB81EF52-ABD8-0633-FC38-9FD68110E7E6}"/>
          </ac:spMkLst>
        </pc:spChg>
        <pc:spChg chg="add mod">
          <ac:chgData name="joshianubhav789@gmail.com" userId="50dfd16de4fdcae9" providerId="LiveId" clId="{25BD1244-2B99-4CAB-BF74-D1CE71ED95DE}" dt="2022-07-02T08:16:34.168" v="18797" actId="1076"/>
          <ac:spMkLst>
            <pc:docMk/>
            <pc:sldMk cId="2981799417" sldId="262"/>
            <ac:spMk id="48" creationId="{8772D225-6CAB-B5F2-3DCA-EF4E84416F80}"/>
          </ac:spMkLst>
        </pc:spChg>
        <pc:picChg chg="add mod">
          <ac:chgData name="joshianubhav789@gmail.com" userId="50dfd16de4fdcae9" providerId="LiveId" clId="{25BD1244-2B99-4CAB-BF74-D1CE71ED95DE}" dt="2022-06-02T10:22:02.737" v="2985" actId="1076"/>
          <ac:picMkLst>
            <pc:docMk/>
            <pc:sldMk cId="2981799417" sldId="262"/>
            <ac:picMk id="10" creationId="{D7DCBFB3-4663-A011-111B-FAE3191EA938}"/>
          </ac:picMkLst>
        </pc:picChg>
        <pc:picChg chg="add del mod">
          <ac:chgData name="joshianubhav789@gmail.com" userId="50dfd16de4fdcae9" providerId="LiveId" clId="{25BD1244-2B99-4CAB-BF74-D1CE71ED95DE}" dt="2022-07-02T08:18:13.571" v="18878" actId="478"/>
          <ac:picMkLst>
            <pc:docMk/>
            <pc:sldMk cId="2981799417" sldId="262"/>
            <ac:picMk id="22" creationId="{4654F365-EAE1-5DF3-4468-8FC8C9FB4DAA}"/>
          </ac:picMkLst>
        </pc:picChg>
        <pc:picChg chg="add mod">
          <ac:chgData name="joshianubhav789@gmail.com" userId="50dfd16de4fdcae9" providerId="LiveId" clId="{25BD1244-2B99-4CAB-BF74-D1CE71ED95DE}" dt="2022-06-02T10:21:59.297" v="2984" actId="1076"/>
          <ac:picMkLst>
            <pc:docMk/>
            <pc:sldMk cId="2981799417" sldId="262"/>
            <ac:picMk id="2050" creationId="{BC348648-B793-B410-843C-6069D4061365}"/>
          </ac:picMkLst>
        </pc:picChg>
        <pc:picChg chg="add del mod">
          <ac:chgData name="joshianubhav789@gmail.com" userId="50dfd16de4fdcae9" providerId="LiveId" clId="{25BD1244-2B99-4CAB-BF74-D1CE71ED95DE}" dt="2022-06-02T10:17:35.326" v="2905" actId="478"/>
          <ac:picMkLst>
            <pc:docMk/>
            <pc:sldMk cId="2981799417" sldId="262"/>
            <ac:picMk id="2052" creationId="{2745749B-938C-9D54-38A8-116A54F546AA}"/>
          </ac:picMkLst>
        </pc:picChg>
        <pc:picChg chg="add mod">
          <ac:chgData name="joshianubhav789@gmail.com" userId="50dfd16de4fdcae9" providerId="LiveId" clId="{25BD1244-2B99-4CAB-BF74-D1CE71ED95DE}" dt="2022-06-02T10:21:56.663" v="2983" actId="1076"/>
          <ac:picMkLst>
            <pc:docMk/>
            <pc:sldMk cId="2981799417" sldId="262"/>
            <ac:picMk id="2054" creationId="{88191860-35C4-2B22-1228-01CF36E807BC}"/>
          </ac:picMkLst>
        </pc:picChg>
        <pc:picChg chg="add del mod">
          <ac:chgData name="joshianubhav789@gmail.com" userId="50dfd16de4fdcae9" providerId="LiveId" clId="{25BD1244-2B99-4CAB-BF74-D1CE71ED95DE}" dt="2022-06-02T10:21:11.556" v="2974" actId="478"/>
          <ac:picMkLst>
            <pc:docMk/>
            <pc:sldMk cId="2981799417" sldId="262"/>
            <ac:picMk id="2056" creationId="{1CDBBE1C-B906-778F-7FED-BDF9BE14D536}"/>
          </ac:picMkLst>
        </pc:picChg>
        <pc:picChg chg="add mod">
          <ac:chgData name="joshianubhav789@gmail.com" userId="50dfd16de4fdcae9" providerId="LiveId" clId="{25BD1244-2B99-4CAB-BF74-D1CE71ED95DE}" dt="2022-06-02T10:30:32.211" v="3117" actId="1076"/>
          <ac:picMkLst>
            <pc:docMk/>
            <pc:sldMk cId="2981799417" sldId="262"/>
            <ac:picMk id="2058" creationId="{6CC07AF5-D252-0529-200E-719B0D65F84E}"/>
          </ac:picMkLst>
        </pc:picChg>
        <pc:picChg chg="add mod">
          <ac:chgData name="joshianubhav789@gmail.com" userId="50dfd16de4fdcae9" providerId="LiveId" clId="{25BD1244-2B99-4CAB-BF74-D1CE71ED95DE}" dt="2022-06-02T10:30:37.589" v="3119" actId="1076"/>
          <ac:picMkLst>
            <pc:docMk/>
            <pc:sldMk cId="2981799417" sldId="262"/>
            <ac:picMk id="2060" creationId="{DDF0B0A8-B46A-996E-8B6B-E0D7B7319E57}"/>
          </ac:picMkLst>
        </pc:picChg>
        <pc:cxnChg chg="add del mod">
          <ac:chgData name="joshianubhav789@gmail.com" userId="50dfd16de4fdcae9" providerId="LiveId" clId="{25BD1244-2B99-4CAB-BF74-D1CE71ED95DE}" dt="2022-06-02T10:25:31.888" v="3067" actId="11529"/>
          <ac:cxnSpMkLst>
            <pc:docMk/>
            <pc:sldMk cId="2981799417" sldId="262"/>
            <ac:cxnSpMk id="14" creationId="{46E795FB-0355-FDE7-1CDC-E53FF46F1C6B}"/>
          </ac:cxnSpMkLst>
        </pc:cxnChg>
        <pc:cxnChg chg="add mod">
          <ac:chgData name="joshianubhav789@gmail.com" userId="50dfd16de4fdcae9" providerId="LiveId" clId="{25BD1244-2B99-4CAB-BF74-D1CE71ED95DE}" dt="2022-06-02T10:31:32.577" v="3148" actId="1582"/>
          <ac:cxnSpMkLst>
            <pc:docMk/>
            <pc:sldMk cId="2981799417" sldId="262"/>
            <ac:cxnSpMk id="21" creationId="{73950BB3-990E-E756-F704-D8D50DB669C1}"/>
          </ac:cxnSpMkLst>
        </pc:cxnChg>
        <pc:cxnChg chg="add mod">
          <ac:chgData name="joshianubhav789@gmail.com" userId="50dfd16de4fdcae9" providerId="LiveId" clId="{25BD1244-2B99-4CAB-BF74-D1CE71ED95DE}" dt="2022-06-02T10:31:32.577" v="3148" actId="1582"/>
          <ac:cxnSpMkLst>
            <pc:docMk/>
            <pc:sldMk cId="2981799417" sldId="262"/>
            <ac:cxnSpMk id="29" creationId="{7C13831A-0126-7CCE-DDB1-FD4A5F971158}"/>
          </ac:cxnSpMkLst>
        </pc:cxnChg>
        <pc:cxnChg chg="add mod">
          <ac:chgData name="joshianubhav789@gmail.com" userId="50dfd16de4fdcae9" providerId="LiveId" clId="{25BD1244-2B99-4CAB-BF74-D1CE71ED95DE}" dt="2022-06-02T10:31:32.577" v="3148" actId="1582"/>
          <ac:cxnSpMkLst>
            <pc:docMk/>
            <pc:sldMk cId="2981799417" sldId="262"/>
            <ac:cxnSpMk id="32" creationId="{D24310C1-DB35-AEC4-B0A1-F92FA32EF20C}"/>
          </ac:cxnSpMkLst>
        </pc:cxnChg>
        <pc:cxnChg chg="add mod">
          <ac:chgData name="joshianubhav789@gmail.com" userId="50dfd16de4fdcae9" providerId="LiveId" clId="{25BD1244-2B99-4CAB-BF74-D1CE71ED95DE}" dt="2022-06-02T10:31:32.577" v="3148" actId="1582"/>
          <ac:cxnSpMkLst>
            <pc:docMk/>
            <pc:sldMk cId="2981799417" sldId="262"/>
            <ac:cxnSpMk id="36" creationId="{AEDBB741-0FDB-6EC6-6D79-21CCFC8E54FA}"/>
          </ac:cxnSpMkLst>
        </pc:cxnChg>
        <pc:cxnChg chg="add mod">
          <ac:chgData name="joshianubhav789@gmail.com" userId="50dfd16de4fdcae9" providerId="LiveId" clId="{25BD1244-2B99-4CAB-BF74-D1CE71ED95DE}" dt="2022-06-02T10:31:32.577" v="3148" actId="1582"/>
          <ac:cxnSpMkLst>
            <pc:docMk/>
            <pc:sldMk cId="2981799417" sldId="262"/>
            <ac:cxnSpMk id="37" creationId="{E5C4AC0C-EC08-3982-3C21-15EF31EF7B9A}"/>
          </ac:cxnSpMkLst>
        </pc:cxnChg>
        <pc:cxnChg chg="add mod">
          <ac:chgData name="joshianubhav789@gmail.com" userId="50dfd16de4fdcae9" providerId="LiveId" clId="{25BD1244-2B99-4CAB-BF74-D1CE71ED95DE}" dt="2022-06-02T10:31:32.577" v="3148" actId="1582"/>
          <ac:cxnSpMkLst>
            <pc:docMk/>
            <pc:sldMk cId="2981799417" sldId="262"/>
            <ac:cxnSpMk id="46" creationId="{D78BC1D3-3FEF-F4B0-91B2-0B0303BFB9F2}"/>
          </ac:cxnSpMkLst>
        </pc:cxnChg>
      </pc:sldChg>
      <pc:sldChg chg="addSp delSp modSp new del mod modAnim">
        <pc:chgData name="joshianubhav789@gmail.com" userId="50dfd16de4fdcae9" providerId="LiveId" clId="{25BD1244-2B99-4CAB-BF74-D1CE71ED95DE}" dt="2022-07-23T17:26:47.135" v="20532" actId="47"/>
        <pc:sldMkLst>
          <pc:docMk/>
          <pc:sldMk cId="4171349655" sldId="263"/>
        </pc:sldMkLst>
        <pc:spChg chg="mod">
          <ac:chgData name="joshianubhav789@gmail.com" userId="50dfd16de4fdcae9" providerId="LiveId" clId="{25BD1244-2B99-4CAB-BF74-D1CE71ED95DE}" dt="2022-06-02T10:38:19.109" v="3234" actId="21"/>
          <ac:spMkLst>
            <pc:docMk/>
            <pc:sldMk cId="4171349655" sldId="263"/>
            <ac:spMk id="2" creationId="{B92124F4-E52B-BAFB-7155-E39FB5730E14}"/>
          </ac:spMkLst>
        </pc:spChg>
        <pc:spChg chg="del">
          <ac:chgData name="joshianubhav789@gmail.com" userId="50dfd16de4fdcae9" providerId="LiveId" clId="{25BD1244-2B99-4CAB-BF74-D1CE71ED95DE}" dt="2022-06-02T10:38:02.170" v="3222" actId="478"/>
          <ac:spMkLst>
            <pc:docMk/>
            <pc:sldMk cId="4171349655" sldId="263"/>
            <ac:spMk id="3" creationId="{F6B23430-9DD5-691E-3CAB-A6D51072024C}"/>
          </ac:spMkLst>
        </pc:spChg>
        <pc:spChg chg="mod">
          <ac:chgData name="joshianubhav789@gmail.com" userId="50dfd16de4fdcae9" providerId="LiveId" clId="{25BD1244-2B99-4CAB-BF74-D1CE71ED95DE}" dt="2022-06-05T18:12:47.743" v="10632"/>
          <ac:spMkLst>
            <pc:docMk/>
            <pc:sldMk cId="4171349655" sldId="263"/>
            <ac:spMk id="4" creationId="{5358767F-C496-C93D-C798-B80553CE5458}"/>
          </ac:spMkLst>
        </pc:spChg>
        <pc:spChg chg="add mod">
          <ac:chgData name="joshianubhav789@gmail.com" userId="50dfd16de4fdcae9" providerId="LiveId" clId="{25BD1244-2B99-4CAB-BF74-D1CE71ED95DE}" dt="2022-07-01T04:29:33.391" v="16711" actId="255"/>
          <ac:spMkLst>
            <pc:docMk/>
            <pc:sldMk cId="4171349655" sldId="263"/>
            <ac:spMk id="6" creationId="{1CC6FB80-95C4-A684-CBEC-DF94A84AA09F}"/>
          </ac:spMkLst>
        </pc:spChg>
        <pc:spChg chg="add del mod">
          <ac:chgData name="joshianubhav789@gmail.com" userId="50dfd16de4fdcae9" providerId="LiveId" clId="{25BD1244-2B99-4CAB-BF74-D1CE71ED95DE}" dt="2022-06-02T10:46:41.317" v="3338" actId="21"/>
          <ac:spMkLst>
            <pc:docMk/>
            <pc:sldMk cId="4171349655" sldId="263"/>
            <ac:spMk id="8" creationId="{BD304567-8C34-B405-4DA7-AFB7702B037C}"/>
          </ac:spMkLst>
        </pc:spChg>
        <pc:spChg chg="add mod">
          <ac:chgData name="joshianubhav789@gmail.com" userId="50dfd16de4fdcae9" providerId="LiveId" clId="{25BD1244-2B99-4CAB-BF74-D1CE71ED95DE}" dt="2022-07-01T04:29:59.049" v="16714" actId="1076"/>
          <ac:spMkLst>
            <pc:docMk/>
            <pc:sldMk cId="4171349655" sldId="263"/>
            <ac:spMk id="10" creationId="{B3DBFAA2-9C32-1739-C4D7-5AFC3F139841}"/>
          </ac:spMkLst>
        </pc:spChg>
        <pc:spChg chg="add mod">
          <ac:chgData name="joshianubhav789@gmail.com" userId="50dfd16de4fdcae9" providerId="LiveId" clId="{25BD1244-2B99-4CAB-BF74-D1CE71ED95DE}" dt="2022-06-08T06:07:35.380" v="14962" actId="14100"/>
          <ac:spMkLst>
            <pc:docMk/>
            <pc:sldMk cId="4171349655" sldId="263"/>
            <ac:spMk id="21" creationId="{578153C2-7D61-D436-FB0F-60122767B913}"/>
          </ac:spMkLst>
        </pc:spChg>
        <pc:spChg chg="add del mod">
          <ac:chgData name="joshianubhav789@gmail.com" userId="50dfd16de4fdcae9" providerId="LiveId" clId="{25BD1244-2B99-4CAB-BF74-D1CE71ED95DE}" dt="2022-06-02T10:52:20.010" v="3423" actId="478"/>
          <ac:spMkLst>
            <pc:docMk/>
            <pc:sldMk cId="4171349655" sldId="263"/>
            <ac:spMk id="28" creationId="{9097B153-D293-E144-82E1-82DF1B4089C2}"/>
          </ac:spMkLst>
        </pc:spChg>
        <pc:spChg chg="add mod">
          <ac:chgData name="joshianubhav789@gmail.com" userId="50dfd16de4fdcae9" providerId="LiveId" clId="{25BD1244-2B99-4CAB-BF74-D1CE71ED95DE}" dt="2022-06-02T12:00:45.440" v="3693" actId="1036"/>
          <ac:spMkLst>
            <pc:docMk/>
            <pc:sldMk cId="4171349655" sldId="263"/>
            <ac:spMk id="31" creationId="{C4DF8231-A62D-424A-D534-3F099D20D9A3}"/>
          </ac:spMkLst>
        </pc:spChg>
        <pc:spChg chg="add mod">
          <ac:chgData name="joshianubhav789@gmail.com" userId="50dfd16de4fdcae9" providerId="LiveId" clId="{25BD1244-2B99-4CAB-BF74-D1CE71ED95DE}" dt="2022-07-01T04:29:42.751" v="16712" actId="255"/>
          <ac:spMkLst>
            <pc:docMk/>
            <pc:sldMk cId="4171349655" sldId="263"/>
            <ac:spMk id="32" creationId="{B0EA466E-68D5-2AE4-3868-A3439BC6E507}"/>
          </ac:spMkLst>
        </pc:spChg>
        <pc:spChg chg="add mod">
          <ac:chgData name="joshianubhav789@gmail.com" userId="50dfd16de4fdcae9" providerId="LiveId" clId="{25BD1244-2B99-4CAB-BF74-D1CE71ED95DE}" dt="2022-07-01T04:31:15.841" v="16757" actId="14100"/>
          <ac:spMkLst>
            <pc:docMk/>
            <pc:sldMk cId="4171349655" sldId="263"/>
            <ac:spMk id="37" creationId="{1F903E7D-7ACE-C996-149B-23A8D6179DA4}"/>
          </ac:spMkLst>
        </pc:spChg>
        <pc:spChg chg="add mod">
          <ac:chgData name="joshianubhav789@gmail.com" userId="50dfd16de4fdcae9" providerId="LiveId" clId="{25BD1244-2B99-4CAB-BF74-D1CE71ED95DE}" dt="2022-07-01T04:30:53.622" v="16754" actId="1035"/>
          <ac:spMkLst>
            <pc:docMk/>
            <pc:sldMk cId="4171349655" sldId="263"/>
            <ac:spMk id="39" creationId="{F591A7DF-C2D9-D8BD-5B39-CF09874BF77D}"/>
          </ac:spMkLst>
        </pc:spChg>
        <pc:spChg chg="add mod">
          <ac:chgData name="joshianubhav789@gmail.com" userId="50dfd16de4fdcae9" providerId="LiveId" clId="{25BD1244-2B99-4CAB-BF74-D1CE71ED95DE}" dt="2022-07-01T04:30:53.622" v="16754" actId="1035"/>
          <ac:spMkLst>
            <pc:docMk/>
            <pc:sldMk cId="4171349655" sldId="263"/>
            <ac:spMk id="41" creationId="{AC2B3334-5D3D-77FA-A367-DAA488B68CAB}"/>
          </ac:spMkLst>
        </pc:spChg>
        <pc:spChg chg="add mod">
          <ac:chgData name="joshianubhav789@gmail.com" userId="50dfd16de4fdcae9" providerId="LiveId" clId="{25BD1244-2B99-4CAB-BF74-D1CE71ED95DE}" dt="2022-06-30T19:10:43.955" v="16038" actId="255"/>
          <ac:spMkLst>
            <pc:docMk/>
            <pc:sldMk cId="4171349655" sldId="263"/>
            <ac:spMk id="50" creationId="{E5544FA7-77B0-4AF1-06CC-DF8E9345B6AF}"/>
          </ac:spMkLst>
        </pc:spChg>
        <pc:spChg chg="add mod">
          <ac:chgData name="joshianubhav789@gmail.com" userId="50dfd16de4fdcae9" providerId="LiveId" clId="{25BD1244-2B99-4CAB-BF74-D1CE71ED95DE}" dt="2022-06-30T19:10:50.322" v="16039" actId="255"/>
          <ac:spMkLst>
            <pc:docMk/>
            <pc:sldMk cId="4171349655" sldId="263"/>
            <ac:spMk id="52" creationId="{579035C5-8ABA-6067-A7A8-53543A6127FE}"/>
          </ac:spMkLst>
        </pc:spChg>
        <pc:spChg chg="add mod">
          <ac:chgData name="joshianubhav789@gmail.com" userId="50dfd16de4fdcae9" providerId="LiveId" clId="{25BD1244-2B99-4CAB-BF74-D1CE71ED95DE}" dt="2022-07-01T04:30:37.015" v="16721" actId="1076"/>
          <ac:spMkLst>
            <pc:docMk/>
            <pc:sldMk cId="4171349655" sldId="263"/>
            <ac:spMk id="54" creationId="{2A1DB140-C0E5-F34C-BE99-F72B5C74B03A}"/>
          </ac:spMkLst>
        </pc:spChg>
        <pc:graphicFrameChg chg="add mod modGraphic">
          <ac:chgData name="joshianubhav789@gmail.com" userId="50dfd16de4fdcae9" providerId="LiveId" clId="{25BD1244-2B99-4CAB-BF74-D1CE71ED95DE}" dt="2022-07-02T08:18:04.525" v="18876" actId="1076"/>
          <ac:graphicFrameMkLst>
            <pc:docMk/>
            <pc:sldMk cId="4171349655" sldId="263"/>
            <ac:graphicFrameMk id="29" creationId="{D249C89B-A2ED-C5AC-57A5-3FBF95159EEE}"/>
          </ac:graphicFrameMkLst>
        </pc:graphicFrameChg>
        <pc:picChg chg="add del mod">
          <ac:chgData name="joshianubhav789@gmail.com" userId="50dfd16de4fdcae9" providerId="LiveId" clId="{25BD1244-2B99-4CAB-BF74-D1CE71ED95DE}" dt="2022-07-02T08:18:17.139" v="18879" actId="478"/>
          <ac:picMkLst>
            <pc:docMk/>
            <pc:sldMk cId="4171349655" sldId="263"/>
            <ac:picMk id="22" creationId="{B95AD0BB-5104-7CBA-D564-43D17C07D513}"/>
          </ac:picMkLst>
        </pc:picChg>
        <pc:picChg chg="add mod">
          <ac:chgData name="joshianubhav789@gmail.com" userId="50dfd16de4fdcae9" providerId="LiveId" clId="{25BD1244-2B99-4CAB-BF74-D1CE71ED95DE}" dt="2022-06-02T12:12:44.451" v="3794" actId="1076"/>
          <ac:picMkLst>
            <pc:docMk/>
            <pc:sldMk cId="4171349655" sldId="263"/>
            <ac:picMk id="3074" creationId="{98B06E02-C6F5-99D8-7D98-10DD180C1D04}"/>
          </ac:picMkLst>
        </pc:picChg>
        <pc:picChg chg="add mod">
          <ac:chgData name="joshianubhav789@gmail.com" userId="50dfd16de4fdcae9" providerId="LiveId" clId="{25BD1244-2B99-4CAB-BF74-D1CE71ED95DE}" dt="2022-07-12T13:55:30.156" v="19975" actId="1076"/>
          <ac:picMkLst>
            <pc:docMk/>
            <pc:sldMk cId="4171349655" sldId="263"/>
            <ac:picMk id="3076" creationId="{6E02F20C-4B06-6168-37E5-47F518EF428E}"/>
          </ac:picMkLst>
        </pc:picChg>
        <pc:cxnChg chg="add del mod">
          <ac:chgData name="joshianubhav789@gmail.com" userId="50dfd16de4fdcae9" providerId="LiveId" clId="{25BD1244-2B99-4CAB-BF74-D1CE71ED95DE}" dt="2022-06-02T10:52:14.407" v="3421" actId="478"/>
          <ac:cxnSpMkLst>
            <pc:docMk/>
            <pc:sldMk cId="4171349655" sldId="263"/>
            <ac:cxnSpMk id="12" creationId="{0104A2D5-0D35-9253-8504-C0CB7EE5DFFF}"/>
          </ac:cxnSpMkLst>
        </pc:cxnChg>
        <pc:cxnChg chg="add del mod">
          <ac:chgData name="joshianubhav789@gmail.com" userId="50dfd16de4fdcae9" providerId="LiveId" clId="{25BD1244-2B99-4CAB-BF74-D1CE71ED95DE}" dt="2022-06-02T10:52:14.407" v="3421" actId="478"/>
          <ac:cxnSpMkLst>
            <pc:docMk/>
            <pc:sldMk cId="4171349655" sldId="263"/>
            <ac:cxnSpMk id="15" creationId="{C259E132-418A-BDC0-C277-0372CE26F153}"/>
          </ac:cxnSpMkLst>
        </pc:cxnChg>
        <pc:cxnChg chg="add del mod">
          <ac:chgData name="joshianubhav789@gmail.com" userId="50dfd16de4fdcae9" providerId="LiveId" clId="{25BD1244-2B99-4CAB-BF74-D1CE71ED95DE}" dt="2022-06-02T10:52:14.407" v="3421" actId="478"/>
          <ac:cxnSpMkLst>
            <pc:docMk/>
            <pc:sldMk cId="4171349655" sldId="263"/>
            <ac:cxnSpMk id="20" creationId="{F8CC1369-64F0-7CFB-4163-6E3D2926FE42}"/>
          </ac:cxnSpMkLst>
        </pc:cxnChg>
        <pc:cxnChg chg="add del mod">
          <ac:chgData name="joshianubhav789@gmail.com" userId="50dfd16de4fdcae9" providerId="LiveId" clId="{25BD1244-2B99-4CAB-BF74-D1CE71ED95DE}" dt="2022-06-02T10:51:31.130" v="3407"/>
          <ac:cxnSpMkLst>
            <pc:docMk/>
            <pc:sldMk cId="4171349655" sldId="263"/>
            <ac:cxnSpMk id="24" creationId="{4AFDA11B-2F3C-9B93-A665-070830487D69}"/>
          </ac:cxnSpMkLst>
        </pc:cxnChg>
        <pc:cxnChg chg="add mod">
          <ac:chgData name="joshianubhav789@gmail.com" userId="50dfd16de4fdcae9" providerId="LiveId" clId="{25BD1244-2B99-4CAB-BF74-D1CE71ED95DE}" dt="2022-07-01T04:30:53.622" v="16754" actId="1035"/>
          <ac:cxnSpMkLst>
            <pc:docMk/>
            <pc:sldMk cId="4171349655" sldId="263"/>
            <ac:cxnSpMk id="34" creationId="{5940972D-8686-013C-0C7C-478D5F6CE13E}"/>
          </ac:cxnSpMkLst>
        </pc:cxnChg>
        <pc:cxnChg chg="add mod">
          <ac:chgData name="joshianubhav789@gmail.com" userId="50dfd16de4fdcae9" providerId="LiveId" clId="{25BD1244-2B99-4CAB-BF74-D1CE71ED95DE}" dt="2022-07-01T04:30:53.622" v="16754" actId="1035"/>
          <ac:cxnSpMkLst>
            <pc:docMk/>
            <pc:sldMk cId="4171349655" sldId="263"/>
            <ac:cxnSpMk id="36" creationId="{5E35B09E-92E5-2699-76AA-3314F84F9B00}"/>
          </ac:cxnSpMkLst>
        </pc:cxnChg>
        <pc:cxnChg chg="add mod">
          <ac:chgData name="joshianubhav789@gmail.com" userId="50dfd16de4fdcae9" providerId="LiveId" clId="{25BD1244-2B99-4CAB-BF74-D1CE71ED95DE}" dt="2022-07-01T04:30:53.622" v="16754" actId="1035"/>
          <ac:cxnSpMkLst>
            <pc:docMk/>
            <pc:sldMk cId="4171349655" sldId="263"/>
            <ac:cxnSpMk id="43" creationId="{5C255212-2DAC-4F64-BDE8-E1E3F5FBE0EC}"/>
          </ac:cxnSpMkLst>
        </pc:cxnChg>
      </pc:sldChg>
      <pc:sldChg chg="addSp delSp modSp new del mod modAnim">
        <pc:chgData name="joshianubhav789@gmail.com" userId="50dfd16de4fdcae9" providerId="LiveId" clId="{25BD1244-2B99-4CAB-BF74-D1CE71ED95DE}" dt="2022-07-23T17:26:47.135" v="20532" actId="47"/>
        <pc:sldMkLst>
          <pc:docMk/>
          <pc:sldMk cId="1723186336" sldId="264"/>
        </pc:sldMkLst>
        <pc:spChg chg="del">
          <ac:chgData name="joshianubhav789@gmail.com" userId="50dfd16de4fdcae9" providerId="LiveId" clId="{25BD1244-2B99-4CAB-BF74-D1CE71ED95DE}" dt="2022-06-02T10:46:48.127" v="3340" actId="478"/>
          <ac:spMkLst>
            <pc:docMk/>
            <pc:sldMk cId="1723186336" sldId="264"/>
            <ac:spMk id="2" creationId="{5311EC25-3F1F-1B4F-E189-954ADE677438}"/>
          </ac:spMkLst>
        </pc:spChg>
        <pc:spChg chg="del">
          <ac:chgData name="joshianubhav789@gmail.com" userId="50dfd16de4fdcae9" providerId="LiveId" clId="{25BD1244-2B99-4CAB-BF74-D1CE71ED95DE}" dt="2022-06-02T10:46:49.824" v="3341"/>
          <ac:spMkLst>
            <pc:docMk/>
            <pc:sldMk cId="1723186336" sldId="264"/>
            <ac:spMk id="3" creationId="{18EE0A19-2496-D821-E98A-DE0C4591D78C}"/>
          </ac:spMkLst>
        </pc:spChg>
        <pc:spChg chg="mod">
          <ac:chgData name="joshianubhav789@gmail.com" userId="50dfd16de4fdcae9" providerId="LiveId" clId="{25BD1244-2B99-4CAB-BF74-D1CE71ED95DE}" dt="2022-06-05T18:12:47.743" v="10632"/>
          <ac:spMkLst>
            <pc:docMk/>
            <pc:sldMk cId="1723186336" sldId="264"/>
            <ac:spMk id="4" creationId="{04E05346-814C-E69A-07B6-11267EC0CF93}"/>
          </ac:spMkLst>
        </pc:spChg>
        <pc:spChg chg="add del mod">
          <ac:chgData name="joshianubhav789@gmail.com" userId="50dfd16de4fdcae9" providerId="LiveId" clId="{25BD1244-2B99-4CAB-BF74-D1CE71ED95DE}" dt="2022-06-02T10:47:14.928" v="3345" actId="478"/>
          <ac:spMkLst>
            <pc:docMk/>
            <pc:sldMk cId="1723186336" sldId="264"/>
            <ac:spMk id="5" creationId="{188137CC-9E65-6C28-6FE4-2710390B7185}"/>
          </ac:spMkLst>
        </pc:spChg>
        <pc:spChg chg="add mod">
          <ac:chgData name="joshianubhav789@gmail.com" userId="50dfd16de4fdcae9" providerId="LiveId" clId="{25BD1244-2B99-4CAB-BF74-D1CE71ED95DE}" dt="2022-07-01T04:36:38.382" v="16919" actId="12"/>
          <ac:spMkLst>
            <pc:docMk/>
            <pc:sldMk cId="1723186336" sldId="264"/>
            <ac:spMk id="7" creationId="{96CF024E-2C98-FD2F-F6C8-F7B06AF6D4C9}"/>
          </ac:spMkLst>
        </pc:spChg>
        <pc:spChg chg="add mod">
          <ac:chgData name="joshianubhav789@gmail.com" userId="50dfd16de4fdcae9" providerId="LiveId" clId="{25BD1244-2B99-4CAB-BF74-D1CE71ED95DE}" dt="2022-06-30T19:14:09.222" v="16051" actId="1076"/>
          <ac:spMkLst>
            <pc:docMk/>
            <pc:sldMk cId="1723186336" sldId="264"/>
            <ac:spMk id="9" creationId="{26963BF6-FD8B-71B9-F19A-511D8FC1DD7E}"/>
          </ac:spMkLst>
        </pc:spChg>
        <pc:spChg chg="add mod">
          <ac:chgData name="joshianubhav789@gmail.com" userId="50dfd16de4fdcae9" providerId="LiveId" clId="{25BD1244-2B99-4CAB-BF74-D1CE71ED95DE}" dt="2022-07-01T04:31:58.175" v="16777" actId="1036"/>
          <ac:spMkLst>
            <pc:docMk/>
            <pc:sldMk cId="1723186336" sldId="264"/>
            <ac:spMk id="16" creationId="{7DBAE21E-8FA5-606C-71D9-1C72572F9CA7}"/>
          </ac:spMkLst>
        </pc:spChg>
        <pc:spChg chg="add mod">
          <ac:chgData name="joshianubhav789@gmail.com" userId="50dfd16de4fdcae9" providerId="LiveId" clId="{25BD1244-2B99-4CAB-BF74-D1CE71ED95DE}" dt="2022-07-01T04:31:58.175" v="16777" actId="1036"/>
          <ac:spMkLst>
            <pc:docMk/>
            <pc:sldMk cId="1723186336" sldId="264"/>
            <ac:spMk id="17" creationId="{5D6B6F5B-A482-3AC4-AD48-1F9AAADF6F23}"/>
          </ac:spMkLst>
        </pc:spChg>
        <pc:spChg chg="add mod">
          <ac:chgData name="joshianubhav789@gmail.com" userId="50dfd16de4fdcae9" providerId="LiveId" clId="{25BD1244-2B99-4CAB-BF74-D1CE71ED95DE}" dt="2022-07-01T04:31:58.175" v="16777" actId="1036"/>
          <ac:spMkLst>
            <pc:docMk/>
            <pc:sldMk cId="1723186336" sldId="264"/>
            <ac:spMk id="18" creationId="{1B1DCC11-92AB-73F3-32A8-8331289AF4F9}"/>
          </ac:spMkLst>
        </pc:spChg>
        <pc:spChg chg="add mod">
          <ac:chgData name="joshianubhav789@gmail.com" userId="50dfd16de4fdcae9" providerId="LiveId" clId="{25BD1244-2B99-4CAB-BF74-D1CE71ED95DE}" dt="2022-07-01T04:31:58.175" v="16777" actId="1036"/>
          <ac:spMkLst>
            <pc:docMk/>
            <pc:sldMk cId="1723186336" sldId="264"/>
            <ac:spMk id="19" creationId="{29F62518-81E7-0792-0621-DACC0EB2852C}"/>
          </ac:spMkLst>
        </pc:spChg>
        <pc:spChg chg="add mod">
          <ac:chgData name="joshianubhav789@gmail.com" userId="50dfd16de4fdcae9" providerId="LiveId" clId="{25BD1244-2B99-4CAB-BF74-D1CE71ED95DE}" dt="2022-07-01T04:31:58.175" v="16777" actId="1036"/>
          <ac:spMkLst>
            <pc:docMk/>
            <pc:sldMk cId="1723186336" sldId="264"/>
            <ac:spMk id="20" creationId="{7EC09AF8-CD0C-301E-C579-E6791DD44969}"/>
          </ac:spMkLst>
        </pc:spChg>
        <pc:spChg chg="add mod">
          <ac:chgData name="joshianubhav789@gmail.com" userId="50dfd16de4fdcae9" providerId="LiveId" clId="{25BD1244-2B99-4CAB-BF74-D1CE71ED95DE}" dt="2022-07-01T04:31:58.175" v="16777" actId="1036"/>
          <ac:spMkLst>
            <pc:docMk/>
            <pc:sldMk cId="1723186336" sldId="264"/>
            <ac:spMk id="21" creationId="{7E3B49CD-502D-C8FD-2227-1BB631A95912}"/>
          </ac:spMkLst>
        </pc:spChg>
        <pc:spChg chg="add mod">
          <ac:chgData name="joshianubhav789@gmail.com" userId="50dfd16de4fdcae9" providerId="LiveId" clId="{25BD1244-2B99-4CAB-BF74-D1CE71ED95DE}" dt="2022-07-01T04:31:58.175" v="16777" actId="1036"/>
          <ac:spMkLst>
            <pc:docMk/>
            <pc:sldMk cId="1723186336" sldId="264"/>
            <ac:spMk id="22" creationId="{1AE35DAB-0C33-D81D-A9E0-DD0703085061}"/>
          </ac:spMkLst>
        </pc:spChg>
        <pc:spChg chg="add mod">
          <ac:chgData name="joshianubhav789@gmail.com" userId="50dfd16de4fdcae9" providerId="LiveId" clId="{25BD1244-2B99-4CAB-BF74-D1CE71ED95DE}" dt="2022-07-01T04:31:58.175" v="16777" actId="1036"/>
          <ac:spMkLst>
            <pc:docMk/>
            <pc:sldMk cId="1723186336" sldId="264"/>
            <ac:spMk id="23" creationId="{53261CED-D81E-E3DC-7324-52B86F8393F8}"/>
          </ac:spMkLst>
        </pc:spChg>
        <pc:spChg chg="add mod">
          <ac:chgData name="joshianubhav789@gmail.com" userId="50dfd16de4fdcae9" providerId="LiveId" clId="{25BD1244-2B99-4CAB-BF74-D1CE71ED95DE}" dt="2022-07-01T04:31:58.175" v="16777" actId="1036"/>
          <ac:spMkLst>
            <pc:docMk/>
            <pc:sldMk cId="1723186336" sldId="264"/>
            <ac:spMk id="24" creationId="{555F0503-15D1-4BC0-3586-800A7B0F825E}"/>
          </ac:spMkLst>
        </pc:spChg>
        <pc:spChg chg="add mod">
          <ac:chgData name="joshianubhav789@gmail.com" userId="50dfd16de4fdcae9" providerId="LiveId" clId="{25BD1244-2B99-4CAB-BF74-D1CE71ED95DE}" dt="2022-07-01T04:31:58.175" v="16777" actId="1036"/>
          <ac:spMkLst>
            <pc:docMk/>
            <pc:sldMk cId="1723186336" sldId="264"/>
            <ac:spMk id="25" creationId="{62BF6F35-89E7-AD53-B8D5-656C99A03D34}"/>
          </ac:spMkLst>
        </pc:spChg>
        <pc:spChg chg="add mod">
          <ac:chgData name="joshianubhav789@gmail.com" userId="50dfd16de4fdcae9" providerId="LiveId" clId="{25BD1244-2B99-4CAB-BF74-D1CE71ED95DE}" dt="2022-07-01T04:31:58.175" v="16777" actId="1036"/>
          <ac:spMkLst>
            <pc:docMk/>
            <pc:sldMk cId="1723186336" sldId="264"/>
            <ac:spMk id="26" creationId="{8B26BA11-4089-1D90-D2D2-F1427DA7755F}"/>
          </ac:spMkLst>
        </pc:spChg>
        <pc:spChg chg="add mod">
          <ac:chgData name="joshianubhav789@gmail.com" userId="50dfd16de4fdcae9" providerId="LiveId" clId="{25BD1244-2B99-4CAB-BF74-D1CE71ED95DE}" dt="2022-07-01T04:31:58.175" v="16777" actId="1036"/>
          <ac:spMkLst>
            <pc:docMk/>
            <pc:sldMk cId="1723186336" sldId="264"/>
            <ac:spMk id="27" creationId="{CA258665-8474-AE3A-10FF-A6B9D79142C8}"/>
          </ac:spMkLst>
        </pc:spChg>
        <pc:spChg chg="add mod">
          <ac:chgData name="joshianubhav789@gmail.com" userId="50dfd16de4fdcae9" providerId="LiveId" clId="{25BD1244-2B99-4CAB-BF74-D1CE71ED95DE}" dt="2022-07-01T04:31:58.175" v="16777" actId="1036"/>
          <ac:spMkLst>
            <pc:docMk/>
            <pc:sldMk cId="1723186336" sldId="264"/>
            <ac:spMk id="28" creationId="{FCE9BE47-F2A7-A64D-B91A-AC2BCB424B87}"/>
          </ac:spMkLst>
        </pc:spChg>
        <pc:spChg chg="add mod">
          <ac:chgData name="joshianubhav789@gmail.com" userId="50dfd16de4fdcae9" providerId="LiveId" clId="{25BD1244-2B99-4CAB-BF74-D1CE71ED95DE}" dt="2022-07-01T04:31:58.175" v="16777" actId="1036"/>
          <ac:spMkLst>
            <pc:docMk/>
            <pc:sldMk cId="1723186336" sldId="264"/>
            <ac:spMk id="29" creationId="{123C2AAC-18AF-628C-01BD-9933C67F2660}"/>
          </ac:spMkLst>
        </pc:spChg>
        <pc:spChg chg="add mod">
          <ac:chgData name="joshianubhav789@gmail.com" userId="50dfd16de4fdcae9" providerId="LiveId" clId="{25BD1244-2B99-4CAB-BF74-D1CE71ED95DE}" dt="2022-07-01T04:31:58.175" v="16777" actId="1036"/>
          <ac:spMkLst>
            <pc:docMk/>
            <pc:sldMk cId="1723186336" sldId="264"/>
            <ac:spMk id="30" creationId="{839DC7D8-C722-D866-402B-A355CB27AA14}"/>
          </ac:spMkLst>
        </pc:spChg>
        <pc:spChg chg="add mod">
          <ac:chgData name="joshianubhav789@gmail.com" userId="50dfd16de4fdcae9" providerId="LiveId" clId="{25BD1244-2B99-4CAB-BF74-D1CE71ED95DE}" dt="2022-07-01T04:31:58.175" v="16777" actId="1036"/>
          <ac:spMkLst>
            <pc:docMk/>
            <pc:sldMk cId="1723186336" sldId="264"/>
            <ac:spMk id="31" creationId="{38A0C56D-3792-F712-7692-B6FB5B8D2C3C}"/>
          </ac:spMkLst>
        </pc:spChg>
        <pc:spChg chg="add mod">
          <ac:chgData name="joshianubhav789@gmail.com" userId="50dfd16de4fdcae9" providerId="LiveId" clId="{25BD1244-2B99-4CAB-BF74-D1CE71ED95DE}" dt="2022-07-01T04:31:58.175" v="16777" actId="1036"/>
          <ac:spMkLst>
            <pc:docMk/>
            <pc:sldMk cId="1723186336" sldId="264"/>
            <ac:spMk id="33" creationId="{4422FCE2-375B-06AC-0339-C4B4A41229DC}"/>
          </ac:spMkLst>
        </pc:spChg>
        <pc:spChg chg="add mod">
          <ac:chgData name="joshianubhav789@gmail.com" userId="50dfd16de4fdcae9" providerId="LiveId" clId="{25BD1244-2B99-4CAB-BF74-D1CE71ED95DE}" dt="2022-07-01T04:31:58.175" v="16777" actId="1036"/>
          <ac:spMkLst>
            <pc:docMk/>
            <pc:sldMk cId="1723186336" sldId="264"/>
            <ac:spMk id="35" creationId="{9F719A2A-4817-D112-0CB8-4E7F9084E153}"/>
          </ac:spMkLst>
        </pc:spChg>
        <pc:spChg chg="add mod">
          <ac:chgData name="joshianubhav789@gmail.com" userId="50dfd16de4fdcae9" providerId="LiveId" clId="{25BD1244-2B99-4CAB-BF74-D1CE71ED95DE}" dt="2022-07-01T04:31:58.175" v="16777" actId="1036"/>
          <ac:spMkLst>
            <pc:docMk/>
            <pc:sldMk cId="1723186336" sldId="264"/>
            <ac:spMk id="36" creationId="{D0B25F68-A66C-8272-1FE5-C6E50424F035}"/>
          </ac:spMkLst>
        </pc:spChg>
        <pc:spChg chg="add mod">
          <ac:chgData name="joshianubhav789@gmail.com" userId="50dfd16de4fdcae9" providerId="LiveId" clId="{25BD1244-2B99-4CAB-BF74-D1CE71ED95DE}" dt="2022-07-01T04:31:58.175" v="16777" actId="1036"/>
          <ac:spMkLst>
            <pc:docMk/>
            <pc:sldMk cId="1723186336" sldId="264"/>
            <ac:spMk id="37" creationId="{B4047018-4A45-90E6-2321-7F8ECF49EAAC}"/>
          </ac:spMkLst>
        </pc:spChg>
        <pc:spChg chg="add mod">
          <ac:chgData name="joshianubhav789@gmail.com" userId="50dfd16de4fdcae9" providerId="LiveId" clId="{25BD1244-2B99-4CAB-BF74-D1CE71ED95DE}" dt="2022-07-01T04:31:58.175" v="16777" actId="1036"/>
          <ac:spMkLst>
            <pc:docMk/>
            <pc:sldMk cId="1723186336" sldId="264"/>
            <ac:spMk id="39" creationId="{6E976658-08DA-F3C4-8181-20D6B52B1AF0}"/>
          </ac:spMkLst>
        </pc:spChg>
        <pc:spChg chg="add mod">
          <ac:chgData name="joshianubhav789@gmail.com" userId="50dfd16de4fdcae9" providerId="LiveId" clId="{25BD1244-2B99-4CAB-BF74-D1CE71ED95DE}" dt="2022-07-01T04:31:58.175" v="16777" actId="1036"/>
          <ac:spMkLst>
            <pc:docMk/>
            <pc:sldMk cId="1723186336" sldId="264"/>
            <ac:spMk id="41" creationId="{AF81AEC2-0E24-8745-A4CC-EE66D6FE83CA}"/>
          </ac:spMkLst>
        </pc:spChg>
        <pc:spChg chg="add mod">
          <ac:chgData name="joshianubhav789@gmail.com" userId="50dfd16de4fdcae9" providerId="LiveId" clId="{25BD1244-2B99-4CAB-BF74-D1CE71ED95DE}" dt="2022-07-01T04:31:58.175" v="16777" actId="1036"/>
          <ac:spMkLst>
            <pc:docMk/>
            <pc:sldMk cId="1723186336" sldId="264"/>
            <ac:spMk id="54" creationId="{D6E9B106-6B70-4E20-9205-0655290A61B0}"/>
          </ac:spMkLst>
        </pc:spChg>
        <pc:spChg chg="add mod">
          <ac:chgData name="joshianubhav789@gmail.com" userId="50dfd16de4fdcae9" providerId="LiveId" clId="{25BD1244-2B99-4CAB-BF74-D1CE71ED95DE}" dt="2022-07-01T04:31:58.175" v="16777" actId="1036"/>
          <ac:spMkLst>
            <pc:docMk/>
            <pc:sldMk cId="1723186336" sldId="264"/>
            <ac:spMk id="71" creationId="{59B6F0A1-729B-3542-E411-D5FA36FC1A93}"/>
          </ac:spMkLst>
        </pc:spChg>
        <pc:spChg chg="add mod">
          <ac:chgData name="joshianubhav789@gmail.com" userId="50dfd16de4fdcae9" providerId="LiveId" clId="{25BD1244-2B99-4CAB-BF74-D1CE71ED95DE}" dt="2022-07-01T04:31:58.175" v="16777" actId="1036"/>
          <ac:spMkLst>
            <pc:docMk/>
            <pc:sldMk cId="1723186336" sldId="264"/>
            <ac:spMk id="73" creationId="{373311B6-EE8E-F52D-D639-B4E23FD89B34}"/>
          </ac:spMkLst>
        </pc:spChg>
        <pc:spChg chg="add mod">
          <ac:chgData name="joshianubhav789@gmail.com" userId="50dfd16de4fdcae9" providerId="LiveId" clId="{25BD1244-2B99-4CAB-BF74-D1CE71ED95DE}" dt="2022-07-01T04:31:49.635" v="16759" actId="255"/>
          <ac:spMkLst>
            <pc:docMk/>
            <pc:sldMk cId="1723186336" sldId="264"/>
            <ac:spMk id="75" creationId="{B434292F-382A-E01F-F718-06DD2C8E2B87}"/>
          </ac:spMkLst>
        </pc:spChg>
        <pc:spChg chg="add del mod">
          <ac:chgData name="joshianubhav789@gmail.com" userId="50dfd16de4fdcae9" providerId="LiveId" clId="{25BD1244-2B99-4CAB-BF74-D1CE71ED95DE}" dt="2022-06-30T19:15:52.221" v="16060" actId="478"/>
          <ac:spMkLst>
            <pc:docMk/>
            <pc:sldMk cId="1723186336" sldId="264"/>
            <ac:spMk id="77" creationId="{2477706A-E16D-9720-D417-2803CE747FFA}"/>
          </ac:spMkLst>
        </pc:spChg>
        <pc:spChg chg="add del">
          <ac:chgData name="joshianubhav789@gmail.com" userId="50dfd16de4fdcae9" providerId="LiveId" clId="{25BD1244-2B99-4CAB-BF74-D1CE71ED95DE}" dt="2022-06-02T12:45:13.810" v="4597" actId="22"/>
          <ac:spMkLst>
            <pc:docMk/>
            <pc:sldMk cId="1723186336" sldId="264"/>
            <ac:spMk id="79" creationId="{AC26666F-27A2-E493-66C1-8DFF4C238F1B}"/>
          </ac:spMkLst>
        </pc:spChg>
        <pc:spChg chg="add mod">
          <ac:chgData name="joshianubhav789@gmail.com" userId="50dfd16de4fdcae9" providerId="LiveId" clId="{25BD1244-2B99-4CAB-BF74-D1CE71ED95DE}" dt="2022-07-01T04:32:26.253" v="16779" actId="1076"/>
          <ac:spMkLst>
            <pc:docMk/>
            <pc:sldMk cId="1723186336" sldId="264"/>
            <ac:spMk id="81" creationId="{33FD09A0-00E1-BB73-11F6-D091DDBBCF4A}"/>
          </ac:spMkLst>
        </pc:spChg>
        <pc:spChg chg="add mod">
          <ac:chgData name="joshianubhav789@gmail.com" userId="50dfd16de4fdcae9" providerId="LiveId" clId="{25BD1244-2B99-4CAB-BF74-D1CE71ED95DE}" dt="2022-07-01T04:32:33.368" v="16780" actId="1076"/>
          <ac:spMkLst>
            <pc:docMk/>
            <pc:sldMk cId="1723186336" sldId="264"/>
            <ac:spMk id="83" creationId="{9E87930A-B74D-44F7-6B0F-CE815A920071}"/>
          </ac:spMkLst>
        </pc:spChg>
        <pc:spChg chg="add mod">
          <ac:chgData name="joshianubhav789@gmail.com" userId="50dfd16de4fdcae9" providerId="LiveId" clId="{25BD1244-2B99-4CAB-BF74-D1CE71ED95DE}" dt="2022-07-01T04:31:44.880" v="16758" actId="255"/>
          <ac:spMkLst>
            <pc:docMk/>
            <pc:sldMk cId="1723186336" sldId="264"/>
            <ac:spMk id="85" creationId="{77EB3D77-AF21-4BC4-7555-8F9FAAC8A96B}"/>
          </ac:spMkLst>
        </pc:spChg>
        <pc:spChg chg="add mod">
          <ac:chgData name="joshianubhav789@gmail.com" userId="50dfd16de4fdcae9" providerId="LiveId" clId="{25BD1244-2B99-4CAB-BF74-D1CE71ED95DE}" dt="2022-07-01T04:33:07.374" v="16783" actId="1076"/>
          <ac:spMkLst>
            <pc:docMk/>
            <pc:sldMk cId="1723186336" sldId="264"/>
            <ac:spMk id="87" creationId="{74D0FD23-5352-6C34-AC1C-5E9F866E527C}"/>
          </ac:spMkLst>
        </pc:spChg>
        <pc:spChg chg="add mod">
          <ac:chgData name="joshianubhav789@gmail.com" userId="50dfd16de4fdcae9" providerId="LiveId" clId="{25BD1244-2B99-4CAB-BF74-D1CE71ED95DE}" dt="2022-07-01T04:34:09.978" v="16874" actId="255"/>
          <ac:spMkLst>
            <pc:docMk/>
            <pc:sldMk cId="1723186336" sldId="264"/>
            <ac:spMk id="89" creationId="{77F59632-58E3-D0A6-CD49-C934912B6856}"/>
          </ac:spMkLst>
        </pc:spChg>
        <pc:spChg chg="add mod">
          <ac:chgData name="joshianubhav789@gmail.com" userId="50dfd16de4fdcae9" providerId="LiveId" clId="{25BD1244-2B99-4CAB-BF74-D1CE71ED95DE}" dt="2022-07-01T04:33:21.813" v="16835" actId="1035"/>
          <ac:spMkLst>
            <pc:docMk/>
            <pc:sldMk cId="1723186336" sldId="264"/>
            <ac:spMk id="98" creationId="{1BC0777C-5F86-CF99-3E6A-3E4E3DC15B32}"/>
          </ac:spMkLst>
        </pc:spChg>
        <pc:spChg chg="add mod">
          <ac:chgData name="joshianubhav789@gmail.com" userId="50dfd16de4fdcae9" providerId="LiveId" clId="{25BD1244-2B99-4CAB-BF74-D1CE71ED95DE}" dt="2022-07-01T04:33:21.813" v="16835" actId="1035"/>
          <ac:spMkLst>
            <pc:docMk/>
            <pc:sldMk cId="1723186336" sldId="264"/>
            <ac:spMk id="99" creationId="{F73C3665-251A-0715-4EB5-3344484E3FBC}"/>
          </ac:spMkLst>
        </pc:spChg>
        <pc:spChg chg="add mod">
          <ac:chgData name="joshianubhav789@gmail.com" userId="50dfd16de4fdcae9" providerId="LiveId" clId="{25BD1244-2B99-4CAB-BF74-D1CE71ED95DE}" dt="2022-07-01T04:33:21.813" v="16835" actId="1035"/>
          <ac:spMkLst>
            <pc:docMk/>
            <pc:sldMk cId="1723186336" sldId="264"/>
            <ac:spMk id="100" creationId="{03CE7053-FB07-4EEE-B06E-D453BB3FF2B2}"/>
          </ac:spMkLst>
        </pc:spChg>
        <pc:spChg chg="add mod">
          <ac:chgData name="joshianubhav789@gmail.com" userId="50dfd16de4fdcae9" providerId="LiveId" clId="{25BD1244-2B99-4CAB-BF74-D1CE71ED95DE}" dt="2022-07-01T04:33:21.813" v="16835" actId="1035"/>
          <ac:spMkLst>
            <pc:docMk/>
            <pc:sldMk cId="1723186336" sldId="264"/>
            <ac:spMk id="101" creationId="{12BD441B-8307-D0B9-F389-57107B9B8DAD}"/>
          </ac:spMkLst>
        </pc:spChg>
        <pc:spChg chg="add mod">
          <ac:chgData name="joshianubhav789@gmail.com" userId="50dfd16de4fdcae9" providerId="LiveId" clId="{25BD1244-2B99-4CAB-BF74-D1CE71ED95DE}" dt="2022-07-01T04:33:21.813" v="16835" actId="1035"/>
          <ac:spMkLst>
            <pc:docMk/>
            <pc:sldMk cId="1723186336" sldId="264"/>
            <ac:spMk id="102" creationId="{09F25C93-AC58-1E50-3AFE-42B21B893D73}"/>
          </ac:spMkLst>
        </pc:spChg>
        <pc:spChg chg="add mod">
          <ac:chgData name="joshianubhav789@gmail.com" userId="50dfd16de4fdcae9" providerId="LiveId" clId="{25BD1244-2B99-4CAB-BF74-D1CE71ED95DE}" dt="2022-07-01T04:33:21.813" v="16835" actId="1035"/>
          <ac:spMkLst>
            <pc:docMk/>
            <pc:sldMk cId="1723186336" sldId="264"/>
            <ac:spMk id="103" creationId="{24F7D7F9-4890-F649-6255-C935D6ABE811}"/>
          </ac:spMkLst>
        </pc:spChg>
        <pc:spChg chg="add mod">
          <ac:chgData name="joshianubhav789@gmail.com" userId="50dfd16de4fdcae9" providerId="LiveId" clId="{25BD1244-2B99-4CAB-BF74-D1CE71ED95DE}" dt="2022-07-01T04:33:21.813" v="16835" actId="1035"/>
          <ac:spMkLst>
            <pc:docMk/>
            <pc:sldMk cId="1723186336" sldId="264"/>
            <ac:spMk id="104" creationId="{E5F61DF4-0EC0-4B38-D632-6DA1A2C5713C}"/>
          </ac:spMkLst>
        </pc:spChg>
        <pc:spChg chg="add mod">
          <ac:chgData name="joshianubhav789@gmail.com" userId="50dfd16de4fdcae9" providerId="LiveId" clId="{25BD1244-2B99-4CAB-BF74-D1CE71ED95DE}" dt="2022-07-01T04:33:21.813" v="16835" actId="1035"/>
          <ac:spMkLst>
            <pc:docMk/>
            <pc:sldMk cId="1723186336" sldId="264"/>
            <ac:spMk id="105" creationId="{A0902C7E-F7B1-91DB-677D-B632D75EB627}"/>
          </ac:spMkLst>
        </pc:spChg>
        <pc:spChg chg="add mod">
          <ac:chgData name="joshianubhav789@gmail.com" userId="50dfd16de4fdcae9" providerId="LiveId" clId="{25BD1244-2B99-4CAB-BF74-D1CE71ED95DE}" dt="2022-07-01T04:33:21.813" v="16835" actId="1035"/>
          <ac:spMkLst>
            <pc:docMk/>
            <pc:sldMk cId="1723186336" sldId="264"/>
            <ac:spMk id="106" creationId="{9D8E10A4-C37B-578E-4854-82FB84FEC303}"/>
          </ac:spMkLst>
        </pc:spChg>
        <pc:spChg chg="add mod">
          <ac:chgData name="joshianubhav789@gmail.com" userId="50dfd16de4fdcae9" providerId="LiveId" clId="{25BD1244-2B99-4CAB-BF74-D1CE71ED95DE}" dt="2022-07-01T04:33:21.813" v="16835" actId="1035"/>
          <ac:spMkLst>
            <pc:docMk/>
            <pc:sldMk cId="1723186336" sldId="264"/>
            <ac:spMk id="107" creationId="{8AD111C9-23AD-76DA-13B8-1240D5DD4345}"/>
          </ac:spMkLst>
        </pc:spChg>
        <pc:spChg chg="add mod">
          <ac:chgData name="joshianubhav789@gmail.com" userId="50dfd16de4fdcae9" providerId="LiveId" clId="{25BD1244-2B99-4CAB-BF74-D1CE71ED95DE}" dt="2022-07-01T04:33:21.813" v="16835" actId="1035"/>
          <ac:spMkLst>
            <pc:docMk/>
            <pc:sldMk cId="1723186336" sldId="264"/>
            <ac:spMk id="108" creationId="{C3EE530E-366E-93F2-3971-404CE2A537A4}"/>
          </ac:spMkLst>
        </pc:spChg>
        <pc:spChg chg="add mod">
          <ac:chgData name="joshianubhav789@gmail.com" userId="50dfd16de4fdcae9" providerId="LiveId" clId="{25BD1244-2B99-4CAB-BF74-D1CE71ED95DE}" dt="2022-07-01T04:33:21.813" v="16835" actId="1035"/>
          <ac:spMkLst>
            <pc:docMk/>
            <pc:sldMk cId="1723186336" sldId="264"/>
            <ac:spMk id="109" creationId="{B6913A63-C162-AE0F-DDBD-9E38D0A786DC}"/>
          </ac:spMkLst>
        </pc:spChg>
        <pc:spChg chg="add mod">
          <ac:chgData name="joshianubhav789@gmail.com" userId="50dfd16de4fdcae9" providerId="LiveId" clId="{25BD1244-2B99-4CAB-BF74-D1CE71ED95DE}" dt="2022-07-01T04:33:21.813" v="16835" actId="1035"/>
          <ac:spMkLst>
            <pc:docMk/>
            <pc:sldMk cId="1723186336" sldId="264"/>
            <ac:spMk id="110" creationId="{D3B3404C-4E03-7361-1A67-E62E8890D167}"/>
          </ac:spMkLst>
        </pc:spChg>
        <pc:spChg chg="add mod">
          <ac:chgData name="joshianubhav789@gmail.com" userId="50dfd16de4fdcae9" providerId="LiveId" clId="{25BD1244-2B99-4CAB-BF74-D1CE71ED95DE}" dt="2022-07-01T04:33:21.813" v="16835" actId="1035"/>
          <ac:spMkLst>
            <pc:docMk/>
            <pc:sldMk cId="1723186336" sldId="264"/>
            <ac:spMk id="111" creationId="{970BF5DB-A6AF-EF00-EFD3-1091228E6470}"/>
          </ac:spMkLst>
        </pc:spChg>
        <pc:spChg chg="add mod">
          <ac:chgData name="joshianubhav789@gmail.com" userId="50dfd16de4fdcae9" providerId="LiveId" clId="{25BD1244-2B99-4CAB-BF74-D1CE71ED95DE}" dt="2022-07-01T04:33:21.813" v="16835" actId="1035"/>
          <ac:spMkLst>
            <pc:docMk/>
            <pc:sldMk cId="1723186336" sldId="264"/>
            <ac:spMk id="112" creationId="{2F51E94A-BE01-D65B-E9E8-80524FFD505C}"/>
          </ac:spMkLst>
        </pc:spChg>
        <pc:spChg chg="add mod">
          <ac:chgData name="joshianubhav789@gmail.com" userId="50dfd16de4fdcae9" providerId="LiveId" clId="{25BD1244-2B99-4CAB-BF74-D1CE71ED95DE}" dt="2022-07-01T04:33:21.813" v="16835" actId="1035"/>
          <ac:spMkLst>
            <pc:docMk/>
            <pc:sldMk cId="1723186336" sldId="264"/>
            <ac:spMk id="113" creationId="{8BAF59FC-3E21-8861-5588-576513F7A62F}"/>
          </ac:spMkLst>
        </pc:spChg>
        <pc:spChg chg="add mod">
          <ac:chgData name="joshianubhav789@gmail.com" userId="50dfd16de4fdcae9" providerId="LiveId" clId="{25BD1244-2B99-4CAB-BF74-D1CE71ED95DE}" dt="2022-07-01T04:33:21.813" v="16835" actId="1035"/>
          <ac:spMkLst>
            <pc:docMk/>
            <pc:sldMk cId="1723186336" sldId="264"/>
            <ac:spMk id="114" creationId="{D5DFB726-3BD9-2449-A676-C7557CF71451}"/>
          </ac:spMkLst>
        </pc:spChg>
        <pc:spChg chg="add mod">
          <ac:chgData name="joshianubhav789@gmail.com" userId="50dfd16de4fdcae9" providerId="LiveId" clId="{25BD1244-2B99-4CAB-BF74-D1CE71ED95DE}" dt="2022-07-01T04:33:21.813" v="16835" actId="1035"/>
          <ac:spMkLst>
            <pc:docMk/>
            <pc:sldMk cId="1723186336" sldId="264"/>
            <ac:spMk id="115" creationId="{C6E15F0D-9AB4-08EB-CDD8-B521D5AE26C1}"/>
          </ac:spMkLst>
        </pc:spChg>
        <pc:spChg chg="add mod">
          <ac:chgData name="joshianubhav789@gmail.com" userId="50dfd16de4fdcae9" providerId="LiveId" clId="{25BD1244-2B99-4CAB-BF74-D1CE71ED95DE}" dt="2022-07-01T04:33:21.813" v="16835" actId="1035"/>
          <ac:spMkLst>
            <pc:docMk/>
            <pc:sldMk cId="1723186336" sldId="264"/>
            <ac:spMk id="116" creationId="{51CC6F18-500C-F685-47A9-EEF5B8D603A6}"/>
          </ac:spMkLst>
        </pc:spChg>
        <pc:spChg chg="add mod">
          <ac:chgData name="joshianubhav789@gmail.com" userId="50dfd16de4fdcae9" providerId="LiveId" clId="{25BD1244-2B99-4CAB-BF74-D1CE71ED95DE}" dt="2022-07-01T04:33:21.813" v="16835" actId="1035"/>
          <ac:spMkLst>
            <pc:docMk/>
            <pc:sldMk cId="1723186336" sldId="264"/>
            <ac:spMk id="117" creationId="{63CB9060-58A5-3D9D-C6A6-281406555128}"/>
          </ac:spMkLst>
        </pc:spChg>
        <pc:spChg chg="add mod">
          <ac:chgData name="joshianubhav789@gmail.com" userId="50dfd16de4fdcae9" providerId="LiveId" clId="{25BD1244-2B99-4CAB-BF74-D1CE71ED95DE}" dt="2022-07-01T04:33:21.813" v="16835" actId="1035"/>
          <ac:spMkLst>
            <pc:docMk/>
            <pc:sldMk cId="1723186336" sldId="264"/>
            <ac:spMk id="118" creationId="{EC7C4125-9BB4-613E-31AB-B473E659F6D2}"/>
          </ac:spMkLst>
        </pc:spChg>
        <pc:spChg chg="add mod">
          <ac:chgData name="joshianubhav789@gmail.com" userId="50dfd16de4fdcae9" providerId="LiveId" clId="{25BD1244-2B99-4CAB-BF74-D1CE71ED95DE}" dt="2022-07-01T04:33:21.813" v="16835" actId="1035"/>
          <ac:spMkLst>
            <pc:docMk/>
            <pc:sldMk cId="1723186336" sldId="264"/>
            <ac:spMk id="119" creationId="{FC187FF9-66F1-5C25-7FC9-8B1EFFC3B792}"/>
          </ac:spMkLst>
        </pc:spChg>
        <pc:spChg chg="add mod">
          <ac:chgData name="joshianubhav789@gmail.com" userId="50dfd16de4fdcae9" providerId="LiveId" clId="{25BD1244-2B99-4CAB-BF74-D1CE71ED95DE}" dt="2022-07-01T04:33:21.813" v="16835" actId="1035"/>
          <ac:spMkLst>
            <pc:docMk/>
            <pc:sldMk cId="1723186336" sldId="264"/>
            <ac:spMk id="120" creationId="{B1065737-9588-F1DA-FE13-68C5822782E9}"/>
          </ac:spMkLst>
        </pc:spChg>
        <pc:spChg chg="add mod">
          <ac:chgData name="joshianubhav789@gmail.com" userId="50dfd16de4fdcae9" providerId="LiveId" clId="{25BD1244-2B99-4CAB-BF74-D1CE71ED95DE}" dt="2022-07-01T04:33:21.813" v="16835" actId="1035"/>
          <ac:spMkLst>
            <pc:docMk/>
            <pc:sldMk cId="1723186336" sldId="264"/>
            <ac:spMk id="121" creationId="{B923B0C7-AAA1-08E7-7B1B-D1862E7DD1D0}"/>
          </ac:spMkLst>
        </pc:spChg>
        <pc:spChg chg="add mod">
          <ac:chgData name="joshianubhav789@gmail.com" userId="50dfd16de4fdcae9" providerId="LiveId" clId="{25BD1244-2B99-4CAB-BF74-D1CE71ED95DE}" dt="2022-07-01T04:33:21.813" v="16835" actId="1035"/>
          <ac:spMkLst>
            <pc:docMk/>
            <pc:sldMk cId="1723186336" sldId="264"/>
            <ac:spMk id="122" creationId="{8BF61C6A-F2FA-5962-98E7-41F5EA50C887}"/>
          </ac:spMkLst>
        </pc:spChg>
        <pc:spChg chg="add mod">
          <ac:chgData name="joshianubhav789@gmail.com" userId="50dfd16de4fdcae9" providerId="LiveId" clId="{25BD1244-2B99-4CAB-BF74-D1CE71ED95DE}" dt="2022-07-01T04:33:21.813" v="16835" actId="1035"/>
          <ac:spMkLst>
            <pc:docMk/>
            <pc:sldMk cId="1723186336" sldId="264"/>
            <ac:spMk id="123" creationId="{DDF029D5-233E-BA66-71AF-58507CC2DEDD}"/>
          </ac:spMkLst>
        </pc:spChg>
        <pc:spChg chg="add mod">
          <ac:chgData name="joshianubhav789@gmail.com" userId="50dfd16de4fdcae9" providerId="LiveId" clId="{25BD1244-2B99-4CAB-BF74-D1CE71ED95DE}" dt="2022-07-01T04:33:21.813" v="16835" actId="1035"/>
          <ac:spMkLst>
            <pc:docMk/>
            <pc:sldMk cId="1723186336" sldId="264"/>
            <ac:spMk id="124" creationId="{B79D1E03-6E60-3F31-F979-5394AC7ADC57}"/>
          </ac:spMkLst>
        </pc:spChg>
        <pc:spChg chg="add mod">
          <ac:chgData name="joshianubhav789@gmail.com" userId="50dfd16de4fdcae9" providerId="LiveId" clId="{25BD1244-2B99-4CAB-BF74-D1CE71ED95DE}" dt="2022-07-01T04:33:41.783" v="16873" actId="1035"/>
          <ac:spMkLst>
            <pc:docMk/>
            <pc:sldMk cId="1723186336" sldId="264"/>
            <ac:spMk id="126" creationId="{FEF35C41-55A7-E3CD-733E-9B5776A0E1BD}"/>
          </ac:spMkLst>
        </pc:spChg>
        <pc:spChg chg="add mod">
          <ac:chgData name="joshianubhav789@gmail.com" userId="50dfd16de4fdcae9" providerId="LiveId" clId="{25BD1244-2B99-4CAB-BF74-D1CE71ED95DE}" dt="2022-07-12T15:23:20.725" v="20003" actId="1076"/>
          <ac:spMkLst>
            <pc:docMk/>
            <pc:sldMk cId="1723186336" sldId="264"/>
            <ac:spMk id="127" creationId="{0D9077DB-611C-125E-AC5C-5F1E34DB5640}"/>
          </ac:spMkLst>
        </pc:spChg>
        <pc:spChg chg="add mod">
          <ac:chgData name="joshianubhav789@gmail.com" userId="50dfd16de4fdcae9" providerId="LiveId" clId="{25BD1244-2B99-4CAB-BF74-D1CE71ED95DE}" dt="2022-07-12T15:23:36.817" v="20008" actId="1076"/>
          <ac:spMkLst>
            <pc:docMk/>
            <pc:sldMk cId="1723186336" sldId="264"/>
            <ac:spMk id="128" creationId="{A55425EB-093B-2EE7-9782-D0F27A5BCB71}"/>
          </ac:spMkLst>
        </pc:spChg>
        <pc:spChg chg="add mod">
          <ac:chgData name="joshianubhav789@gmail.com" userId="50dfd16de4fdcae9" providerId="LiveId" clId="{25BD1244-2B99-4CAB-BF74-D1CE71ED95DE}" dt="2022-07-01T04:33:41.783" v="16873" actId="1035"/>
          <ac:spMkLst>
            <pc:docMk/>
            <pc:sldMk cId="1723186336" sldId="264"/>
            <ac:spMk id="129" creationId="{A86A95C1-CCD1-0261-1FC2-5D6E95D1E2DF}"/>
          </ac:spMkLst>
        </pc:spChg>
        <pc:spChg chg="add mod">
          <ac:chgData name="joshianubhav789@gmail.com" userId="50dfd16de4fdcae9" providerId="LiveId" clId="{25BD1244-2B99-4CAB-BF74-D1CE71ED95DE}" dt="2022-07-01T04:33:41.783" v="16873" actId="1035"/>
          <ac:spMkLst>
            <pc:docMk/>
            <pc:sldMk cId="1723186336" sldId="264"/>
            <ac:spMk id="130" creationId="{25C80D7D-AB60-555A-5EFC-31646E858E23}"/>
          </ac:spMkLst>
        </pc:spChg>
        <pc:spChg chg="add mod">
          <ac:chgData name="joshianubhav789@gmail.com" userId="50dfd16de4fdcae9" providerId="LiveId" clId="{25BD1244-2B99-4CAB-BF74-D1CE71ED95DE}" dt="2022-07-01T04:33:41.783" v="16873" actId="1035"/>
          <ac:spMkLst>
            <pc:docMk/>
            <pc:sldMk cId="1723186336" sldId="264"/>
            <ac:spMk id="131" creationId="{1AD0AD6B-807E-CAE3-58CA-65A57880448A}"/>
          </ac:spMkLst>
        </pc:spChg>
        <pc:spChg chg="add mod">
          <ac:chgData name="joshianubhav789@gmail.com" userId="50dfd16de4fdcae9" providerId="LiveId" clId="{25BD1244-2B99-4CAB-BF74-D1CE71ED95DE}" dt="2022-07-01T04:33:41.783" v="16873" actId="1035"/>
          <ac:spMkLst>
            <pc:docMk/>
            <pc:sldMk cId="1723186336" sldId="264"/>
            <ac:spMk id="132" creationId="{C8CA82C6-1C65-67D6-56F7-DF5D353F4FA9}"/>
          </ac:spMkLst>
        </pc:spChg>
        <pc:spChg chg="add mod">
          <ac:chgData name="joshianubhav789@gmail.com" userId="50dfd16de4fdcae9" providerId="LiveId" clId="{25BD1244-2B99-4CAB-BF74-D1CE71ED95DE}" dt="2022-07-01T04:33:41.783" v="16873" actId="1035"/>
          <ac:spMkLst>
            <pc:docMk/>
            <pc:sldMk cId="1723186336" sldId="264"/>
            <ac:spMk id="133" creationId="{A4DD0387-FE59-8246-F9EC-01755CFB7E58}"/>
          </ac:spMkLst>
        </pc:spChg>
        <pc:spChg chg="add mod">
          <ac:chgData name="joshianubhav789@gmail.com" userId="50dfd16de4fdcae9" providerId="LiveId" clId="{25BD1244-2B99-4CAB-BF74-D1CE71ED95DE}" dt="2022-07-01T04:33:41.783" v="16873" actId="1035"/>
          <ac:spMkLst>
            <pc:docMk/>
            <pc:sldMk cId="1723186336" sldId="264"/>
            <ac:spMk id="134" creationId="{85079883-2BA7-D5F8-AF68-2C6CC5976879}"/>
          </ac:spMkLst>
        </pc:spChg>
        <pc:spChg chg="add mod">
          <ac:chgData name="joshianubhav789@gmail.com" userId="50dfd16de4fdcae9" providerId="LiveId" clId="{25BD1244-2B99-4CAB-BF74-D1CE71ED95DE}" dt="2022-07-01T04:33:41.783" v="16873" actId="1035"/>
          <ac:spMkLst>
            <pc:docMk/>
            <pc:sldMk cId="1723186336" sldId="264"/>
            <ac:spMk id="135" creationId="{1D557A10-3D77-B82B-22AE-C00CC799354E}"/>
          </ac:spMkLst>
        </pc:spChg>
        <pc:spChg chg="add mod">
          <ac:chgData name="joshianubhav789@gmail.com" userId="50dfd16de4fdcae9" providerId="LiveId" clId="{25BD1244-2B99-4CAB-BF74-D1CE71ED95DE}" dt="2022-07-01T04:33:41.783" v="16873" actId="1035"/>
          <ac:spMkLst>
            <pc:docMk/>
            <pc:sldMk cId="1723186336" sldId="264"/>
            <ac:spMk id="136" creationId="{17619934-F818-D62A-62B7-B0613B616067}"/>
          </ac:spMkLst>
        </pc:spChg>
        <pc:spChg chg="add mod">
          <ac:chgData name="joshianubhav789@gmail.com" userId="50dfd16de4fdcae9" providerId="LiveId" clId="{25BD1244-2B99-4CAB-BF74-D1CE71ED95DE}" dt="2022-07-01T04:33:41.783" v="16873" actId="1035"/>
          <ac:spMkLst>
            <pc:docMk/>
            <pc:sldMk cId="1723186336" sldId="264"/>
            <ac:spMk id="137" creationId="{FEEA9F3C-17B9-2668-E6B2-844AB17C4588}"/>
          </ac:spMkLst>
        </pc:spChg>
        <pc:spChg chg="add mod">
          <ac:chgData name="joshianubhav789@gmail.com" userId="50dfd16de4fdcae9" providerId="LiveId" clId="{25BD1244-2B99-4CAB-BF74-D1CE71ED95DE}" dt="2022-07-01T04:33:41.783" v="16873" actId="1035"/>
          <ac:spMkLst>
            <pc:docMk/>
            <pc:sldMk cId="1723186336" sldId="264"/>
            <ac:spMk id="138" creationId="{C6381D29-265A-50D0-8DA1-D1E6C30A6247}"/>
          </ac:spMkLst>
        </pc:spChg>
        <pc:spChg chg="add mod">
          <ac:chgData name="joshianubhav789@gmail.com" userId="50dfd16de4fdcae9" providerId="LiveId" clId="{25BD1244-2B99-4CAB-BF74-D1CE71ED95DE}" dt="2022-07-01T04:33:41.783" v="16873" actId="1035"/>
          <ac:spMkLst>
            <pc:docMk/>
            <pc:sldMk cId="1723186336" sldId="264"/>
            <ac:spMk id="139" creationId="{986DC8D8-A4EF-CE16-421C-18A9566F6972}"/>
          </ac:spMkLst>
        </pc:spChg>
        <pc:spChg chg="add mod">
          <ac:chgData name="joshianubhav789@gmail.com" userId="50dfd16de4fdcae9" providerId="LiveId" clId="{25BD1244-2B99-4CAB-BF74-D1CE71ED95DE}" dt="2022-07-01T04:33:41.783" v="16873" actId="1035"/>
          <ac:spMkLst>
            <pc:docMk/>
            <pc:sldMk cId="1723186336" sldId="264"/>
            <ac:spMk id="140" creationId="{229B1032-4EF4-BE07-5D75-082FF8ECA751}"/>
          </ac:spMkLst>
        </pc:spChg>
        <pc:spChg chg="add mod">
          <ac:chgData name="joshianubhav789@gmail.com" userId="50dfd16de4fdcae9" providerId="LiveId" clId="{25BD1244-2B99-4CAB-BF74-D1CE71ED95DE}" dt="2022-07-01T04:33:41.783" v="16873" actId="1035"/>
          <ac:spMkLst>
            <pc:docMk/>
            <pc:sldMk cId="1723186336" sldId="264"/>
            <ac:spMk id="141" creationId="{775F6F9C-C923-2265-AE9A-B40DB9ACC749}"/>
          </ac:spMkLst>
        </pc:spChg>
        <pc:spChg chg="add mod">
          <ac:chgData name="joshianubhav789@gmail.com" userId="50dfd16de4fdcae9" providerId="LiveId" clId="{25BD1244-2B99-4CAB-BF74-D1CE71ED95DE}" dt="2022-07-01T04:33:41.783" v="16873" actId="1035"/>
          <ac:spMkLst>
            <pc:docMk/>
            <pc:sldMk cId="1723186336" sldId="264"/>
            <ac:spMk id="142" creationId="{BB98D695-B2C7-283F-F4C5-31CA71BEAEBA}"/>
          </ac:spMkLst>
        </pc:spChg>
        <pc:spChg chg="add mod">
          <ac:chgData name="joshianubhav789@gmail.com" userId="50dfd16de4fdcae9" providerId="LiveId" clId="{25BD1244-2B99-4CAB-BF74-D1CE71ED95DE}" dt="2022-07-01T04:33:41.783" v="16873" actId="1035"/>
          <ac:spMkLst>
            <pc:docMk/>
            <pc:sldMk cId="1723186336" sldId="264"/>
            <ac:spMk id="143" creationId="{64BB573A-EDAF-A4CB-91BA-1C470E451AD6}"/>
          </ac:spMkLst>
        </pc:spChg>
        <pc:spChg chg="add mod">
          <ac:chgData name="joshianubhav789@gmail.com" userId="50dfd16de4fdcae9" providerId="LiveId" clId="{25BD1244-2B99-4CAB-BF74-D1CE71ED95DE}" dt="2022-07-01T04:33:41.783" v="16873" actId="1035"/>
          <ac:spMkLst>
            <pc:docMk/>
            <pc:sldMk cId="1723186336" sldId="264"/>
            <ac:spMk id="144" creationId="{E517B99A-AC6F-6832-D0A9-6A48AB2EF206}"/>
          </ac:spMkLst>
        </pc:spChg>
        <pc:spChg chg="add mod">
          <ac:chgData name="joshianubhav789@gmail.com" userId="50dfd16de4fdcae9" providerId="LiveId" clId="{25BD1244-2B99-4CAB-BF74-D1CE71ED95DE}" dt="2022-07-01T04:33:41.783" v="16873" actId="1035"/>
          <ac:spMkLst>
            <pc:docMk/>
            <pc:sldMk cId="1723186336" sldId="264"/>
            <ac:spMk id="145" creationId="{1543DF31-0DBA-6028-2390-6F3409C63C15}"/>
          </ac:spMkLst>
        </pc:spChg>
        <pc:spChg chg="add mod">
          <ac:chgData name="joshianubhav789@gmail.com" userId="50dfd16de4fdcae9" providerId="LiveId" clId="{25BD1244-2B99-4CAB-BF74-D1CE71ED95DE}" dt="2022-07-01T04:33:41.783" v="16873" actId="1035"/>
          <ac:spMkLst>
            <pc:docMk/>
            <pc:sldMk cId="1723186336" sldId="264"/>
            <ac:spMk id="146" creationId="{7D3718A4-F88F-3235-A7EB-55F13561C604}"/>
          </ac:spMkLst>
        </pc:spChg>
        <pc:spChg chg="add mod">
          <ac:chgData name="joshianubhav789@gmail.com" userId="50dfd16de4fdcae9" providerId="LiveId" clId="{25BD1244-2B99-4CAB-BF74-D1CE71ED95DE}" dt="2022-07-01T04:33:41.783" v="16873" actId="1035"/>
          <ac:spMkLst>
            <pc:docMk/>
            <pc:sldMk cId="1723186336" sldId="264"/>
            <ac:spMk id="147" creationId="{F43939DC-A640-4EEB-99A5-4B30B97230AB}"/>
          </ac:spMkLst>
        </pc:spChg>
        <pc:spChg chg="add mod">
          <ac:chgData name="joshianubhav789@gmail.com" userId="50dfd16de4fdcae9" providerId="LiveId" clId="{25BD1244-2B99-4CAB-BF74-D1CE71ED95DE}" dt="2022-07-01T04:33:41.783" v="16873" actId="1035"/>
          <ac:spMkLst>
            <pc:docMk/>
            <pc:sldMk cId="1723186336" sldId="264"/>
            <ac:spMk id="148" creationId="{35E16584-5210-7AB4-004D-A204E9E3F24D}"/>
          </ac:spMkLst>
        </pc:spChg>
        <pc:spChg chg="add mod">
          <ac:chgData name="joshianubhav789@gmail.com" userId="50dfd16de4fdcae9" providerId="LiveId" clId="{25BD1244-2B99-4CAB-BF74-D1CE71ED95DE}" dt="2022-07-01T04:33:41.783" v="16873" actId="1035"/>
          <ac:spMkLst>
            <pc:docMk/>
            <pc:sldMk cId="1723186336" sldId="264"/>
            <ac:spMk id="149" creationId="{0E8AC1EB-5611-A81F-0CF3-789081EE12D5}"/>
          </ac:spMkLst>
        </pc:spChg>
        <pc:spChg chg="add mod">
          <ac:chgData name="joshianubhav789@gmail.com" userId="50dfd16de4fdcae9" providerId="LiveId" clId="{25BD1244-2B99-4CAB-BF74-D1CE71ED95DE}" dt="2022-07-01T04:33:41.783" v="16873" actId="1035"/>
          <ac:spMkLst>
            <pc:docMk/>
            <pc:sldMk cId="1723186336" sldId="264"/>
            <ac:spMk id="150" creationId="{D22C378C-E82B-A53A-0393-1F5A3EB38D6B}"/>
          </ac:spMkLst>
        </pc:spChg>
        <pc:spChg chg="add mod">
          <ac:chgData name="joshianubhav789@gmail.com" userId="50dfd16de4fdcae9" providerId="LiveId" clId="{25BD1244-2B99-4CAB-BF74-D1CE71ED95DE}" dt="2022-07-01T04:33:41.783" v="16873" actId="1035"/>
          <ac:spMkLst>
            <pc:docMk/>
            <pc:sldMk cId="1723186336" sldId="264"/>
            <ac:spMk id="151" creationId="{5D31BFF0-D9C2-1AE6-BB36-0D775F8BF566}"/>
          </ac:spMkLst>
        </pc:spChg>
        <pc:spChg chg="add mod">
          <ac:chgData name="joshianubhav789@gmail.com" userId="50dfd16de4fdcae9" providerId="LiveId" clId="{25BD1244-2B99-4CAB-BF74-D1CE71ED95DE}" dt="2022-07-12T15:23:32.978" v="20007" actId="1076"/>
          <ac:spMkLst>
            <pc:docMk/>
            <pc:sldMk cId="1723186336" sldId="264"/>
            <ac:spMk id="152" creationId="{4D0D34EC-8D31-1674-D703-4EE7A145EB7D}"/>
          </ac:spMkLst>
        </pc:spChg>
        <pc:spChg chg="add mod">
          <ac:chgData name="joshianubhav789@gmail.com" userId="50dfd16de4fdcae9" providerId="LiveId" clId="{25BD1244-2B99-4CAB-BF74-D1CE71ED95DE}" dt="2022-07-12T15:23:51.931" v="20010" actId="1076"/>
          <ac:spMkLst>
            <pc:docMk/>
            <pc:sldMk cId="1723186336" sldId="264"/>
            <ac:spMk id="153" creationId="{0584D336-6245-907A-1EB8-347DE83B5E8E}"/>
          </ac:spMkLst>
        </pc:spChg>
        <pc:picChg chg="add del mod">
          <ac:chgData name="joshianubhav789@gmail.com" userId="50dfd16de4fdcae9" providerId="LiveId" clId="{25BD1244-2B99-4CAB-BF74-D1CE71ED95DE}" dt="2022-07-02T08:18:04.043" v="18874"/>
          <ac:picMkLst>
            <pc:docMk/>
            <pc:sldMk cId="1723186336" sldId="264"/>
            <ac:picMk id="127" creationId="{DA992ADF-F560-A3E3-1EDA-041D6C3040CC}"/>
          </ac:picMkLst>
        </pc:picChg>
        <pc:cxnChg chg="add mod">
          <ac:chgData name="joshianubhav789@gmail.com" userId="50dfd16de4fdcae9" providerId="LiveId" clId="{25BD1244-2B99-4CAB-BF74-D1CE71ED95DE}" dt="2022-07-01T04:31:58.175" v="16777" actId="1036"/>
          <ac:cxnSpMkLst>
            <pc:docMk/>
            <pc:sldMk cId="1723186336" sldId="264"/>
            <ac:cxnSpMk id="11" creationId="{881266E9-C6E9-29BA-B884-06AED6C7C379}"/>
          </ac:cxnSpMkLst>
        </pc:cxnChg>
        <pc:cxnChg chg="add mod">
          <ac:chgData name="joshianubhav789@gmail.com" userId="50dfd16de4fdcae9" providerId="LiveId" clId="{25BD1244-2B99-4CAB-BF74-D1CE71ED95DE}" dt="2022-07-01T04:31:58.175" v="16777" actId="1036"/>
          <ac:cxnSpMkLst>
            <pc:docMk/>
            <pc:sldMk cId="1723186336" sldId="264"/>
            <ac:cxnSpMk id="14" creationId="{2FF97C8F-CE70-5460-29F5-F80F06A5DC89}"/>
          </ac:cxnSpMkLst>
        </pc:cxnChg>
        <pc:cxnChg chg="add del mod">
          <ac:chgData name="joshianubhav789@gmail.com" userId="50dfd16de4fdcae9" providerId="LiveId" clId="{25BD1244-2B99-4CAB-BF74-D1CE71ED95DE}" dt="2022-06-02T12:35:36.513" v="4314" actId="478"/>
          <ac:cxnSpMkLst>
            <pc:docMk/>
            <pc:sldMk cId="1723186336" sldId="264"/>
            <ac:cxnSpMk id="43" creationId="{1719ED1C-005F-F471-D07A-0BC3F904D9D1}"/>
          </ac:cxnSpMkLst>
        </pc:cxnChg>
        <pc:cxnChg chg="add del mod">
          <ac:chgData name="joshianubhav789@gmail.com" userId="50dfd16de4fdcae9" providerId="LiveId" clId="{25BD1244-2B99-4CAB-BF74-D1CE71ED95DE}" dt="2022-06-02T12:35:34.729" v="4313" actId="478"/>
          <ac:cxnSpMkLst>
            <pc:docMk/>
            <pc:sldMk cId="1723186336" sldId="264"/>
            <ac:cxnSpMk id="47" creationId="{4703C851-A021-4A9F-25C7-CFDF77F69A66}"/>
          </ac:cxnSpMkLst>
        </pc:cxnChg>
        <pc:cxnChg chg="add mod">
          <ac:chgData name="joshianubhav789@gmail.com" userId="50dfd16de4fdcae9" providerId="LiveId" clId="{25BD1244-2B99-4CAB-BF74-D1CE71ED95DE}" dt="2022-07-01T04:31:58.175" v="16777" actId="1036"/>
          <ac:cxnSpMkLst>
            <pc:docMk/>
            <pc:sldMk cId="1723186336" sldId="264"/>
            <ac:cxnSpMk id="56" creationId="{B655A82B-951A-CD11-F9C9-E3724650F36F}"/>
          </ac:cxnSpMkLst>
        </pc:cxnChg>
        <pc:cxnChg chg="add mod">
          <ac:chgData name="joshianubhav789@gmail.com" userId="50dfd16de4fdcae9" providerId="LiveId" clId="{25BD1244-2B99-4CAB-BF74-D1CE71ED95DE}" dt="2022-07-01T04:31:58.175" v="16777" actId="1036"/>
          <ac:cxnSpMkLst>
            <pc:docMk/>
            <pc:sldMk cId="1723186336" sldId="264"/>
            <ac:cxnSpMk id="57" creationId="{C2B30834-71DC-881F-D3EB-827EEA550C58}"/>
          </ac:cxnSpMkLst>
        </pc:cxnChg>
        <pc:cxnChg chg="add mod">
          <ac:chgData name="joshianubhav789@gmail.com" userId="50dfd16de4fdcae9" providerId="LiveId" clId="{25BD1244-2B99-4CAB-BF74-D1CE71ED95DE}" dt="2022-07-01T04:33:21.813" v="16835" actId="1035"/>
          <ac:cxnSpMkLst>
            <pc:docMk/>
            <pc:sldMk cId="1723186336" sldId="264"/>
            <ac:cxnSpMk id="91" creationId="{94CA4CA0-BC2B-F934-0458-2355BE5F0AA7}"/>
          </ac:cxnSpMkLst>
        </pc:cxnChg>
        <pc:cxnChg chg="add del">
          <ac:chgData name="joshianubhav789@gmail.com" userId="50dfd16de4fdcae9" providerId="LiveId" clId="{25BD1244-2B99-4CAB-BF74-D1CE71ED95DE}" dt="2022-06-02T12:53:02.845" v="4748" actId="11529"/>
          <ac:cxnSpMkLst>
            <pc:docMk/>
            <pc:sldMk cId="1723186336" sldId="264"/>
            <ac:cxnSpMk id="93" creationId="{2A84763F-FD31-1834-F187-2CBC467A0D05}"/>
          </ac:cxnSpMkLst>
        </pc:cxnChg>
        <pc:cxnChg chg="add mod">
          <ac:chgData name="joshianubhav789@gmail.com" userId="50dfd16de4fdcae9" providerId="LiveId" clId="{25BD1244-2B99-4CAB-BF74-D1CE71ED95DE}" dt="2022-07-01T04:33:21.813" v="16835" actId="1035"/>
          <ac:cxnSpMkLst>
            <pc:docMk/>
            <pc:sldMk cId="1723186336" sldId="264"/>
            <ac:cxnSpMk id="95" creationId="{83242A19-C497-82CF-0FF3-018DB3ED4B76}"/>
          </ac:cxnSpMkLst>
        </pc:cxnChg>
        <pc:cxnChg chg="add mod">
          <ac:chgData name="joshianubhav789@gmail.com" userId="50dfd16de4fdcae9" providerId="LiveId" clId="{25BD1244-2B99-4CAB-BF74-D1CE71ED95DE}" dt="2022-07-01T04:33:41.783" v="16873" actId="1035"/>
          <ac:cxnSpMkLst>
            <pc:docMk/>
            <pc:sldMk cId="1723186336" sldId="264"/>
            <ac:cxnSpMk id="96" creationId="{5B4337CD-C77C-F334-52E3-BF4D66BC4F08}"/>
          </ac:cxnSpMkLst>
        </pc:cxnChg>
        <pc:cxnChg chg="add mod">
          <ac:chgData name="joshianubhav789@gmail.com" userId="50dfd16de4fdcae9" providerId="LiveId" clId="{25BD1244-2B99-4CAB-BF74-D1CE71ED95DE}" dt="2022-07-01T04:33:41.783" v="16873" actId="1035"/>
          <ac:cxnSpMkLst>
            <pc:docMk/>
            <pc:sldMk cId="1723186336" sldId="264"/>
            <ac:cxnSpMk id="97" creationId="{44649CD8-432B-B1D4-BF76-E64DAFCEDB28}"/>
          </ac:cxnSpMkLst>
        </pc:cxnChg>
        <pc:cxnChg chg="add mod">
          <ac:chgData name="joshianubhav789@gmail.com" userId="50dfd16de4fdcae9" providerId="LiveId" clId="{25BD1244-2B99-4CAB-BF74-D1CE71ED95DE}" dt="2022-07-01T04:33:41.783" v="16873" actId="1035"/>
          <ac:cxnSpMkLst>
            <pc:docMk/>
            <pc:sldMk cId="1723186336" sldId="264"/>
            <ac:cxnSpMk id="125" creationId="{C7BCC56C-2C59-6CA0-F18E-CED42168C47F}"/>
          </ac:cxnSpMkLst>
        </pc:cxnChg>
      </pc:sldChg>
      <pc:sldChg chg="addSp delSp modSp new del mod modAnim">
        <pc:chgData name="joshianubhav789@gmail.com" userId="50dfd16de4fdcae9" providerId="LiveId" clId="{25BD1244-2B99-4CAB-BF74-D1CE71ED95DE}" dt="2022-07-23T17:26:47.135" v="20532" actId="47"/>
        <pc:sldMkLst>
          <pc:docMk/>
          <pc:sldMk cId="574217602" sldId="265"/>
        </pc:sldMkLst>
        <pc:spChg chg="del">
          <ac:chgData name="joshianubhav789@gmail.com" userId="50dfd16de4fdcae9" providerId="LiveId" clId="{25BD1244-2B99-4CAB-BF74-D1CE71ED95DE}" dt="2022-06-02T13:00:21.645" v="4888" actId="478"/>
          <ac:spMkLst>
            <pc:docMk/>
            <pc:sldMk cId="574217602" sldId="265"/>
            <ac:spMk id="2" creationId="{85C6626F-FD84-D9CB-AE51-DE4438D1F5F1}"/>
          </ac:spMkLst>
        </pc:spChg>
        <pc:spChg chg="add mod">
          <ac:chgData name="joshianubhav789@gmail.com" userId="50dfd16de4fdcae9" providerId="LiveId" clId="{25BD1244-2B99-4CAB-BF74-D1CE71ED95DE}" dt="2022-07-12T15:25:53.460" v="20028" actId="255"/>
          <ac:spMkLst>
            <pc:docMk/>
            <pc:sldMk cId="574217602" sldId="265"/>
            <ac:spMk id="2" creationId="{C26C3EA1-CADB-72ED-B547-CFB9D710F050}"/>
          </ac:spMkLst>
        </pc:spChg>
        <pc:spChg chg="del mod">
          <ac:chgData name="joshianubhav789@gmail.com" userId="50dfd16de4fdcae9" providerId="LiveId" clId="{25BD1244-2B99-4CAB-BF74-D1CE71ED95DE}" dt="2022-06-02T13:01:06.548" v="4938" actId="478"/>
          <ac:spMkLst>
            <pc:docMk/>
            <pc:sldMk cId="574217602" sldId="265"/>
            <ac:spMk id="3" creationId="{450341F5-50CA-0754-29BE-2D1E06FBA3C4}"/>
          </ac:spMkLst>
        </pc:spChg>
        <pc:spChg chg="mod">
          <ac:chgData name="joshianubhav789@gmail.com" userId="50dfd16de4fdcae9" providerId="LiveId" clId="{25BD1244-2B99-4CAB-BF74-D1CE71ED95DE}" dt="2022-06-08T06:09:32.616" v="14996" actId="1076"/>
          <ac:spMkLst>
            <pc:docMk/>
            <pc:sldMk cId="574217602" sldId="265"/>
            <ac:spMk id="4" creationId="{7B123262-2021-BBA5-43FC-53AD8E3E70B4}"/>
          </ac:spMkLst>
        </pc:spChg>
        <pc:spChg chg="add mod">
          <ac:chgData name="joshianubhav789@gmail.com" userId="50dfd16de4fdcae9" providerId="LiveId" clId="{25BD1244-2B99-4CAB-BF74-D1CE71ED95DE}" dt="2022-07-01T04:36:43.773" v="16920" actId="12"/>
          <ac:spMkLst>
            <pc:docMk/>
            <pc:sldMk cId="574217602" sldId="265"/>
            <ac:spMk id="6" creationId="{C39E931D-785B-7AC1-BB2F-B6DD8B3D87DC}"/>
          </ac:spMkLst>
        </pc:spChg>
        <pc:spChg chg="add mod">
          <ac:chgData name="joshianubhav789@gmail.com" userId="50dfd16de4fdcae9" providerId="LiveId" clId="{25BD1244-2B99-4CAB-BF74-D1CE71ED95DE}" dt="2022-07-01T04:36:46.800" v="16921" actId="12"/>
          <ac:spMkLst>
            <pc:docMk/>
            <pc:sldMk cId="574217602" sldId="265"/>
            <ac:spMk id="8" creationId="{187551E9-7989-635C-9115-96C8D613E3A2}"/>
          </ac:spMkLst>
        </pc:spChg>
        <pc:spChg chg="add del mod">
          <ac:chgData name="joshianubhav789@gmail.com" userId="50dfd16de4fdcae9" providerId="LiveId" clId="{25BD1244-2B99-4CAB-BF74-D1CE71ED95DE}" dt="2022-06-05T18:15:41.603" v="10640" actId="478"/>
          <ac:spMkLst>
            <pc:docMk/>
            <pc:sldMk cId="574217602" sldId="265"/>
            <ac:spMk id="9" creationId="{BA3B02D5-8AB2-F86E-2E77-4CA430FF0F2E}"/>
          </ac:spMkLst>
        </pc:spChg>
        <pc:spChg chg="add mod">
          <ac:chgData name="joshianubhav789@gmail.com" userId="50dfd16de4fdcae9" providerId="LiveId" clId="{25BD1244-2B99-4CAB-BF74-D1CE71ED95DE}" dt="2022-06-08T06:09:07.658" v="14993" actId="14100"/>
          <ac:spMkLst>
            <pc:docMk/>
            <pc:sldMk cId="574217602" sldId="265"/>
            <ac:spMk id="11" creationId="{E5DA7676-ED1E-0AAD-5925-99FDFD470AB3}"/>
          </ac:spMkLst>
        </pc:spChg>
        <pc:spChg chg="add mod">
          <ac:chgData name="joshianubhav789@gmail.com" userId="50dfd16de4fdcae9" providerId="LiveId" clId="{25BD1244-2B99-4CAB-BF74-D1CE71ED95DE}" dt="2022-07-02T08:18:03.112" v="18870" actId="1076"/>
          <ac:spMkLst>
            <pc:docMk/>
            <pc:sldMk cId="574217602" sldId="265"/>
            <ac:spMk id="12" creationId="{76053BDB-F417-4A5E-333E-0B36384A348D}"/>
          </ac:spMkLst>
        </pc:spChg>
        <pc:spChg chg="add mod">
          <ac:chgData name="joshianubhav789@gmail.com" userId="50dfd16de4fdcae9" providerId="LiveId" clId="{25BD1244-2B99-4CAB-BF74-D1CE71ED95DE}" dt="2022-06-08T06:09:07.658" v="14993" actId="14100"/>
          <ac:spMkLst>
            <pc:docMk/>
            <pc:sldMk cId="574217602" sldId="265"/>
            <ac:spMk id="13" creationId="{0E8C5B59-D218-1D53-6732-C07CBBA7B22F}"/>
          </ac:spMkLst>
        </pc:spChg>
        <pc:spChg chg="add mod">
          <ac:chgData name="joshianubhav789@gmail.com" userId="50dfd16de4fdcae9" providerId="LiveId" clId="{25BD1244-2B99-4CAB-BF74-D1CE71ED95DE}" dt="2022-06-08T06:09:07.658" v="14993" actId="14100"/>
          <ac:spMkLst>
            <pc:docMk/>
            <pc:sldMk cId="574217602" sldId="265"/>
            <ac:spMk id="14" creationId="{EA1DCD13-EBD1-E31E-F443-24442FF0ECC1}"/>
          </ac:spMkLst>
        </pc:spChg>
        <pc:spChg chg="add mod">
          <ac:chgData name="joshianubhav789@gmail.com" userId="50dfd16de4fdcae9" providerId="LiveId" clId="{25BD1244-2B99-4CAB-BF74-D1CE71ED95DE}" dt="2022-06-08T06:09:07.658" v="14993" actId="14100"/>
          <ac:spMkLst>
            <pc:docMk/>
            <pc:sldMk cId="574217602" sldId="265"/>
            <ac:spMk id="15" creationId="{5A15BEB0-10E1-2B3B-5A6B-5C385EB0C945}"/>
          </ac:spMkLst>
        </pc:spChg>
        <pc:spChg chg="add mod">
          <ac:chgData name="joshianubhav789@gmail.com" userId="50dfd16de4fdcae9" providerId="LiveId" clId="{25BD1244-2B99-4CAB-BF74-D1CE71ED95DE}" dt="2022-06-08T06:09:07.658" v="14993" actId="14100"/>
          <ac:spMkLst>
            <pc:docMk/>
            <pc:sldMk cId="574217602" sldId="265"/>
            <ac:spMk id="16" creationId="{3007609B-E759-91F7-6F6B-5F74F737486A}"/>
          </ac:spMkLst>
        </pc:spChg>
        <pc:spChg chg="add mod">
          <ac:chgData name="joshianubhav789@gmail.com" userId="50dfd16de4fdcae9" providerId="LiveId" clId="{25BD1244-2B99-4CAB-BF74-D1CE71ED95DE}" dt="2022-06-08T06:09:07.658" v="14993" actId="14100"/>
          <ac:spMkLst>
            <pc:docMk/>
            <pc:sldMk cId="574217602" sldId="265"/>
            <ac:spMk id="17" creationId="{EC089B21-4FDD-6C0C-4DBA-CE4DD7DF4DD5}"/>
          </ac:spMkLst>
        </pc:spChg>
        <pc:spChg chg="add mod">
          <ac:chgData name="joshianubhav789@gmail.com" userId="50dfd16de4fdcae9" providerId="LiveId" clId="{25BD1244-2B99-4CAB-BF74-D1CE71ED95DE}" dt="2022-06-08T06:09:07.658" v="14993" actId="14100"/>
          <ac:spMkLst>
            <pc:docMk/>
            <pc:sldMk cId="574217602" sldId="265"/>
            <ac:spMk id="18" creationId="{21209E79-37F4-C8EF-ED30-3D3F9B7B10AD}"/>
          </ac:spMkLst>
        </pc:spChg>
        <pc:spChg chg="add mod">
          <ac:chgData name="joshianubhav789@gmail.com" userId="50dfd16de4fdcae9" providerId="LiveId" clId="{25BD1244-2B99-4CAB-BF74-D1CE71ED95DE}" dt="2022-06-08T06:09:07.658" v="14993" actId="14100"/>
          <ac:spMkLst>
            <pc:docMk/>
            <pc:sldMk cId="574217602" sldId="265"/>
            <ac:spMk id="19" creationId="{C836FF21-7C06-561E-3B2F-AACC2DE0B045}"/>
          </ac:spMkLst>
        </pc:spChg>
        <pc:spChg chg="add mod">
          <ac:chgData name="joshianubhav789@gmail.com" userId="50dfd16de4fdcae9" providerId="LiveId" clId="{25BD1244-2B99-4CAB-BF74-D1CE71ED95DE}" dt="2022-06-08T06:09:07.658" v="14993" actId="14100"/>
          <ac:spMkLst>
            <pc:docMk/>
            <pc:sldMk cId="574217602" sldId="265"/>
            <ac:spMk id="20" creationId="{0753198E-2C0E-2DBF-138F-05A322C3BD7F}"/>
          </ac:spMkLst>
        </pc:spChg>
        <pc:spChg chg="add mod">
          <ac:chgData name="joshianubhav789@gmail.com" userId="50dfd16de4fdcae9" providerId="LiveId" clId="{25BD1244-2B99-4CAB-BF74-D1CE71ED95DE}" dt="2022-06-08T06:09:07.658" v="14993" actId="14100"/>
          <ac:spMkLst>
            <pc:docMk/>
            <pc:sldMk cId="574217602" sldId="265"/>
            <ac:spMk id="22" creationId="{797F09E8-5B0F-1874-7456-B89F77053B43}"/>
          </ac:spMkLst>
        </pc:spChg>
        <pc:spChg chg="add mod">
          <ac:chgData name="joshianubhav789@gmail.com" userId="50dfd16de4fdcae9" providerId="LiveId" clId="{25BD1244-2B99-4CAB-BF74-D1CE71ED95DE}" dt="2022-06-08T06:09:07.658" v="14993" actId="14100"/>
          <ac:spMkLst>
            <pc:docMk/>
            <pc:sldMk cId="574217602" sldId="265"/>
            <ac:spMk id="23" creationId="{69B3BB31-03E4-967E-846E-E367B595248B}"/>
          </ac:spMkLst>
        </pc:spChg>
        <pc:spChg chg="add mod">
          <ac:chgData name="joshianubhav789@gmail.com" userId="50dfd16de4fdcae9" providerId="LiveId" clId="{25BD1244-2B99-4CAB-BF74-D1CE71ED95DE}" dt="2022-06-08T06:09:07.658" v="14993" actId="14100"/>
          <ac:spMkLst>
            <pc:docMk/>
            <pc:sldMk cId="574217602" sldId="265"/>
            <ac:spMk id="24" creationId="{FCFBB9DE-2DFE-8756-6683-4FE6711BE4F9}"/>
          </ac:spMkLst>
        </pc:spChg>
        <pc:spChg chg="add mod">
          <ac:chgData name="joshianubhav789@gmail.com" userId="50dfd16de4fdcae9" providerId="LiveId" clId="{25BD1244-2B99-4CAB-BF74-D1CE71ED95DE}" dt="2022-06-08T06:09:07.658" v="14993" actId="14100"/>
          <ac:spMkLst>
            <pc:docMk/>
            <pc:sldMk cId="574217602" sldId="265"/>
            <ac:spMk id="25" creationId="{5BCA4DC4-C1BF-4845-EF62-43C1FC5E7977}"/>
          </ac:spMkLst>
        </pc:spChg>
        <pc:spChg chg="add mod">
          <ac:chgData name="joshianubhav789@gmail.com" userId="50dfd16de4fdcae9" providerId="LiveId" clId="{25BD1244-2B99-4CAB-BF74-D1CE71ED95DE}" dt="2022-06-08T06:09:07.658" v="14993" actId="14100"/>
          <ac:spMkLst>
            <pc:docMk/>
            <pc:sldMk cId="574217602" sldId="265"/>
            <ac:spMk id="26" creationId="{1A6EB79D-D670-4F69-9022-EA0857AC8B38}"/>
          </ac:spMkLst>
        </pc:spChg>
        <pc:spChg chg="add mod">
          <ac:chgData name="joshianubhav789@gmail.com" userId="50dfd16de4fdcae9" providerId="LiveId" clId="{25BD1244-2B99-4CAB-BF74-D1CE71ED95DE}" dt="2022-06-08T06:09:07.658" v="14993" actId="14100"/>
          <ac:spMkLst>
            <pc:docMk/>
            <pc:sldMk cId="574217602" sldId="265"/>
            <ac:spMk id="27" creationId="{1390B5CB-95EA-EB76-D2EE-7301E5F6425C}"/>
          </ac:spMkLst>
        </pc:spChg>
        <pc:spChg chg="add mod">
          <ac:chgData name="joshianubhav789@gmail.com" userId="50dfd16de4fdcae9" providerId="LiveId" clId="{25BD1244-2B99-4CAB-BF74-D1CE71ED95DE}" dt="2022-06-08T06:09:07.658" v="14993" actId="14100"/>
          <ac:spMkLst>
            <pc:docMk/>
            <pc:sldMk cId="574217602" sldId="265"/>
            <ac:spMk id="28" creationId="{5102FC05-E39C-93DD-214E-F87FF4073319}"/>
          </ac:spMkLst>
        </pc:spChg>
        <pc:spChg chg="add del mod">
          <ac:chgData name="joshianubhav789@gmail.com" userId="50dfd16de4fdcae9" providerId="LiveId" clId="{25BD1244-2B99-4CAB-BF74-D1CE71ED95DE}" dt="2022-06-02T15:56:06.561" v="5553"/>
          <ac:spMkLst>
            <pc:docMk/>
            <pc:sldMk cId="574217602" sldId="265"/>
            <ac:spMk id="30" creationId="{B14B48CD-BE4D-E463-B1A8-A5C4440188A9}"/>
          </ac:spMkLst>
        </pc:spChg>
        <pc:spChg chg="add del mod">
          <ac:chgData name="joshianubhav789@gmail.com" userId="50dfd16de4fdcae9" providerId="LiveId" clId="{25BD1244-2B99-4CAB-BF74-D1CE71ED95DE}" dt="2022-06-02T15:58:44.344" v="5598"/>
          <ac:spMkLst>
            <pc:docMk/>
            <pc:sldMk cId="574217602" sldId="265"/>
            <ac:spMk id="34" creationId="{05F732FA-D74D-30A7-56DB-4638EDECE8A9}"/>
          </ac:spMkLst>
        </pc:spChg>
        <pc:spChg chg="add mod">
          <ac:chgData name="joshianubhav789@gmail.com" userId="50dfd16de4fdcae9" providerId="LiveId" clId="{25BD1244-2B99-4CAB-BF74-D1CE71ED95DE}" dt="2022-07-01T04:35:00.324" v="16880" actId="255"/>
          <ac:spMkLst>
            <pc:docMk/>
            <pc:sldMk cId="574217602" sldId="265"/>
            <ac:spMk id="36" creationId="{A480448E-3410-5D02-ABEF-4679F8DED23D}"/>
          </ac:spMkLst>
        </pc:spChg>
        <pc:spChg chg="add mod">
          <ac:chgData name="joshianubhav789@gmail.com" userId="50dfd16de4fdcae9" providerId="LiveId" clId="{25BD1244-2B99-4CAB-BF74-D1CE71ED95DE}" dt="2022-06-08T06:09:07.658" v="14993" actId="14100"/>
          <ac:spMkLst>
            <pc:docMk/>
            <pc:sldMk cId="574217602" sldId="265"/>
            <ac:spMk id="37" creationId="{568B207A-09D6-5542-D244-86C139D0F32A}"/>
          </ac:spMkLst>
        </pc:spChg>
        <pc:spChg chg="add mod">
          <ac:chgData name="joshianubhav789@gmail.com" userId="50dfd16de4fdcae9" providerId="LiveId" clId="{25BD1244-2B99-4CAB-BF74-D1CE71ED95DE}" dt="2022-06-08T06:09:07.658" v="14993" actId="14100"/>
          <ac:spMkLst>
            <pc:docMk/>
            <pc:sldMk cId="574217602" sldId="265"/>
            <ac:spMk id="38" creationId="{177B4BF5-ECCE-0BE9-16D9-0447D1B6F584}"/>
          </ac:spMkLst>
        </pc:spChg>
        <pc:spChg chg="add mod">
          <ac:chgData name="joshianubhav789@gmail.com" userId="50dfd16de4fdcae9" providerId="LiveId" clId="{25BD1244-2B99-4CAB-BF74-D1CE71ED95DE}" dt="2022-06-08T06:09:07.658" v="14993" actId="14100"/>
          <ac:spMkLst>
            <pc:docMk/>
            <pc:sldMk cId="574217602" sldId="265"/>
            <ac:spMk id="39" creationId="{6DC34DCC-7A8E-892D-418A-91BBC3C54277}"/>
          </ac:spMkLst>
        </pc:spChg>
        <pc:spChg chg="add mod">
          <ac:chgData name="joshianubhav789@gmail.com" userId="50dfd16de4fdcae9" providerId="LiveId" clId="{25BD1244-2B99-4CAB-BF74-D1CE71ED95DE}" dt="2022-06-08T06:09:07.658" v="14993" actId="14100"/>
          <ac:spMkLst>
            <pc:docMk/>
            <pc:sldMk cId="574217602" sldId="265"/>
            <ac:spMk id="40" creationId="{B526A460-8985-0E36-CD66-2E027540E151}"/>
          </ac:spMkLst>
        </pc:spChg>
        <pc:spChg chg="add mod">
          <ac:chgData name="joshianubhav789@gmail.com" userId="50dfd16de4fdcae9" providerId="LiveId" clId="{25BD1244-2B99-4CAB-BF74-D1CE71ED95DE}" dt="2022-06-08T06:09:07.658" v="14993" actId="14100"/>
          <ac:spMkLst>
            <pc:docMk/>
            <pc:sldMk cId="574217602" sldId="265"/>
            <ac:spMk id="41" creationId="{63663619-E631-1504-131B-B6B4E803C1FD}"/>
          </ac:spMkLst>
        </pc:spChg>
        <pc:spChg chg="add mod">
          <ac:chgData name="joshianubhav789@gmail.com" userId="50dfd16de4fdcae9" providerId="LiveId" clId="{25BD1244-2B99-4CAB-BF74-D1CE71ED95DE}" dt="2022-06-08T06:09:07.658" v="14993" actId="14100"/>
          <ac:spMkLst>
            <pc:docMk/>
            <pc:sldMk cId="574217602" sldId="265"/>
            <ac:spMk id="42" creationId="{C3653A55-F7B8-FCE8-2A9A-27FC40230969}"/>
          </ac:spMkLst>
        </pc:spChg>
        <pc:spChg chg="add mod">
          <ac:chgData name="joshianubhav789@gmail.com" userId="50dfd16de4fdcae9" providerId="LiveId" clId="{25BD1244-2B99-4CAB-BF74-D1CE71ED95DE}" dt="2022-06-08T06:09:07.658" v="14993" actId="14100"/>
          <ac:spMkLst>
            <pc:docMk/>
            <pc:sldMk cId="574217602" sldId="265"/>
            <ac:spMk id="43" creationId="{A8125897-A53B-A09C-E1CD-513FD74A32D0}"/>
          </ac:spMkLst>
        </pc:spChg>
        <pc:spChg chg="add mod">
          <ac:chgData name="joshianubhav789@gmail.com" userId="50dfd16de4fdcae9" providerId="LiveId" clId="{25BD1244-2B99-4CAB-BF74-D1CE71ED95DE}" dt="2022-06-08T06:09:07.658" v="14993" actId="14100"/>
          <ac:spMkLst>
            <pc:docMk/>
            <pc:sldMk cId="574217602" sldId="265"/>
            <ac:spMk id="44" creationId="{FACE4D4A-E601-5E7F-64D0-1FD76DA87E41}"/>
          </ac:spMkLst>
        </pc:spChg>
        <pc:spChg chg="add mod">
          <ac:chgData name="joshianubhav789@gmail.com" userId="50dfd16de4fdcae9" providerId="LiveId" clId="{25BD1244-2B99-4CAB-BF74-D1CE71ED95DE}" dt="2022-06-08T06:09:07.658" v="14993" actId="14100"/>
          <ac:spMkLst>
            <pc:docMk/>
            <pc:sldMk cId="574217602" sldId="265"/>
            <ac:spMk id="45" creationId="{E555E8C7-4F99-89BA-C9FC-B23F377E4ED8}"/>
          </ac:spMkLst>
        </pc:spChg>
        <pc:spChg chg="add mod">
          <ac:chgData name="joshianubhav789@gmail.com" userId="50dfd16de4fdcae9" providerId="LiveId" clId="{25BD1244-2B99-4CAB-BF74-D1CE71ED95DE}" dt="2022-06-08T06:09:07.658" v="14993" actId="14100"/>
          <ac:spMkLst>
            <pc:docMk/>
            <pc:sldMk cId="574217602" sldId="265"/>
            <ac:spMk id="46" creationId="{2BE207D3-CC85-97F9-D10F-96D100DD873D}"/>
          </ac:spMkLst>
        </pc:spChg>
        <pc:spChg chg="add mod">
          <ac:chgData name="joshianubhav789@gmail.com" userId="50dfd16de4fdcae9" providerId="LiveId" clId="{25BD1244-2B99-4CAB-BF74-D1CE71ED95DE}" dt="2022-06-08T06:09:07.658" v="14993" actId="14100"/>
          <ac:spMkLst>
            <pc:docMk/>
            <pc:sldMk cId="574217602" sldId="265"/>
            <ac:spMk id="47" creationId="{12215D58-3933-3E28-8818-7917583AE828}"/>
          </ac:spMkLst>
        </pc:spChg>
        <pc:spChg chg="add mod">
          <ac:chgData name="joshianubhav789@gmail.com" userId="50dfd16de4fdcae9" providerId="LiveId" clId="{25BD1244-2B99-4CAB-BF74-D1CE71ED95DE}" dt="2022-06-08T06:09:07.658" v="14993" actId="14100"/>
          <ac:spMkLst>
            <pc:docMk/>
            <pc:sldMk cId="574217602" sldId="265"/>
            <ac:spMk id="48" creationId="{E81962B5-912C-1604-372E-B0A66F3C3ADD}"/>
          </ac:spMkLst>
        </pc:spChg>
        <pc:spChg chg="add mod">
          <ac:chgData name="joshianubhav789@gmail.com" userId="50dfd16de4fdcae9" providerId="LiveId" clId="{25BD1244-2B99-4CAB-BF74-D1CE71ED95DE}" dt="2022-06-08T06:09:07.658" v="14993" actId="14100"/>
          <ac:spMkLst>
            <pc:docMk/>
            <pc:sldMk cId="574217602" sldId="265"/>
            <ac:spMk id="49" creationId="{B1DCC94F-9FB5-BFD9-A490-21F7D7FC9209}"/>
          </ac:spMkLst>
        </pc:spChg>
        <pc:spChg chg="add mod">
          <ac:chgData name="joshianubhav789@gmail.com" userId="50dfd16de4fdcae9" providerId="LiveId" clId="{25BD1244-2B99-4CAB-BF74-D1CE71ED95DE}" dt="2022-06-08T06:09:07.658" v="14993" actId="14100"/>
          <ac:spMkLst>
            <pc:docMk/>
            <pc:sldMk cId="574217602" sldId="265"/>
            <ac:spMk id="50" creationId="{9A7BA34C-270D-74B6-B391-1C19F67664A1}"/>
          </ac:spMkLst>
        </pc:spChg>
        <pc:spChg chg="add mod">
          <ac:chgData name="joshianubhav789@gmail.com" userId="50dfd16de4fdcae9" providerId="LiveId" clId="{25BD1244-2B99-4CAB-BF74-D1CE71ED95DE}" dt="2022-06-08T06:09:07.658" v="14993" actId="14100"/>
          <ac:spMkLst>
            <pc:docMk/>
            <pc:sldMk cId="574217602" sldId="265"/>
            <ac:spMk id="51" creationId="{C10BE4F1-F57F-ACF6-8AF7-5E62744CA60A}"/>
          </ac:spMkLst>
        </pc:spChg>
        <pc:spChg chg="add mod">
          <ac:chgData name="joshianubhav789@gmail.com" userId="50dfd16de4fdcae9" providerId="LiveId" clId="{25BD1244-2B99-4CAB-BF74-D1CE71ED95DE}" dt="2022-06-08T06:09:07.658" v="14993" actId="14100"/>
          <ac:spMkLst>
            <pc:docMk/>
            <pc:sldMk cId="574217602" sldId="265"/>
            <ac:spMk id="52" creationId="{FC0F3796-0811-577C-4302-D584B690AC70}"/>
          </ac:spMkLst>
        </pc:spChg>
        <pc:spChg chg="add mod">
          <ac:chgData name="joshianubhav789@gmail.com" userId="50dfd16de4fdcae9" providerId="LiveId" clId="{25BD1244-2B99-4CAB-BF74-D1CE71ED95DE}" dt="2022-06-08T06:09:10.924" v="14994" actId="14100"/>
          <ac:spMkLst>
            <pc:docMk/>
            <pc:sldMk cId="574217602" sldId="265"/>
            <ac:spMk id="53" creationId="{16343680-5150-946A-DF29-CDB4FA53B315}"/>
          </ac:spMkLst>
        </pc:spChg>
        <pc:spChg chg="add mod">
          <ac:chgData name="joshianubhav789@gmail.com" userId="50dfd16de4fdcae9" providerId="LiveId" clId="{25BD1244-2B99-4CAB-BF74-D1CE71ED95DE}" dt="2022-07-12T15:35:09.740" v="20034" actId="1076"/>
          <ac:spMkLst>
            <pc:docMk/>
            <pc:sldMk cId="574217602" sldId="265"/>
            <ac:spMk id="55" creationId="{6B3D68EC-1DFF-7EB9-2660-7455F2A75C08}"/>
          </ac:spMkLst>
        </pc:spChg>
        <pc:spChg chg="add mod">
          <ac:chgData name="joshianubhav789@gmail.com" userId="50dfd16de4fdcae9" providerId="LiveId" clId="{25BD1244-2B99-4CAB-BF74-D1CE71ED95DE}" dt="2022-07-01T04:34:34.004" v="16875" actId="255"/>
          <ac:spMkLst>
            <pc:docMk/>
            <pc:sldMk cId="574217602" sldId="265"/>
            <ac:spMk id="57" creationId="{D2259583-4C50-B726-4262-8315ACA886F5}"/>
          </ac:spMkLst>
        </pc:spChg>
        <pc:spChg chg="add mod">
          <ac:chgData name="joshianubhav789@gmail.com" userId="50dfd16de4fdcae9" providerId="LiveId" clId="{25BD1244-2B99-4CAB-BF74-D1CE71ED95DE}" dt="2022-07-01T04:35:16.977" v="16899" actId="255"/>
          <ac:spMkLst>
            <pc:docMk/>
            <pc:sldMk cId="574217602" sldId="265"/>
            <ac:spMk id="59" creationId="{637D95CA-45C1-F331-3700-140E25950679}"/>
          </ac:spMkLst>
        </pc:spChg>
        <pc:spChg chg="add mod">
          <ac:chgData name="joshianubhav789@gmail.com" userId="50dfd16de4fdcae9" providerId="LiveId" clId="{25BD1244-2B99-4CAB-BF74-D1CE71ED95DE}" dt="2022-07-01T04:35:21.158" v="16900" actId="255"/>
          <ac:spMkLst>
            <pc:docMk/>
            <pc:sldMk cId="574217602" sldId="265"/>
            <ac:spMk id="60" creationId="{3935EE98-A337-17A1-527B-ED12B1AEEA75}"/>
          </ac:spMkLst>
        </pc:spChg>
        <pc:spChg chg="add mod">
          <ac:chgData name="joshianubhav789@gmail.com" userId="50dfd16de4fdcae9" providerId="LiveId" clId="{25BD1244-2B99-4CAB-BF74-D1CE71ED95DE}" dt="2022-07-01T04:34:51.488" v="16878" actId="255"/>
          <ac:spMkLst>
            <pc:docMk/>
            <pc:sldMk cId="574217602" sldId="265"/>
            <ac:spMk id="61" creationId="{74ADD8C4-0213-23D7-ED10-68848A695CD0}"/>
          </ac:spMkLst>
        </pc:spChg>
        <pc:spChg chg="add del mod">
          <ac:chgData name="joshianubhav789@gmail.com" userId="50dfd16de4fdcae9" providerId="LiveId" clId="{25BD1244-2B99-4CAB-BF74-D1CE71ED95DE}" dt="2022-06-02T15:56:06.559" v="5551" actId="478"/>
          <ac:spMkLst>
            <pc:docMk/>
            <pc:sldMk cId="574217602" sldId="265"/>
            <ac:spMk id="62" creationId="{06B1F44F-A77C-F20E-AFF6-F4BA22ED0D45}"/>
          </ac:spMkLst>
        </pc:spChg>
        <pc:spChg chg="add mod">
          <ac:chgData name="joshianubhav789@gmail.com" userId="50dfd16de4fdcae9" providerId="LiveId" clId="{25BD1244-2B99-4CAB-BF74-D1CE71ED95DE}" dt="2022-07-12T15:25:46.385" v="20027" actId="1038"/>
          <ac:spMkLst>
            <pc:docMk/>
            <pc:sldMk cId="574217602" sldId="265"/>
            <ac:spMk id="62" creationId="{38052F35-E6C3-C9CF-2DE0-84AB513F573D}"/>
          </ac:spMkLst>
        </pc:spChg>
        <pc:spChg chg="add mod">
          <ac:chgData name="joshianubhav789@gmail.com" userId="50dfd16de4fdcae9" providerId="LiveId" clId="{25BD1244-2B99-4CAB-BF74-D1CE71ED95DE}" dt="2022-07-01T04:34:55.791" v="16879" actId="255"/>
          <ac:spMkLst>
            <pc:docMk/>
            <pc:sldMk cId="574217602" sldId="265"/>
            <ac:spMk id="63" creationId="{61A037F9-904F-AA49-400E-0F79CB6170D3}"/>
          </ac:spMkLst>
        </pc:spChg>
        <pc:spChg chg="add mod ord">
          <ac:chgData name="joshianubhav789@gmail.com" userId="50dfd16de4fdcae9" providerId="LiveId" clId="{25BD1244-2B99-4CAB-BF74-D1CE71ED95DE}" dt="2022-07-01T04:35:09.227" v="16898" actId="1038"/>
          <ac:spMkLst>
            <pc:docMk/>
            <pc:sldMk cId="574217602" sldId="265"/>
            <ac:spMk id="4096" creationId="{98BC67C3-3303-DBC5-EF6F-DD36BDE6E08E}"/>
          </ac:spMkLst>
        </pc:spChg>
        <pc:picChg chg="add del mod">
          <ac:chgData name="joshianubhav789@gmail.com" userId="50dfd16de4fdcae9" providerId="LiveId" clId="{25BD1244-2B99-4CAB-BF74-D1CE71ED95DE}" dt="2022-07-02T08:18:03.317" v="18871"/>
          <ac:picMkLst>
            <pc:docMk/>
            <pc:sldMk cId="574217602" sldId="265"/>
            <ac:picMk id="62" creationId="{3D7488F2-B1B3-AE02-E8C6-4413B8438218}"/>
          </ac:picMkLst>
        </pc:picChg>
        <pc:picChg chg="add mod">
          <ac:chgData name="joshianubhav789@gmail.com" userId="50dfd16de4fdcae9" providerId="LiveId" clId="{25BD1244-2B99-4CAB-BF74-D1CE71ED95DE}" dt="2022-06-30T19:17:32.554" v="16074" actId="14100"/>
          <ac:picMkLst>
            <pc:docMk/>
            <pc:sldMk cId="574217602" sldId="265"/>
            <ac:picMk id="4100" creationId="{05D15FB7-5CF6-8BA9-F6F3-C891CF5BAD56}"/>
          </ac:picMkLst>
        </pc:picChg>
        <pc:cxnChg chg="add mod">
          <ac:chgData name="joshianubhav789@gmail.com" userId="50dfd16de4fdcae9" providerId="LiveId" clId="{25BD1244-2B99-4CAB-BF74-D1CE71ED95DE}" dt="2022-06-08T06:09:07.658" v="14993" actId="14100"/>
          <ac:cxnSpMkLst>
            <pc:docMk/>
            <pc:sldMk cId="574217602" sldId="265"/>
            <ac:cxnSpMk id="29" creationId="{9008AFE0-E9BC-C16C-9DFE-A2D6C182117C}"/>
          </ac:cxnSpMkLst>
        </pc:cxnChg>
        <pc:cxnChg chg="add mod">
          <ac:chgData name="joshianubhav789@gmail.com" userId="50dfd16de4fdcae9" providerId="LiveId" clId="{25BD1244-2B99-4CAB-BF74-D1CE71ED95DE}" dt="2022-06-08T06:09:07.658" v="14993" actId="14100"/>
          <ac:cxnSpMkLst>
            <pc:docMk/>
            <pc:sldMk cId="574217602" sldId="265"/>
            <ac:cxnSpMk id="31" creationId="{2D7726CC-167F-471A-9B54-8BEB20542DCE}"/>
          </ac:cxnSpMkLst>
        </pc:cxnChg>
        <pc:cxnChg chg="add mod">
          <ac:chgData name="joshianubhav789@gmail.com" userId="50dfd16de4fdcae9" providerId="LiveId" clId="{25BD1244-2B99-4CAB-BF74-D1CE71ED95DE}" dt="2022-06-08T06:09:07.658" v="14993" actId="14100"/>
          <ac:cxnSpMkLst>
            <pc:docMk/>
            <pc:sldMk cId="574217602" sldId="265"/>
            <ac:cxnSpMk id="33" creationId="{4AE03561-57AC-F31C-9B02-533FBD14B14F}"/>
          </ac:cxnSpMkLst>
        </pc:cxnChg>
        <pc:cxnChg chg="add del mod">
          <ac:chgData name="joshianubhav789@gmail.com" userId="50dfd16de4fdcae9" providerId="LiveId" clId="{25BD1244-2B99-4CAB-BF74-D1CE71ED95DE}" dt="2022-06-02T13:12:12.254" v="5089"/>
          <ac:cxnSpMkLst>
            <pc:docMk/>
            <pc:sldMk cId="574217602" sldId="265"/>
            <ac:cxnSpMk id="35" creationId="{8DE33774-43CA-2BAE-B629-F4776109290A}"/>
          </ac:cxnSpMkLst>
        </pc:cxnChg>
        <pc:cxnChg chg="add mod">
          <ac:chgData name="joshianubhav789@gmail.com" userId="50dfd16de4fdcae9" providerId="LiveId" clId="{25BD1244-2B99-4CAB-BF74-D1CE71ED95DE}" dt="2022-06-08T06:09:07.658" v="14993" actId="14100"/>
          <ac:cxnSpMkLst>
            <pc:docMk/>
            <pc:sldMk cId="574217602" sldId="265"/>
            <ac:cxnSpMk id="54" creationId="{A1636493-E533-9F6A-E1B5-0EAFEEB983C2}"/>
          </ac:cxnSpMkLst>
        </pc:cxnChg>
        <pc:cxnChg chg="add mod">
          <ac:chgData name="joshianubhav789@gmail.com" userId="50dfd16de4fdcae9" providerId="LiveId" clId="{25BD1244-2B99-4CAB-BF74-D1CE71ED95DE}" dt="2022-06-08T06:09:07.658" v="14993" actId="14100"/>
          <ac:cxnSpMkLst>
            <pc:docMk/>
            <pc:sldMk cId="574217602" sldId="265"/>
            <ac:cxnSpMk id="56" creationId="{5285AF5A-6DE8-3F61-DE65-26A17A2E9D3E}"/>
          </ac:cxnSpMkLst>
        </pc:cxnChg>
        <pc:cxnChg chg="add del mod">
          <ac:chgData name="joshianubhav789@gmail.com" userId="50dfd16de4fdcae9" providerId="LiveId" clId="{25BD1244-2B99-4CAB-BF74-D1CE71ED95DE}" dt="2022-06-02T13:14:17.854" v="5308"/>
          <ac:cxnSpMkLst>
            <pc:docMk/>
            <pc:sldMk cId="574217602" sldId="265"/>
            <ac:cxnSpMk id="57" creationId="{0D1859B9-BABD-DF57-3438-FC1C9E3DD616}"/>
          </ac:cxnSpMkLst>
        </pc:cxnChg>
        <pc:cxnChg chg="add mod">
          <ac:chgData name="joshianubhav789@gmail.com" userId="50dfd16de4fdcae9" providerId="LiveId" clId="{25BD1244-2B99-4CAB-BF74-D1CE71ED95DE}" dt="2022-06-08T06:09:07.658" v="14993" actId="14100"/>
          <ac:cxnSpMkLst>
            <pc:docMk/>
            <pc:sldMk cId="574217602" sldId="265"/>
            <ac:cxnSpMk id="58" creationId="{4A4F0C0A-8B46-0137-3D3E-B035D390BA54}"/>
          </ac:cxnSpMkLst>
        </pc:cxnChg>
      </pc:sldChg>
      <pc:sldChg chg="addSp delSp modSp new mod delAnim modAnim">
        <pc:chgData name="joshianubhav789@gmail.com" userId="50dfd16de4fdcae9" providerId="LiveId" clId="{25BD1244-2B99-4CAB-BF74-D1CE71ED95DE}" dt="2022-07-13T06:40:38.828" v="20210" actId="20577"/>
        <pc:sldMkLst>
          <pc:docMk/>
          <pc:sldMk cId="1052206941" sldId="266"/>
        </pc:sldMkLst>
        <pc:spChg chg="mod">
          <ac:chgData name="joshianubhav789@gmail.com" userId="50dfd16de4fdcae9" providerId="LiveId" clId="{25BD1244-2B99-4CAB-BF74-D1CE71ED95DE}" dt="2022-06-02T13:16:06.117" v="5338" actId="207"/>
          <ac:spMkLst>
            <pc:docMk/>
            <pc:sldMk cId="1052206941" sldId="266"/>
            <ac:spMk id="2" creationId="{09309338-120E-611D-3A69-C4F57BD0DDAF}"/>
          </ac:spMkLst>
        </pc:spChg>
        <pc:spChg chg="add del mod ord">
          <ac:chgData name="joshianubhav789@gmail.com" userId="50dfd16de4fdcae9" providerId="LiveId" clId="{25BD1244-2B99-4CAB-BF74-D1CE71ED95DE}" dt="2022-07-12T16:12:53.743" v="20055" actId="1076"/>
          <ac:spMkLst>
            <pc:docMk/>
            <pc:sldMk cId="1052206941" sldId="266"/>
            <ac:spMk id="3" creationId="{8FF3069D-36BC-303D-66F4-600FD737D6DE}"/>
          </ac:spMkLst>
        </pc:spChg>
        <pc:spChg chg="mod">
          <ac:chgData name="joshianubhav789@gmail.com" userId="50dfd16de4fdcae9" providerId="LiveId" clId="{25BD1244-2B99-4CAB-BF74-D1CE71ED95DE}" dt="2022-06-05T18:12:47.743" v="10632"/>
          <ac:spMkLst>
            <pc:docMk/>
            <pc:sldMk cId="1052206941" sldId="266"/>
            <ac:spMk id="4" creationId="{42051F1A-A639-6378-5F85-66D5CEDB74A1}"/>
          </ac:spMkLst>
        </pc:spChg>
        <pc:spChg chg="add del mod">
          <ac:chgData name="joshianubhav789@gmail.com" userId="50dfd16de4fdcae9" providerId="LiveId" clId="{25BD1244-2B99-4CAB-BF74-D1CE71ED95DE}" dt="2022-07-12T16:12:49.644" v="20053" actId="478"/>
          <ac:spMkLst>
            <pc:docMk/>
            <pc:sldMk cId="1052206941" sldId="266"/>
            <ac:spMk id="5" creationId="{CDADECE9-458E-4E4B-0D2C-A69762FF8309}"/>
          </ac:spMkLst>
        </pc:spChg>
        <pc:spChg chg="add mod">
          <ac:chgData name="joshianubhav789@gmail.com" userId="50dfd16de4fdcae9" providerId="LiveId" clId="{25BD1244-2B99-4CAB-BF74-D1CE71ED95DE}" dt="2022-07-13T06:40:38.828" v="20210" actId="20577"/>
          <ac:spMkLst>
            <pc:docMk/>
            <pc:sldMk cId="1052206941" sldId="266"/>
            <ac:spMk id="6" creationId="{18F5FD0A-F656-EBA7-DDF5-15C0CF9B0A2F}"/>
          </ac:spMkLst>
        </pc:spChg>
        <pc:spChg chg="add del mod ord">
          <ac:chgData name="joshianubhav789@gmail.com" userId="50dfd16de4fdcae9" providerId="LiveId" clId="{25BD1244-2B99-4CAB-BF74-D1CE71ED95DE}" dt="2022-07-12T16:12:49.644" v="20053" actId="478"/>
          <ac:spMkLst>
            <pc:docMk/>
            <pc:sldMk cId="1052206941" sldId="266"/>
            <ac:spMk id="7" creationId="{558DCC22-6038-8745-4E3F-BC5EF1D7F2A2}"/>
          </ac:spMkLst>
        </pc:spChg>
        <pc:spChg chg="add mod">
          <ac:chgData name="joshianubhav789@gmail.com" userId="50dfd16de4fdcae9" providerId="LiveId" clId="{25BD1244-2B99-4CAB-BF74-D1CE71ED95DE}" dt="2022-06-03T09:17:46.787" v="6601" actId="1038"/>
          <ac:spMkLst>
            <pc:docMk/>
            <pc:sldMk cId="1052206941" sldId="266"/>
            <ac:spMk id="20" creationId="{3B8FD4F2-09EA-FC6D-AD13-EBE56C8D173C}"/>
          </ac:spMkLst>
        </pc:spChg>
        <pc:spChg chg="add mod">
          <ac:chgData name="joshianubhav789@gmail.com" userId="50dfd16de4fdcae9" providerId="LiveId" clId="{25BD1244-2B99-4CAB-BF74-D1CE71ED95DE}" dt="2022-06-03T09:17:46.787" v="6601" actId="1038"/>
          <ac:spMkLst>
            <pc:docMk/>
            <pc:sldMk cId="1052206941" sldId="266"/>
            <ac:spMk id="22" creationId="{20306279-A169-E21A-E54B-0EC786B72C56}"/>
          </ac:spMkLst>
        </pc:spChg>
        <pc:spChg chg="add del mod">
          <ac:chgData name="joshianubhav789@gmail.com" userId="50dfd16de4fdcae9" providerId="LiveId" clId="{25BD1244-2B99-4CAB-BF74-D1CE71ED95DE}" dt="2022-06-02T16:18:22.513" v="5803" actId="478"/>
          <ac:spMkLst>
            <pc:docMk/>
            <pc:sldMk cId="1052206941" sldId="266"/>
            <ac:spMk id="24" creationId="{086C73C0-65C0-3CB8-99BE-0DD5A64FF122}"/>
          </ac:spMkLst>
        </pc:spChg>
        <pc:spChg chg="add mod">
          <ac:chgData name="joshianubhav789@gmail.com" userId="50dfd16de4fdcae9" providerId="LiveId" clId="{25BD1244-2B99-4CAB-BF74-D1CE71ED95DE}" dt="2022-06-03T09:17:46.787" v="6601" actId="1038"/>
          <ac:spMkLst>
            <pc:docMk/>
            <pc:sldMk cId="1052206941" sldId="266"/>
            <ac:spMk id="26" creationId="{508F10B7-859E-B591-CB8B-12165EEE36DA}"/>
          </ac:spMkLst>
        </pc:spChg>
        <pc:spChg chg="add mod">
          <ac:chgData name="joshianubhav789@gmail.com" userId="50dfd16de4fdcae9" providerId="LiveId" clId="{25BD1244-2B99-4CAB-BF74-D1CE71ED95DE}" dt="2022-06-03T09:17:46.787" v="6601" actId="1038"/>
          <ac:spMkLst>
            <pc:docMk/>
            <pc:sldMk cId="1052206941" sldId="266"/>
            <ac:spMk id="27" creationId="{9056CD46-C478-B47C-FBD7-80AF7FF2FDD2}"/>
          </ac:spMkLst>
        </pc:spChg>
        <pc:spChg chg="add mod">
          <ac:chgData name="joshianubhav789@gmail.com" userId="50dfd16de4fdcae9" providerId="LiveId" clId="{25BD1244-2B99-4CAB-BF74-D1CE71ED95DE}" dt="2022-06-03T09:17:46.787" v="6601" actId="1038"/>
          <ac:spMkLst>
            <pc:docMk/>
            <pc:sldMk cId="1052206941" sldId="266"/>
            <ac:spMk id="34" creationId="{A1EE21C1-F657-4D86-52EE-758DA1830318}"/>
          </ac:spMkLst>
        </pc:spChg>
        <pc:spChg chg="add del">
          <ac:chgData name="joshianubhav789@gmail.com" userId="50dfd16de4fdcae9" providerId="LiveId" clId="{25BD1244-2B99-4CAB-BF74-D1CE71ED95DE}" dt="2022-06-02T16:22:50.411" v="5880" actId="11529"/>
          <ac:spMkLst>
            <pc:docMk/>
            <pc:sldMk cId="1052206941" sldId="266"/>
            <ac:spMk id="35" creationId="{24672BAE-411A-0ABB-1887-B9402265CBDB}"/>
          </ac:spMkLst>
        </pc:spChg>
        <pc:spChg chg="add del mod ord">
          <ac:chgData name="joshianubhav789@gmail.com" userId="50dfd16de4fdcae9" providerId="LiveId" clId="{25BD1244-2B99-4CAB-BF74-D1CE71ED95DE}" dt="2022-06-02T16:23:30.193" v="5886" actId="11529"/>
          <ac:spMkLst>
            <pc:docMk/>
            <pc:sldMk cId="1052206941" sldId="266"/>
            <ac:spMk id="36" creationId="{EEEB5136-A0C8-80AB-3CF9-C32EB2E7BA20}"/>
          </ac:spMkLst>
        </pc:spChg>
        <pc:spChg chg="add mod ord">
          <ac:chgData name="joshianubhav789@gmail.com" userId="50dfd16de4fdcae9" providerId="LiveId" clId="{25BD1244-2B99-4CAB-BF74-D1CE71ED95DE}" dt="2022-06-03T09:17:46.787" v="6601" actId="1038"/>
          <ac:spMkLst>
            <pc:docMk/>
            <pc:sldMk cId="1052206941" sldId="266"/>
            <ac:spMk id="37" creationId="{13404C22-4C4F-CBF0-C8CB-F824E0007D42}"/>
          </ac:spMkLst>
        </pc:spChg>
        <pc:spChg chg="add mod ord">
          <ac:chgData name="joshianubhav789@gmail.com" userId="50dfd16de4fdcae9" providerId="LiveId" clId="{25BD1244-2B99-4CAB-BF74-D1CE71ED95DE}" dt="2022-07-01T04:36:17.709" v="16918" actId="1038"/>
          <ac:spMkLst>
            <pc:docMk/>
            <pc:sldMk cId="1052206941" sldId="266"/>
            <ac:spMk id="38" creationId="{FB7734A3-E441-2988-1265-DB4787BA09CB}"/>
          </ac:spMkLst>
        </pc:spChg>
        <pc:spChg chg="add mod">
          <ac:chgData name="joshianubhav789@gmail.com" userId="50dfd16de4fdcae9" providerId="LiveId" clId="{25BD1244-2B99-4CAB-BF74-D1CE71ED95DE}" dt="2022-06-03T09:17:46.787" v="6601" actId="1038"/>
          <ac:spMkLst>
            <pc:docMk/>
            <pc:sldMk cId="1052206941" sldId="266"/>
            <ac:spMk id="39" creationId="{174A78E5-CB7A-B7A5-F318-16ADD596112F}"/>
          </ac:spMkLst>
        </pc:spChg>
        <pc:spChg chg="add mod">
          <ac:chgData name="joshianubhav789@gmail.com" userId="50dfd16de4fdcae9" providerId="LiveId" clId="{25BD1244-2B99-4CAB-BF74-D1CE71ED95DE}" dt="2022-06-03T09:17:46.787" v="6601" actId="1038"/>
          <ac:spMkLst>
            <pc:docMk/>
            <pc:sldMk cId="1052206941" sldId="266"/>
            <ac:spMk id="41" creationId="{C34A3BE3-B7C0-09D2-7CF9-08F78E1E1DC8}"/>
          </ac:spMkLst>
        </pc:spChg>
        <pc:spChg chg="add mod">
          <ac:chgData name="joshianubhav789@gmail.com" userId="50dfd16de4fdcae9" providerId="LiveId" clId="{25BD1244-2B99-4CAB-BF74-D1CE71ED95DE}" dt="2022-06-03T09:17:46.787" v="6601" actId="1038"/>
          <ac:spMkLst>
            <pc:docMk/>
            <pc:sldMk cId="1052206941" sldId="266"/>
            <ac:spMk id="42" creationId="{C9EFE39C-2E21-C377-4235-D2EAB31B4DDB}"/>
          </ac:spMkLst>
        </pc:spChg>
        <pc:spChg chg="add mod">
          <ac:chgData name="joshianubhav789@gmail.com" userId="50dfd16de4fdcae9" providerId="LiveId" clId="{25BD1244-2B99-4CAB-BF74-D1CE71ED95DE}" dt="2022-06-03T09:17:46.787" v="6601" actId="1038"/>
          <ac:spMkLst>
            <pc:docMk/>
            <pc:sldMk cId="1052206941" sldId="266"/>
            <ac:spMk id="44" creationId="{7B694445-6C9F-6E52-7771-A53E66C3A92B}"/>
          </ac:spMkLst>
        </pc:spChg>
        <pc:spChg chg="add mod">
          <ac:chgData name="joshianubhav789@gmail.com" userId="50dfd16de4fdcae9" providerId="LiveId" clId="{25BD1244-2B99-4CAB-BF74-D1CE71ED95DE}" dt="2022-06-03T09:17:46.787" v="6601" actId="1038"/>
          <ac:spMkLst>
            <pc:docMk/>
            <pc:sldMk cId="1052206941" sldId="266"/>
            <ac:spMk id="46" creationId="{130A30C9-CEA6-241A-C322-0CEC6994DC7C}"/>
          </ac:spMkLst>
        </pc:spChg>
        <pc:spChg chg="add mod">
          <ac:chgData name="joshianubhav789@gmail.com" userId="50dfd16de4fdcae9" providerId="LiveId" clId="{25BD1244-2B99-4CAB-BF74-D1CE71ED95DE}" dt="2022-06-03T09:17:46.787" v="6601" actId="1038"/>
          <ac:spMkLst>
            <pc:docMk/>
            <pc:sldMk cId="1052206941" sldId="266"/>
            <ac:spMk id="54" creationId="{1ECC3489-93A1-DAFA-3AA2-84D8F66626D3}"/>
          </ac:spMkLst>
        </pc:spChg>
        <pc:spChg chg="add mod">
          <ac:chgData name="joshianubhav789@gmail.com" userId="50dfd16de4fdcae9" providerId="LiveId" clId="{25BD1244-2B99-4CAB-BF74-D1CE71ED95DE}" dt="2022-06-03T09:17:46.787" v="6601" actId="1038"/>
          <ac:spMkLst>
            <pc:docMk/>
            <pc:sldMk cId="1052206941" sldId="266"/>
            <ac:spMk id="55" creationId="{0208502B-44C0-4D1F-8938-7797D213FCCC}"/>
          </ac:spMkLst>
        </pc:spChg>
        <pc:spChg chg="add mod">
          <ac:chgData name="joshianubhav789@gmail.com" userId="50dfd16de4fdcae9" providerId="LiveId" clId="{25BD1244-2B99-4CAB-BF74-D1CE71ED95DE}" dt="2022-06-03T09:17:46.787" v="6601" actId="1038"/>
          <ac:spMkLst>
            <pc:docMk/>
            <pc:sldMk cId="1052206941" sldId="266"/>
            <ac:spMk id="56" creationId="{3B4939A1-DB5C-DDBB-044F-3622F8B0ED0A}"/>
          </ac:spMkLst>
        </pc:spChg>
        <pc:spChg chg="add del mod">
          <ac:chgData name="joshianubhav789@gmail.com" userId="50dfd16de4fdcae9" providerId="LiveId" clId="{25BD1244-2B99-4CAB-BF74-D1CE71ED95DE}" dt="2022-06-02T16:30:02.249" v="5983"/>
          <ac:spMkLst>
            <pc:docMk/>
            <pc:sldMk cId="1052206941" sldId="266"/>
            <ac:spMk id="57" creationId="{50F40264-178F-9431-060B-5A8A279F713F}"/>
          </ac:spMkLst>
        </pc:spChg>
        <pc:spChg chg="add mod">
          <ac:chgData name="joshianubhav789@gmail.com" userId="50dfd16de4fdcae9" providerId="LiveId" clId="{25BD1244-2B99-4CAB-BF74-D1CE71ED95DE}" dt="2022-06-03T10:14:59.220" v="7483" actId="1035"/>
          <ac:spMkLst>
            <pc:docMk/>
            <pc:sldMk cId="1052206941" sldId="266"/>
            <ac:spMk id="62" creationId="{94E94B6F-270F-7EDE-5533-F57B2866C3DF}"/>
          </ac:spMkLst>
        </pc:spChg>
        <pc:picChg chg="add del mod">
          <ac:chgData name="joshianubhav789@gmail.com" userId="50dfd16de4fdcae9" providerId="LiveId" clId="{25BD1244-2B99-4CAB-BF74-D1CE71ED95DE}" dt="2022-07-02T08:18:02.913" v="18869"/>
          <ac:picMkLst>
            <pc:docMk/>
            <pc:sldMk cId="1052206941" sldId="266"/>
            <ac:picMk id="32" creationId="{78D5CC30-900D-8493-2A07-1FD98713DC0C}"/>
          </ac:picMkLst>
        </pc:picChg>
        <pc:picChg chg="add mod">
          <ac:chgData name="joshianubhav789@gmail.com" userId="50dfd16de4fdcae9" providerId="LiveId" clId="{25BD1244-2B99-4CAB-BF74-D1CE71ED95DE}" dt="2022-06-03T07:10:43.257" v="6536" actId="1076"/>
          <ac:picMkLst>
            <pc:docMk/>
            <pc:sldMk cId="1052206941" sldId="266"/>
            <ac:picMk id="63" creationId="{C0C74930-F8B3-B32B-CAB0-13B6C8592CA1}"/>
          </ac:picMkLst>
        </pc:picChg>
        <pc:picChg chg="add mod">
          <ac:chgData name="joshianubhav789@gmail.com" userId="50dfd16de4fdcae9" providerId="LiveId" clId="{25BD1244-2B99-4CAB-BF74-D1CE71ED95DE}" dt="2022-06-03T07:10:56.997" v="6546" actId="1035"/>
          <ac:picMkLst>
            <pc:docMk/>
            <pc:sldMk cId="1052206941" sldId="266"/>
            <ac:picMk id="64" creationId="{D7D65E43-D471-E0AA-9EE5-06581353D848}"/>
          </ac:picMkLst>
        </pc:picChg>
        <pc:cxnChg chg="add mod">
          <ac:chgData name="joshianubhav789@gmail.com" userId="50dfd16de4fdcae9" providerId="LiveId" clId="{25BD1244-2B99-4CAB-BF74-D1CE71ED95DE}" dt="2022-06-03T09:17:46.787" v="6601" actId="1038"/>
          <ac:cxnSpMkLst>
            <pc:docMk/>
            <pc:sldMk cId="1052206941" sldId="266"/>
            <ac:cxnSpMk id="8" creationId="{B73E1956-DC65-8687-3A64-00A44D7CB058}"/>
          </ac:cxnSpMkLst>
        </pc:cxnChg>
        <pc:cxnChg chg="add mod">
          <ac:chgData name="joshianubhav789@gmail.com" userId="50dfd16de4fdcae9" providerId="LiveId" clId="{25BD1244-2B99-4CAB-BF74-D1CE71ED95DE}" dt="2022-06-03T09:17:46.787" v="6601" actId="1038"/>
          <ac:cxnSpMkLst>
            <pc:docMk/>
            <pc:sldMk cId="1052206941" sldId="266"/>
            <ac:cxnSpMk id="11" creationId="{F7550163-D95C-15AB-649F-E6FE278C5369}"/>
          </ac:cxnSpMkLst>
        </pc:cxnChg>
        <pc:cxnChg chg="add del mod">
          <ac:chgData name="joshianubhav789@gmail.com" userId="50dfd16de4fdcae9" providerId="LiveId" clId="{25BD1244-2B99-4CAB-BF74-D1CE71ED95DE}" dt="2022-06-02T16:17:09.702" v="5781" actId="11529"/>
          <ac:cxnSpMkLst>
            <pc:docMk/>
            <pc:sldMk cId="1052206941" sldId="266"/>
            <ac:cxnSpMk id="13" creationId="{07F2557C-E176-C0E4-CB0A-5DAAA442E006}"/>
          </ac:cxnSpMkLst>
        </pc:cxnChg>
        <pc:cxnChg chg="add del">
          <ac:chgData name="joshianubhav789@gmail.com" userId="50dfd16de4fdcae9" providerId="LiveId" clId="{25BD1244-2B99-4CAB-BF74-D1CE71ED95DE}" dt="2022-06-02T16:20:04.660" v="5845" actId="11529"/>
          <ac:cxnSpMkLst>
            <pc:docMk/>
            <pc:sldMk cId="1052206941" sldId="266"/>
            <ac:cxnSpMk id="29" creationId="{1E427EEC-467A-E38B-00D2-9EFF1C535E7A}"/>
          </ac:cxnSpMkLst>
        </pc:cxnChg>
        <pc:cxnChg chg="add mod">
          <ac:chgData name="joshianubhav789@gmail.com" userId="50dfd16de4fdcae9" providerId="LiveId" clId="{25BD1244-2B99-4CAB-BF74-D1CE71ED95DE}" dt="2022-06-03T09:17:46.787" v="6601" actId="1038"/>
          <ac:cxnSpMkLst>
            <pc:docMk/>
            <pc:sldMk cId="1052206941" sldId="266"/>
            <ac:cxnSpMk id="31" creationId="{BD421777-54F7-DA62-BFA1-2C169DFB84EF}"/>
          </ac:cxnSpMkLst>
        </pc:cxnChg>
        <pc:cxnChg chg="add mod">
          <ac:chgData name="joshianubhav789@gmail.com" userId="50dfd16de4fdcae9" providerId="LiveId" clId="{25BD1244-2B99-4CAB-BF74-D1CE71ED95DE}" dt="2022-06-03T09:17:46.787" v="6601" actId="1038"/>
          <ac:cxnSpMkLst>
            <pc:docMk/>
            <pc:sldMk cId="1052206941" sldId="266"/>
            <ac:cxnSpMk id="47" creationId="{A69DDA17-B06A-1893-21D6-DD55CA1A7071}"/>
          </ac:cxnSpMkLst>
        </pc:cxnChg>
        <pc:cxnChg chg="add mod">
          <ac:chgData name="joshianubhav789@gmail.com" userId="50dfd16de4fdcae9" providerId="LiveId" clId="{25BD1244-2B99-4CAB-BF74-D1CE71ED95DE}" dt="2022-06-03T09:17:46.787" v="6601" actId="1038"/>
          <ac:cxnSpMkLst>
            <pc:docMk/>
            <pc:sldMk cId="1052206941" sldId="266"/>
            <ac:cxnSpMk id="49" creationId="{2BF99CC8-BC74-225C-EEFE-EBE04D7A43EB}"/>
          </ac:cxnSpMkLst>
        </pc:cxnChg>
        <pc:cxnChg chg="add del mod">
          <ac:chgData name="joshianubhav789@gmail.com" userId="50dfd16de4fdcae9" providerId="LiveId" clId="{25BD1244-2B99-4CAB-BF74-D1CE71ED95DE}" dt="2022-06-02T16:30:08.242" v="5985" actId="478"/>
          <ac:cxnSpMkLst>
            <pc:docMk/>
            <pc:sldMk cId="1052206941" sldId="266"/>
            <ac:cxnSpMk id="52" creationId="{D1EBD09E-D2F4-C1B7-5C60-1B920CC5DD6D}"/>
          </ac:cxnSpMkLst>
        </pc:cxnChg>
        <pc:cxnChg chg="add mod">
          <ac:chgData name="joshianubhav789@gmail.com" userId="50dfd16de4fdcae9" providerId="LiveId" clId="{25BD1244-2B99-4CAB-BF74-D1CE71ED95DE}" dt="2022-06-03T09:17:46.787" v="6601" actId="1038"/>
          <ac:cxnSpMkLst>
            <pc:docMk/>
            <pc:sldMk cId="1052206941" sldId="266"/>
            <ac:cxnSpMk id="59" creationId="{AE7D4CE1-7BFA-E884-886F-6C5075DC4760}"/>
          </ac:cxnSpMkLst>
        </pc:cxnChg>
      </pc:sldChg>
      <pc:sldChg chg="addSp delSp modSp new mod modAnim">
        <pc:chgData name="joshianubhav789@gmail.com" userId="50dfd16de4fdcae9" providerId="LiveId" clId="{25BD1244-2B99-4CAB-BF74-D1CE71ED95DE}" dt="2022-07-12T16:42:23.127" v="20162"/>
        <pc:sldMkLst>
          <pc:docMk/>
          <pc:sldMk cId="2021680745" sldId="267"/>
        </pc:sldMkLst>
        <pc:spChg chg="del">
          <ac:chgData name="joshianubhav789@gmail.com" userId="50dfd16de4fdcae9" providerId="LiveId" clId="{25BD1244-2B99-4CAB-BF74-D1CE71ED95DE}" dt="2022-06-02T16:38:45.167" v="6285" actId="478"/>
          <ac:spMkLst>
            <pc:docMk/>
            <pc:sldMk cId="2021680745" sldId="267"/>
            <ac:spMk id="2" creationId="{CBE1C975-EFE1-21F9-FAB6-0E38A4203CEC}"/>
          </ac:spMkLst>
        </pc:spChg>
        <pc:spChg chg="mod">
          <ac:chgData name="joshianubhav789@gmail.com" userId="50dfd16de4fdcae9" providerId="LiveId" clId="{25BD1244-2B99-4CAB-BF74-D1CE71ED95DE}" dt="2022-07-12T16:22:38.701" v="20070"/>
          <ac:spMkLst>
            <pc:docMk/>
            <pc:sldMk cId="2021680745" sldId="267"/>
            <ac:spMk id="3" creationId="{9A4273B2-ECE4-813F-A483-6063679DB2D5}"/>
          </ac:spMkLst>
        </pc:spChg>
        <pc:spChg chg="mod">
          <ac:chgData name="joshianubhav789@gmail.com" userId="50dfd16de4fdcae9" providerId="LiveId" clId="{25BD1244-2B99-4CAB-BF74-D1CE71ED95DE}" dt="2022-06-05T18:12:47.743" v="10632"/>
          <ac:spMkLst>
            <pc:docMk/>
            <pc:sldMk cId="2021680745" sldId="267"/>
            <ac:spMk id="4" creationId="{F1FCC20D-39BF-176B-F508-0275AA7578D3}"/>
          </ac:spMkLst>
        </pc:spChg>
        <pc:spChg chg="add mod ord">
          <ac:chgData name="joshianubhav789@gmail.com" userId="50dfd16de4fdcae9" providerId="LiveId" clId="{25BD1244-2B99-4CAB-BF74-D1CE71ED95DE}" dt="2022-06-03T10:21:13.943" v="7625" actId="1038"/>
          <ac:spMkLst>
            <pc:docMk/>
            <pc:sldMk cId="2021680745" sldId="267"/>
            <ac:spMk id="12" creationId="{E8E83CED-74FD-3C29-FF46-38FE50637ED0}"/>
          </ac:spMkLst>
        </pc:spChg>
        <pc:spChg chg="add mod ord">
          <ac:chgData name="joshianubhav789@gmail.com" userId="50dfd16de4fdcae9" providerId="LiveId" clId="{25BD1244-2B99-4CAB-BF74-D1CE71ED95DE}" dt="2022-06-03T10:21:13.943" v="7625" actId="1038"/>
          <ac:spMkLst>
            <pc:docMk/>
            <pc:sldMk cId="2021680745" sldId="267"/>
            <ac:spMk id="13" creationId="{86B976DF-B7DF-100C-CE1D-B2D1E40233B7}"/>
          </ac:spMkLst>
        </pc:spChg>
        <pc:spChg chg="add mod ord">
          <ac:chgData name="joshianubhav789@gmail.com" userId="50dfd16de4fdcae9" providerId="LiveId" clId="{25BD1244-2B99-4CAB-BF74-D1CE71ED95DE}" dt="2022-06-03T10:21:13.943" v="7625" actId="1038"/>
          <ac:spMkLst>
            <pc:docMk/>
            <pc:sldMk cId="2021680745" sldId="267"/>
            <ac:spMk id="14" creationId="{21EC8ED1-05D8-A2FF-7127-9F7A9F84B05B}"/>
          </ac:spMkLst>
        </pc:spChg>
        <pc:spChg chg="add del mod">
          <ac:chgData name="joshianubhav789@gmail.com" userId="50dfd16de4fdcae9" providerId="LiveId" clId="{25BD1244-2B99-4CAB-BF74-D1CE71ED95DE}" dt="2022-06-03T09:36:33.977" v="6968" actId="478"/>
          <ac:spMkLst>
            <pc:docMk/>
            <pc:sldMk cId="2021680745" sldId="267"/>
            <ac:spMk id="15" creationId="{DC382119-F1E1-2C62-36D6-6B2F6CC1FDFB}"/>
          </ac:spMkLst>
        </pc:spChg>
        <pc:spChg chg="add mod ord">
          <ac:chgData name="joshianubhav789@gmail.com" userId="50dfd16de4fdcae9" providerId="LiveId" clId="{25BD1244-2B99-4CAB-BF74-D1CE71ED95DE}" dt="2022-06-03T10:21:13.943" v="7625" actId="1038"/>
          <ac:spMkLst>
            <pc:docMk/>
            <pc:sldMk cId="2021680745" sldId="267"/>
            <ac:spMk id="16" creationId="{BB483E07-EDD6-9F3E-DF3E-7769C46073FF}"/>
          </ac:spMkLst>
        </pc:spChg>
        <pc:spChg chg="add mod">
          <ac:chgData name="joshianubhav789@gmail.com" userId="50dfd16de4fdcae9" providerId="LiveId" clId="{25BD1244-2B99-4CAB-BF74-D1CE71ED95DE}" dt="2022-06-03T10:21:13.943" v="7625" actId="1038"/>
          <ac:spMkLst>
            <pc:docMk/>
            <pc:sldMk cId="2021680745" sldId="267"/>
            <ac:spMk id="18" creationId="{020E7DD5-A867-61AB-DCB0-AC584B0E482B}"/>
          </ac:spMkLst>
        </pc:spChg>
        <pc:spChg chg="add del mod">
          <ac:chgData name="joshianubhav789@gmail.com" userId="50dfd16de4fdcae9" providerId="LiveId" clId="{25BD1244-2B99-4CAB-BF74-D1CE71ED95DE}" dt="2022-06-03T09:23:49.953" v="6675"/>
          <ac:spMkLst>
            <pc:docMk/>
            <pc:sldMk cId="2021680745" sldId="267"/>
            <ac:spMk id="24" creationId="{FFB508D7-5C28-48ED-7E5E-D5D4EE70D971}"/>
          </ac:spMkLst>
        </pc:spChg>
        <pc:spChg chg="add mod">
          <ac:chgData name="joshianubhav789@gmail.com" userId="50dfd16de4fdcae9" providerId="LiveId" clId="{25BD1244-2B99-4CAB-BF74-D1CE71ED95DE}" dt="2022-06-03T10:21:13.943" v="7625" actId="1038"/>
          <ac:spMkLst>
            <pc:docMk/>
            <pc:sldMk cId="2021680745" sldId="267"/>
            <ac:spMk id="25" creationId="{AC0E5B5E-7928-1DB0-BFFE-49C47C1306D7}"/>
          </ac:spMkLst>
        </pc:spChg>
        <pc:spChg chg="add mod">
          <ac:chgData name="joshianubhav789@gmail.com" userId="50dfd16de4fdcae9" providerId="LiveId" clId="{25BD1244-2B99-4CAB-BF74-D1CE71ED95DE}" dt="2022-07-12T16:23:20.031" v="20092" actId="1036"/>
          <ac:spMkLst>
            <pc:docMk/>
            <pc:sldMk cId="2021680745" sldId="267"/>
            <ac:spMk id="43" creationId="{4B905D19-3E6D-5B2B-2156-ABF358B260C3}"/>
          </ac:spMkLst>
        </pc:spChg>
        <pc:spChg chg="add mod">
          <ac:chgData name="joshianubhav789@gmail.com" userId="50dfd16de4fdcae9" providerId="LiveId" clId="{25BD1244-2B99-4CAB-BF74-D1CE71ED95DE}" dt="2022-07-02T08:18:02.477" v="18867" actId="1037"/>
          <ac:spMkLst>
            <pc:docMk/>
            <pc:sldMk cId="2021680745" sldId="267"/>
            <ac:spMk id="52" creationId="{613A7394-40EA-735B-B191-014FE30ABEA0}"/>
          </ac:spMkLst>
        </pc:spChg>
        <pc:spChg chg="add mod">
          <ac:chgData name="joshianubhav789@gmail.com" userId="50dfd16de4fdcae9" providerId="LiveId" clId="{25BD1244-2B99-4CAB-BF74-D1CE71ED95DE}" dt="2022-06-03T10:21:32.863" v="7668" actId="1037"/>
          <ac:spMkLst>
            <pc:docMk/>
            <pc:sldMk cId="2021680745" sldId="267"/>
            <ac:spMk id="53" creationId="{44F3BAF9-6B85-5186-DE6F-B876844F152E}"/>
          </ac:spMkLst>
        </pc:spChg>
        <pc:spChg chg="add mod">
          <ac:chgData name="joshianubhav789@gmail.com" userId="50dfd16de4fdcae9" providerId="LiveId" clId="{25BD1244-2B99-4CAB-BF74-D1CE71ED95DE}" dt="2022-06-03T10:21:23.870" v="7661" actId="1037"/>
          <ac:spMkLst>
            <pc:docMk/>
            <pc:sldMk cId="2021680745" sldId="267"/>
            <ac:spMk id="54" creationId="{B3CAFE06-E9FD-D2AC-F55C-CF5C143659FC}"/>
          </ac:spMkLst>
        </pc:spChg>
        <pc:spChg chg="add mod ord">
          <ac:chgData name="joshianubhav789@gmail.com" userId="50dfd16de4fdcae9" providerId="LiveId" clId="{25BD1244-2B99-4CAB-BF74-D1CE71ED95DE}" dt="2022-07-02T08:18:02.477" v="18867" actId="1037"/>
          <ac:spMkLst>
            <pc:docMk/>
            <pc:sldMk cId="2021680745" sldId="267"/>
            <ac:spMk id="55" creationId="{1D67E776-2FBA-758F-3516-B5119CC4052E}"/>
          </ac:spMkLst>
        </pc:spChg>
        <pc:spChg chg="add mod">
          <ac:chgData name="joshianubhav789@gmail.com" userId="50dfd16de4fdcae9" providerId="LiveId" clId="{25BD1244-2B99-4CAB-BF74-D1CE71ED95DE}" dt="2022-06-03T10:21:13.943" v="7625" actId="1038"/>
          <ac:spMkLst>
            <pc:docMk/>
            <pc:sldMk cId="2021680745" sldId="267"/>
            <ac:spMk id="58" creationId="{ADD6FBAF-417F-3DEF-E159-AE799953386A}"/>
          </ac:spMkLst>
        </pc:spChg>
        <pc:spChg chg="add mod">
          <ac:chgData name="joshianubhav789@gmail.com" userId="50dfd16de4fdcae9" providerId="LiveId" clId="{25BD1244-2B99-4CAB-BF74-D1CE71ED95DE}" dt="2022-06-03T10:21:13.943" v="7625" actId="1038"/>
          <ac:spMkLst>
            <pc:docMk/>
            <pc:sldMk cId="2021680745" sldId="267"/>
            <ac:spMk id="59" creationId="{9E21FDCF-F84D-2599-7BA3-F5409360A0A5}"/>
          </ac:spMkLst>
        </pc:spChg>
        <pc:spChg chg="add mod">
          <ac:chgData name="joshianubhav789@gmail.com" userId="50dfd16de4fdcae9" providerId="LiveId" clId="{25BD1244-2B99-4CAB-BF74-D1CE71ED95DE}" dt="2022-06-03T10:21:13.943" v="7625" actId="1038"/>
          <ac:spMkLst>
            <pc:docMk/>
            <pc:sldMk cId="2021680745" sldId="267"/>
            <ac:spMk id="60" creationId="{A53D1428-1D97-EB96-7E7B-A0AA359A9666}"/>
          </ac:spMkLst>
        </pc:spChg>
        <pc:spChg chg="add mod ord">
          <ac:chgData name="joshianubhav789@gmail.com" userId="50dfd16de4fdcae9" providerId="LiveId" clId="{25BD1244-2B99-4CAB-BF74-D1CE71ED95DE}" dt="2022-06-03T10:36:47.355" v="7830" actId="1035"/>
          <ac:spMkLst>
            <pc:docMk/>
            <pc:sldMk cId="2021680745" sldId="267"/>
            <ac:spMk id="76" creationId="{5AD44B9F-7E72-EC6F-94B1-002ADFEE21DE}"/>
          </ac:spMkLst>
        </pc:spChg>
        <pc:spChg chg="add mod">
          <ac:chgData name="joshianubhav789@gmail.com" userId="50dfd16de4fdcae9" providerId="LiveId" clId="{25BD1244-2B99-4CAB-BF74-D1CE71ED95DE}" dt="2022-07-01T04:38:45.200" v="16960" actId="14100"/>
          <ac:spMkLst>
            <pc:docMk/>
            <pc:sldMk cId="2021680745" sldId="267"/>
            <ac:spMk id="77" creationId="{0C8481D1-4C19-0255-402E-C79CAE786885}"/>
          </ac:spMkLst>
        </pc:spChg>
        <pc:spChg chg="add mod">
          <ac:chgData name="joshianubhav789@gmail.com" userId="50dfd16de4fdcae9" providerId="LiveId" clId="{25BD1244-2B99-4CAB-BF74-D1CE71ED95DE}" dt="2022-07-01T04:38:17.501" v="16958" actId="255"/>
          <ac:spMkLst>
            <pc:docMk/>
            <pc:sldMk cId="2021680745" sldId="267"/>
            <ac:spMk id="1031" creationId="{D7D88574-8EE3-3B60-EF47-BE2B748B06AA}"/>
          </ac:spMkLst>
        </pc:spChg>
        <pc:spChg chg="add mod">
          <ac:chgData name="joshianubhav789@gmail.com" userId="50dfd16de4fdcae9" providerId="LiveId" clId="{25BD1244-2B99-4CAB-BF74-D1CE71ED95DE}" dt="2022-06-03T10:36:47.355" v="7830" actId="1035"/>
          <ac:spMkLst>
            <pc:docMk/>
            <pc:sldMk cId="2021680745" sldId="267"/>
            <ac:spMk id="1032" creationId="{5843C591-DFFE-3E2D-D852-46A3420AF56C}"/>
          </ac:spMkLst>
        </pc:spChg>
        <pc:spChg chg="add mod ord">
          <ac:chgData name="joshianubhav789@gmail.com" userId="50dfd16de4fdcae9" providerId="LiveId" clId="{25BD1244-2B99-4CAB-BF74-D1CE71ED95DE}" dt="2022-06-03T10:36:47.355" v="7830" actId="1035"/>
          <ac:spMkLst>
            <pc:docMk/>
            <pc:sldMk cId="2021680745" sldId="267"/>
            <ac:spMk id="1033" creationId="{D867E2D9-7E3E-D7E7-0069-CCC1CCA18934}"/>
          </ac:spMkLst>
        </pc:spChg>
        <pc:graphicFrameChg chg="add del mod modGraphic">
          <ac:chgData name="joshianubhav789@gmail.com" userId="50dfd16de4fdcae9" providerId="LiveId" clId="{25BD1244-2B99-4CAB-BF74-D1CE71ED95DE}" dt="2022-06-03T09:40:22.033" v="7001" actId="478"/>
          <ac:graphicFrameMkLst>
            <pc:docMk/>
            <pc:sldMk cId="2021680745" sldId="267"/>
            <ac:graphicFrameMk id="62" creationId="{A7D2F32E-CA32-9253-C43D-81D77024E4D5}"/>
          </ac:graphicFrameMkLst>
        </pc:graphicFrameChg>
        <pc:graphicFrameChg chg="add del mod">
          <ac:chgData name="joshianubhav789@gmail.com" userId="50dfd16de4fdcae9" providerId="LiveId" clId="{25BD1244-2B99-4CAB-BF74-D1CE71ED95DE}" dt="2022-06-03T09:39:43.076" v="6993"/>
          <ac:graphicFrameMkLst>
            <pc:docMk/>
            <pc:sldMk cId="2021680745" sldId="267"/>
            <ac:graphicFrameMk id="63" creationId="{1A57185E-3551-D2CB-E01B-81627E57FB4D}"/>
          </ac:graphicFrameMkLst>
        </pc:graphicFrameChg>
        <pc:graphicFrameChg chg="add del">
          <ac:chgData name="joshianubhav789@gmail.com" userId="50dfd16de4fdcae9" providerId="LiveId" clId="{25BD1244-2B99-4CAB-BF74-D1CE71ED95DE}" dt="2022-06-03T09:40:32.636" v="7003" actId="3680"/>
          <ac:graphicFrameMkLst>
            <pc:docMk/>
            <pc:sldMk cId="2021680745" sldId="267"/>
            <ac:graphicFrameMk id="1024" creationId="{B75A970A-E265-446C-F9FD-A12352BA0959}"/>
          </ac:graphicFrameMkLst>
        </pc:graphicFrameChg>
        <pc:graphicFrameChg chg="add mod modGraphic">
          <ac:chgData name="joshianubhav789@gmail.com" userId="50dfd16de4fdcae9" providerId="LiveId" clId="{25BD1244-2B99-4CAB-BF74-D1CE71ED95DE}" dt="2022-07-01T04:38:04.884" v="16957" actId="1038"/>
          <ac:graphicFrameMkLst>
            <pc:docMk/>
            <pc:sldMk cId="2021680745" sldId="267"/>
            <ac:graphicFrameMk id="1025" creationId="{59F8B039-8F3F-3368-F8FC-8012C3111854}"/>
          </ac:graphicFrameMkLst>
        </pc:graphicFrameChg>
        <pc:picChg chg="add del mod">
          <ac:chgData name="joshianubhav789@gmail.com" userId="50dfd16de4fdcae9" providerId="LiveId" clId="{25BD1244-2B99-4CAB-BF74-D1CE71ED95DE}" dt="2022-07-02T08:18:02.687" v="18868"/>
          <ac:picMkLst>
            <pc:docMk/>
            <pc:sldMk cId="2021680745" sldId="267"/>
            <ac:picMk id="40" creationId="{00C67CBB-91A0-F0EB-B5C6-D311A6A1D7A3}"/>
          </ac:picMkLst>
        </pc:picChg>
        <pc:picChg chg="add mod">
          <ac:chgData name="joshianubhav789@gmail.com" userId="50dfd16de4fdcae9" providerId="LiveId" clId="{25BD1244-2B99-4CAB-BF74-D1CE71ED95DE}" dt="2022-06-03T09:22:13.606" v="6659" actId="1076"/>
          <ac:picMkLst>
            <pc:docMk/>
            <pc:sldMk cId="2021680745" sldId="267"/>
            <ac:picMk id="1026" creationId="{A7F9EF1A-BDAE-616B-0324-242A40123C90}"/>
          </ac:picMkLst>
        </pc:picChg>
        <pc:picChg chg="add mod">
          <ac:chgData name="joshianubhav789@gmail.com" userId="50dfd16de4fdcae9" providerId="LiveId" clId="{25BD1244-2B99-4CAB-BF74-D1CE71ED95DE}" dt="2022-06-03T10:36:57.806" v="7840" actId="1035"/>
          <ac:picMkLst>
            <pc:docMk/>
            <pc:sldMk cId="2021680745" sldId="267"/>
            <ac:picMk id="1030" creationId="{08965C2C-80AB-95A6-0E91-D0E17053C082}"/>
          </ac:picMkLst>
        </pc:picChg>
        <pc:cxnChg chg="add del">
          <ac:chgData name="joshianubhav789@gmail.com" userId="50dfd16de4fdcae9" providerId="LiveId" clId="{25BD1244-2B99-4CAB-BF74-D1CE71ED95DE}" dt="2022-06-03T09:18:19.646" v="6607" actId="21"/>
          <ac:cxnSpMkLst>
            <pc:docMk/>
            <pc:sldMk cId="2021680745" sldId="267"/>
            <ac:cxnSpMk id="5" creationId="{C65E5F60-E8CF-9E2F-CA5E-6F4E33F05F14}"/>
          </ac:cxnSpMkLst>
        </pc:cxnChg>
        <pc:cxnChg chg="add mod">
          <ac:chgData name="joshianubhav789@gmail.com" userId="50dfd16de4fdcae9" providerId="LiveId" clId="{25BD1244-2B99-4CAB-BF74-D1CE71ED95DE}" dt="2022-06-03T10:21:13.943" v="7625" actId="1038"/>
          <ac:cxnSpMkLst>
            <pc:docMk/>
            <pc:sldMk cId="2021680745" sldId="267"/>
            <ac:cxnSpMk id="7" creationId="{40783DAD-21FF-D2FD-63E2-E7FD9D6CAEF0}"/>
          </ac:cxnSpMkLst>
        </pc:cxnChg>
        <pc:cxnChg chg="add mod">
          <ac:chgData name="joshianubhav789@gmail.com" userId="50dfd16de4fdcae9" providerId="LiveId" clId="{25BD1244-2B99-4CAB-BF74-D1CE71ED95DE}" dt="2022-06-03T10:21:13.943" v="7625" actId="1038"/>
          <ac:cxnSpMkLst>
            <pc:docMk/>
            <pc:sldMk cId="2021680745" sldId="267"/>
            <ac:cxnSpMk id="8" creationId="{1497B7D2-9B83-B245-C370-11736FE5A851}"/>
          </ac:cxnSpMkLst>
        </pc:cxnChg>
        <pc:cxnChg chg="add del mod">
          <ac:chgData name="joshianubhav789@gmail.com" userId="50dfd16de4fdcae9" providerId="LiveId" clId="{25BD1244-2B99-4CAB-BF74-D1CE71ED95DE}" dt="2022-06-03T09:38:41.845" v="6978" actId="478"/>
          <ac:cxnSpMkLst>
            <pc:docMk/>
            <pc:sldMk cId="2021680745" sldId="267"/>
            <ac:cxnSpMk id="19" creationId="{D6BB30D6-9063-17E8-53D5-0D3CE0E38E02}"/>
          </ac:cxnSpMkLst>
        </pc:cxnChg>
        <pc:cxnChg chg="add mod">
          <ac:chgData name="joshianubhav789@gmail.com" userId="50dfd16de4fdcae9" providerId="LiveId" clId="{25BD1244-2B99-4CAB-BF74-D1CE71ED95DE}" dt="2022-06-03T10:21:13.943" v="7625" actId="1038"/>
          <ac:cxnSpMkLst>
            <pc:docMk/>
            <pc:sldMk cId="2021680745" sldId="267"/>
            <ac:cxnSpMk id="26" creationId="{BF4AB616-658F-C08F-1412-61B00353D87B}"/>
          </ac:cxnSpMkLst>
        </pc:cxnChg>
        <pc:cxnChg chg="add mod">
          <ac:chgData name="joshianubhav789@gmail.com" userId="50dfd16de4fdcae9" providerId="LiveId" clId="{25BD1244-2B99-4CAB-BF74-D1CE71ED95DE}" dt="2022-06-03T10:21:13.943" v="7625" actId="1038"/>
          <ac:cxnSpMkLst>
            <pc:docMk/>
            <pc:sldMk cId="2021680745" sldId="267"/>
            <ac:cxnSpMk id="28" creationId="{144C73D8-C181-B967-0623-6791D03D34D7}"/>
          </ac:cxnSpMkLst>
        </pc:cxnChg>
        <pc:cxnChg chg="add mod">
          <ac:chgData name="joshianubhav789@gmail.com" userId="50dfd16de4fdcae9" providerId="LiveId" clId="{25BD1244-2B99-4CAB-BF74-D1CE71ED95DE}" dt="2022-06-03T10:21:13.943" v="7625" actId="1038"/>
          <ac:cxnSpMkLst>
            <pc:docMk/>
            <pc:sldMk cId="2021680745" sldId="267"/>
            <ac:cxnSpMk id="32" creationId="{4F76F4B6-6117-2EFD-EABA-4FA6D4295BF3}"/>
          </ac:cxnSpMkLst>
        </pc:cxnChg>
        <pc:cxnChg chg="add mod">
          <ac:chgData name="joshianubhav789@gmail.com" userId="50dfd16de4fdcae9" providerId="LiveId" clId="{25BD1244-2B99-4CAB-BF74-D1CE71ED95DE}" dt="2022-06-03T10:21:13.943" v="7625" actId="1038"/>
          <ac:cxnSpMkLst>
            <pc:docMk/>
            <pc:sldMk cId="2021680745" sldId="267"/>
            <ac:cxnSpMk id="37" creationId="{7BF21088-9C0A-20F1-72BE-EA90330DF495}"/>
          </ac:cxnSpMkLst>
        </pc:cxnChg>
        <pc:cxnChg chg="add mod">
          <ac:chgData name="joshianubhav789@gmail.com" userId="50dfd16de4fdcae9" providerId="LiveId" clId="{25BD1244-2B99-4CAB-BF74-D1CE71ED95DE}" dt="2022-06-03T10:21:13.943" v="7625" actId="1038"/>
          <ac:cxnSpMkLst>
            <pc:docMk/>
            <pc:sldMk cId="2021680745" sldId="267"/>
            <ac:cxnSpMk id="41" creationId="{1A15EBF1-1BAD-FEC9-ECDE-D8621FAFA05E}"/>
          </ac:cxnSpMkLst>
        </pc:cxnChg>
        <pc:cxnChg chg="add mod">
          <ac:chgData name="joshianubhav789@gmail.com" userId="50dfd16de4fdcae9" providerId="LiveId" clId="{25BD1244-2B99-4CAB-BF74-D1CE71ED95DE}" dt="2022-06-03T10:21:13.943" v="7625" actId="1038"/>
          <ac:cxnSpMkLst>
            <pc:docMk/>
            <pc:sldMk cId="2021680745" sldId="267"/>
            <ac:cxnSpMk id="42" creationId="{A5CC83DD-D558-E53F-6A4C-36F05030525C}"/>
          </ac:cxnSpMkLst>
        </pc:cxnChg>
        <pc:cxnChg chg="add mod">
          <ac:chgData name="joshianubhav789@gmail.com" userId="50dfd16de4fdcae9" providerId="LiveId" clId="{25BD1244-2B99-4CAB-BF74-D1CE71ED95DE}" dt="2022-06-03T10:21:13.943" v="7625" actId="1038"/>
          <ac:cxnSpMkLst>
            <pc:docMk/>
            <pc:sldMk cId="2021680745" sldId="267"/>
            <ac:cxnSpMk id="44" creationId="{98405973-D534-D45D-6644-25490EE016DC}"/>
          </ac:cxnSpMkLst>
        </pc:cxnChg>
        <pc:cxnChg chg="add mod">
          <ac:chgData name="joshianubhav789@gmail.com" userId="50dfd16de4fdcae9" providerId="LiveId" clId="{25BD1244-2B99-4CAB-BF74-D1CE71ED95DE}" dt="2022-06-03T10:21:13.943" v="7625" actId="1038"/>
          <ac:cxnSpMkLst>
            <pc:docMk/>
            <pc:sldMk cId="2021680745" sldId="267"/>
            <ac:cxnSpMk id="45" creationId="{E94B179E-5BED-0720-FE54-CD0DBDAED5CC}"/>
          </ac:cxnSpMkLst>
        </pc:cxnChg>
        <pc:cxnChg chg="add mod">
          <ac:chgData name="joshianubhav789@gmail.com" userId="50dfd16de4fdcae9" providerId="LiveId" clId="{25BD1244-2B99-4CAB-BF74-D1CE71ED95DE}" dt="2022-06-03T10:21:13.943" v="7625" actId="1038"/>
          <ac:cxnSpMkLst>
            <pc:docMk/>
            <pc:sldMk cId="2021680745" sldId="267"/>
            <ac:cxnSpMk id="50" creationId="{132EBDB7-DDC6-29B3-2AD7-9368315C6F0F}"/>
          </ac:cxnSpMkLst>
        </pc:cxnChg>
        <pc:cxnChg chg="add mod">
          <ac:chgData name="joshianubhav789@gmail.com" userId="50dfd16de4fdcae9" providerId="LiveId" clId="{25BD1244-2B99-4CAB-BF74-D1CE71ED95DE}" dt="2022-06-03T10:21:13.943" v="7625" actId="1038"/>
          <ac:cxnSpMkLst>
            <pc:docMk/>
            <pc:sldMk cId="2021680745" sldId="267"/>
            <ac:cxnSpMk id="61" creationId="{98F795BF-6895-5DC1-5C60-30F2A4E948B3}"/>
          </ac:cxnSpMkLst>
        </pc:cxnChg>
        <pc:cxnChg chg="add mod">
          <ac:chgData name="joshianubhav789@gmail.com" userId="50dfd16de4fdcae9" providerId="LiveId" clId="{25BD1244-2B99-4CAB-BF74-D1CE71ED95DE}" dt="2022-07-01T04:38:04.884" v="16957" actId="1038"/>
          <ac:cxnSpMkLst>
            <pc:docMk/>
            <pc:sldMk cId="2021680745" sldId="267"/>
            <ac:cxnSpMk id="70" creationId="{4CAF631A-089E-DFAD-9EC2-535D9180A889}"/>
          </ac:cxnSpMkLst>
        </pc:cxnChg>
        <pc:cxnChg chg="add mod">
          <ac:chgData name="joshianubhav789@gmail.com" userId="50dfd16de4fdcae9" providerId="LiveId" clId="{25BD1244-2B99-4CAB-BF74-D1CE71ED95DE}" dt="2022-07-01T04:38:04.884" v="16957" actId="1038"/>
          <ac:cxnSpMkLst>
            <pc:docMk/>
            <pc:sldMk cId="2021680745" sldId="267"/>
            <ac:cxnSpMk id="71" creationId="{48098429-FB80-CA24-9D14-CB41FA734025}"/>
          </ac:cxnSpMkLst>
        </pc:cxnChg>
        <pc:cxnChg chg="add mod">
          <ac:chgData name="joshianubhav789@gmail.com" userId="50dfd16de4fdcae9" providerId="LiveId" clId="{25BD1244-2B99-4CAB-BF74-D1CE71ED95DE}" dt="2022-07-01T04:38:04.884" v="16957" actId="1038"/>
          <ac:cxnSpMkLst>
            <pc:docMk/>
            <pc:sldMk cId="2021680745" sldId="267"/>
            <ac:cxnSpMk id="1028" creationId="{9322CDC7-B9E2-5A63-8043-C328F87E860C}"/>
          </ac:cxnSpMkLst>
        </pc:cxnChg>
      </pc:sldChg>
      <pc:sldChg chg="addSp delSp modSp new mod addAnim delAnim modAnim">
        <pc:chgData name="joshianubhav789@gmail.com" userId="50dfd16de4fdcae9" providerId="LiveId" clId="{25BD1244-2B99-4CAB-BF74-D1CE71ED95DE}" dt="2022-07-30T14:06:38.643" v="20606" actId="21"/>
        <pc:sldMkLst>
          <pc:docMk/>
          <pc:sldMk cId="4246698282" sldId="268"/>
        </pc:sldMkLst>
        <pc:spChg chg="mod">
          <ac:chgData name="joshianubhav789@gmail.com" userId="50dfd16de4fdcae9" providerId="LiveId" clId="{25BD1244-2B99-4CAB-BF74-D1CE71ED95DE}" dt="2022-06-04T12:24:40.403" v="10337" actId="21"/>
          <ac:spMkLst>
            <pc:docMk/>
            <pc:sldMk cId="4246698282" sldId="268"/>
            <ac:spMk id="2" creationId="{779BA414-AD6B-8CEB-4B61-C57EDB751ABF}"/>
          </ac:spMkLst>
        </pc:spChg>
        <pc:spChg chg="del mod">
          <ac:chgData name="joshianubhav789@gmail.com" userId="50dfd16de4fdcae9" providerId="LiveId" clId="{25BD1244-2B99-4CAB-BF74-D1CE71ED95DE}" dt="2022-06-04T10:11:33.124" v="8330" actId="478"/>
          <ac:spMkLst>
            <pc:docMk/>
            <pc:sldMk cId="4246698282" sldId="268"/>
            <ac:spMk id="3" creationId="{CB2C60E4-B0B1-5120-24EB-5A5471B260BF}"/>
          </ac:spMkLst>
        </pc:spChg>
        <pc:spChg chg="mod">
          <ac:chgData name="joshianubhav789@gmail.com" userId="50dfd16de4fdcae9" providerId="LiveId" clId="{25BD1244-2B99-4CAB-BF74-D1CE71ED95DE}" dt="2022-07-12T17:27:40.733" v="20187" actId="1076"/>
          <ac:spMkLst>
            <pc:docMk/>
            <pc:sldMk cId="4246698282" sldId="268"/>
            <ac:spMk id="4" creationId="{1BE25FFB-F776-3281-72ED-7A68CA59790F}"/>
          </ac:spMkLst>
        </pc:spChg>
        <pc:spChg chg="add del mod">
          <ac:chgData name="joshianubhav789@gmail.com" userId="50dfd16de4fdcae9" providerId="LiveId" clId="{25BD1244-2B99-4CAB-BF74-D1CE71ED95DE}" dt="2022-07-30T14:06:38.643" v="20606" actId="21"/>
          <ac:spMkLst>
            <pc:docMk/>
            <pc:sldMk cId="4246698282" sldId="268"/>
            <ac:spMk id="5" creationId="{3F6BB3DB-B82D-BEA6-68D8-A6E1840AAA05}"/>
          </ac:spMkLst>
        </pc:spChg>
        <pc:spChg chg="add del mod">
          <ac:chgData name="joshianubhav789@gmail.com" userId="50dfd16de4fdcae9" providerId="LiveId" clId="{25BD1244-2B99-4CAB-BF74-D1CE71ED95DE}" dt="2022-07-30T14:06:38.643" v="20606" actId="21"/>
          <ac:spMkLst>
            <pc:docMk/>
            <pc:sldMk cId="4246698282" sldId="268"/>
            <ac:spMk id="6" creationId="{22C4DDB6-BFA8-5C06-0AEA-B71140877E42}"/>
          </ac:spMkLst>
        </pc:spChg>
        <pc:spChg chg="add del mod">
          <ac:chgData name="joshianubhav789@gmail.com" userId="50dfd16de4fdcae9" providerId="LiveId" clId="{25BD1244-2B99-4CAB-BF74-D1CE71ED95DE}" dt="2022-07-30T14:06:38.643" v="20606" actId="21"/>
          <ac:spMkLst>
            <pc:docMk/>
            <pc:sldMk cId="4246698282" sldId="268"/>
            <ac:spMk id="7" creationId="{1829A0E7-DD04-66D6-AE2B-25A0E6A35167}"/>
          </ac:spMkLst>
        </pc:spChg>
        <pc:spChg chg="add del mod">
          <ac:chgData name="joshianubhav789@gmail.com" userId="50dfd16de4fdcae9" providerId="LiveId" clId="{25BD1244-2B99-4CAB-BF74-D1CE71ED95DE}" dt="2022-06-04T10:13:43.828" v="8366" actId="478"/>
          <ac:spMkLst>
            <pc:docMk/>
            <pc:sldMk cId="4246698282" sldId="268"/>
            <ac:spMk id="14" creationId="{191FABC8-2310-4832-5BA8-714984A14202}"/>
          </ac:spMkLst>
        </pc:spChg>
        <pc:spChg chg="add del mod">
          <ac:chgData name="joshianubhav789@gmail.com" userId="50dfd16de4fdcae9" providerId="LiveId" clId="{25BD1244-2B99-4CAB-BF74-D1CE71ED95DE}" dt="2022-07-30T14:06:38.643" v="20606" actId="21"/>
          <ac:spMkLst>
            <pc:docMk/>
            <pc:sldMk cId="4246698282" sldId="268"/>
            <ac:spMk id="17" creationId="{8E340032-5EBB-4A32-C03C-3ADA8F9F078D}"/>
          </ac:spMkLst>
        </pc:spChg>
        <pc:spChg chg="add del mod">
          <ac:chgData name="joshianubhav789@gmail.com" userId="50dfd16de4fdcae9" providerId="LiveId" clId="{25BD1244-2B99-4CAB-BF74-D1CE71ED95DE}" dt="2022-07-30T14:06:38.643" v="20606" actId="21"/>
          <ac:spMkLst>
            <pc:docMk/>
            <pc:sldMk cId="4246698282" sldId="268"/>
            <ac:spMk id="19" creationId="{4CE5A696-7372-6CB3-4D11-557F16CFF353}"/>
          </ac:spMkLst>
        </pc:spChg>
        <pc:spChg chg="add del mod">
          <ac:chgData name="joshianubhav789@gmail.com" userId="50dfd16de4fdcae9" providerId="LiveId" clId="{25BD1244-2B99-4CAB-BF74-D1CE71ED95DE}" dt="2022-07-30T14:06:38.643" v="20606" actId="21"/>
          <ac:spMkLst>
            <pc:docMk/>
            <pc:sldMk cId="4246698282" sldId="268"/>
            <ac:spMk id="23" creationId="{CE9B2508-9A81-35B1-0681-17D264CC6B79}"/>
          </ac:spMkLst>
        </pc:spChg>
        <pc:spChg chg="add del mod">
          <ac:chgData name="joshianubhav789@gmail.com" userId="50dfd16de4fdcae9" providerId="LiveId" clId="{25BD1244-2B99-4CAB-BF74-D1CE71ED95DE}" dt="2022-07-30T14:06:38.643" v="20606" actId="21"/>
          <ac:spMkLst>
            <pc:docMk/>
            <pc:sldMk cId="4246698282" sldId="268"/>
            <ac:spMk id="25" creationId="{671D824B-8BDB-D305-4558-BA7B20AF0E32}"/>
          </ac:spMkLst>
        </pc:spChg>
        <pc:spChg chg="add del mod">
          <ac:chgData name="joshianubhav789@gmail.com" userId="50dfd16de4fdcae9" providerId="LiveId" clId="{25BD1244-2B99-4CAB-BF74-D1CE71ED95DE}" dt="2022-07-30T14:06:38.643" v="20606" actId="21"/>
          <ac:spMkLst>
            <pc:docMk/>
            <pc:sldMk cId="4246698282" sldId="268"/>
            <ac:spMk id="27" creationId="{E36209D3-B73E-8395-BE93-B04AC0D34E5A}"/>
          </ac:spMkLst>
        </pc:spChg>
        <pc:spChg chg="add del mod">
          <ac:chgData name="joshianubhav789@gmail.com" userId="50dfd16de4fdcae9" providerId="LiveId" clId="{25BD1244-2B99-4CAB-BF74-D1CE71ED95DE}" dt="2022-07-30T14:06:38.643" v="20606" actId="21"/>
          <ac:spMkLst>
            <pc:docMk/>
            <pc:sldMk cId="4246698282" sldId="268"/>
            <ac:spMk id="29" creationId="{523592EC-D5C8-17C4-42FF-AFC3476EAF48}"/>
          </ac:spMkLst>
        </pc:spChg>
        <pc:spChg chg="mod">
          <ac:chgData name="joshianubhav789@gmail.com" userId="50dfd16de4fdcae9" providerId="LiveId" clId="{25BD1244-2B99-4CAB-BF74-D1CE71ED95DE}" dt="2022-07-13T07:02:26.980" v="20224" actId="20577"/>
          <ac:spMkLst>
            <pc:docMk/>
            <pc:sldMk cId="4246698282" sldId="268"/>
            <ac:spMk id="32" creationId="{750ECB20-4F5D-7014-A6BF-139FDDD5D1EF}"/>
          </ac:spMkLst>
        </pc:spChg>
        <pc:spChg chg="mod">
          <ac:chgData name="joshianubhav789@gmail.com" userId="50dfd16de4fdcae9" providerId="LiveId" clId="{25BD1244-2B99-4CAB-BF74-D1CE71ED95DE}" dt="2022-07-01T04:43:14.972" v="17018" actId="255"/>
          <ac:spMkLst>
            <pc:docMk/>
            <pc:sldMk cId="4246698282" sldId="268"/>
            <ac:spMk id="34" creationId="{95A4184B-0D62-6539-4673-911AE0EE490D}"/>
          </ac:spMkLst>
        </pc:spChg>
        <pc:spChg chg="mod">
          <ac:chgData name="joshianubhav789@gmail.com" userId="50dfd16de4fdcae9" providerId="LiveId" clId="{25BD1244-2B99-4CAB-BF74-D1CE71ED95DE}" dt="2022-07-01T04:43:14.972" v="17018" actId="255"/>
          <ac:spMkLst>
            <pc:docMk/>
            <pc:sldMk cId="4246698282" sldId="268"/>
            <ac:spMk id="36" creationId="{1F92A8EA-7EBB-D8BF-66D3-BB10C3C4211A}"/>
          </ac:spMkLst>
        </pc:spChg>
        <pc:spChg chg="mod">
          <ac:chgData name="joshianubhav789@gmail.com" userId="50dfd16de4fdcae9" providerId="LiveId" clId="{25BD1244-2B99-4CAB-BF74-D1CE71ED95DE}" dt="2022-07-01T04:43:14.972" v="17018" actId="255"/>
          <ac:spMkLst>
            <pc:docMk/>
            <pc:sldMk cId="4246698282" sldId="268"/>
            <ac:spMk id="38" creationId="{75911422-C5AA-1678-8629-E07DF1A65584}"/>
          </ac:spMkLst>
        </pc:spChg>
        <pc:spChg chg="mod">
          <ac:chgData name="joshianubhav789@gmail.com" userId="50dfd16de4fdcae9" providerId="LiveId" clId="{25BD1244-2B99-4CAB-BF74-D1CE71ED95DE}" dt="2022-07-01T04:43:14.972" v="17018" actId="255"/>
          <ac:spMkLst>
            <pc:docMk/>
            <pc:sldMk cId="4246698282" sldId="268"/>
            <ac:spMk id="39" creationId="{C14A2054-8CF2-A536-E6D3-C0BCAE608FE7}"/>
          </ac:spMkLst>
        </pc:spChg>
        <pc:spChg chg="mod">
          <ac:chgData name="joshianubhav789@gmail.com" userId="50dfd16de4fdcae9" providerId="LiveId" clId="{25BD1244-2B99-4CAB-BF74-D1CE71ED95DE}" dt="2022-07-01T04:43:14.972" v="17018" actId="255"/>
          <ac:spMkLst>
            <pc:docMk/>
            <pc:sldMk cId="4246698282" sldId="268"/>
            <ac:spMk id="40" creationId="{129E3960-56C2-44FB-B509-7F0D19971A1F}"/>
          </ac:spMkLst>
        </pc:spChg>
        <pc:spChg chg="mod">
          <ac:chgData name="joshianubhav789@gmail.com" userId="50dfd16de4fdcae9" providerId="LiveId" clId="{25BD1244-2B99-4CAB-BF74-D1CE71ED95DE}" dt="2022-07-13T07:02:23.723" v="20222" actId="20577"/>
          <ac:spMkLst>
            <pc:docMk/>
            <pc:sldMk cId="4246698282" sldId="268"/>
            <ac:spMk id="41" creationId="{65B9FC53-6D09-73F6-1AD9-052D589AE806}"/>
          </ac:spMkLst>
        </pc:spChg>
        <pc:spChg chg="add del mod">
          <ac:chgData name="joshianubhav789@gmail.com" userId="50dfd16de4fdcae9" providerId="LiveId" clId="{25BD1244-2B99-4CAB-BF74-D1CE71ED95DE}" dt="2022-06-04T11:16:58.211" v="9204" actId="21"/>
          <ac:spMkLst>
            <pc:docMk/>
            <pc:sldMk cId="4246698282" sldId="268"/>
            <ac:spMk id="42" creationId="{FD3C0A03-DAB3-2A12-EE3F-147A9F966DBA}"/>
          </ac:spMkLst>
        </pc:spChg>
        <pc:spChg chg="add del mod">
          <ac:chgData name="joshianubhav789@gmail.com" userId="50dfd16de4fdcae9" providerId="LiveId" clId="{25BD1244-2B99-4CAB-BF74-D1CE71ED95DE}" dt="2022-06-04T11:16:58.211" v="9204" actId="21"/>
          <ac:spMkLst>
            <pc:docMk/>
            <pc:sldMk cId="4246698282" sldId="268"/>
            <ac:spMk id="43" creationId="{83698222-CC3A-758D-3A7E-2380E7114FDF}"/>
          </ac:spMkLst>
        </pc:spChg>
        <pc:spChg chg="add del mod">
          <ac:chgData name="joshianubhav789@gmail.com" userId="50dfd16de4fdcae9" providerId="LiveId" clId="{25BD1244-2B99-4CAB-BF74-D1CE71ED95DE}" dt="2022-06-04T11:16:58.211" v="9204" actId="21"/>
          <ac:spMkLst>
            <pc:docMk/>
            <pc:sldMk cId="4246698282" sldId="268"/>
            <ac:spMk id="44" creationId="{6BD80A4D-B0A7-22A1-916C-53D8825D698E}"/>
          </ac:spMkLst>
        </pc:spChg>
        <pc:spChg chg="add del mod">
          <ac:chgData name="joshianubhav789@gmail.com" userId="50dfd16de4fdcae9" providerId="LiveId" clId="{25BD1244-2B99-4CAB-BF74-D1CE71ED95DE}" dt="2022-06-04T11:16:58.211" v="9204" actId="21"/>
          <ac:spMkLst>
            <pc:docMk/>
            <pc:sldMk cId="4246698282" sldId="268"/>
            <ac:spMk id="45" creationId="{46A8ECC2-F514-5AE7-DAC9-0A19F13EBC52}"/>
          </ac:spMkLst>
        </pc:spChg>
        <pc:spChg chg="add del mod">
          <ac:chgData name="joshianubhav789@gmail.com" userId="50dfd16de4fdcae9" providerId="LiveId" clId="{25BD1244-2B99-4CAB-BF74-D1CE71ED95DE}" dt="2022-06-04T11:16:58.211" v="9204" actId="21"/>
          <ac:spMkLst>
            <pc:docMk/>
            <pc:sldMk cId="4246698282" sldId="268"/>
            <ac:spMk id="46" creationId="{C5C902D1-A07D-ADA3-E3E9-9DD784FC80CE}"/>
          </ac:spMkLst>
        </pc:spChg>
        <pc:spChg chg="add del mod">
          <ac:chgData name="joshianubhav789@gmail.com" userId="50dfd16de4fdcae9" providerId="LiveId" clId="{25BD1244-2B99-4CAB-BF74-D1CE71ED95DE}" dt="2022-06-04T11:16:58.211" v="9204" actId="21"/>
          <ac:spMkLst>
            <pc:docMk/>
            <pc:sldMk cId="4246698282" sldId="268"/>
            <ac:spMk id="47" creationId="{92D3FC04-33B6-3674-867A-B5A6F89A92B6}"/>
          </ac:spMkLst>
        </pc:spChg>
        <pc:spChg chg="add del mod">
          <ac:chgData name="joshianubhav789@gmail.com" userId="50dfd16de4fdcae9" providerId="LiveId" clId="{25BD1244-2B99-4CAB-BF74-D1CE71ED95DE}" dt="2022-06-04T11:16:58.211" v="9204" actId="21"/>
          <ac:spMkLst>
            <pc:docMk/>
            <pc:sldMk cId="4246698282" sldId="268"/>
            <ac:spMk id="48" creationId="{7726C91C-49B5-F7BA-1318-D80DFC819DE8}"/>
          </ac:spMkLst>
        </pc:spChg>
        <pc:spChg chg="add del mod">
          <ac:chgData name="joshianubhav789@gmail.com" userId="50dfd16de4fdcae9" providerId="LiveId" clId="{25BD1244-2B99-4CAB-BF74-D1CE71ED95DE}" dt="2022-06-04T11:16:58.211" v="9204" actId="21"/>
          <ac:spMkLst>
            <pc:docMk/>
            <pc:sldMk cId="4246698282" sldId="268"/>
            <ac:spMk id="49" creationId="{BE075B32-B32F-DB33-7656-44DEB9831428}"/>
          </ac:spMkLst>
        </pc:spChg>
        <pc:spChg chg="add del mod">
          <ac:chgData name="joshianubhav789@gmail.com" userId="50dfd16de4fdcae9" providerId="LiveId" clId="{25BD1244-2B99-4CAB-BF74-D1CE71ED95DE}" dt="2022-06-04T11:16:58.211" v="9204" actId="21"/>
          <ac:spMkLst>
            <pc:docMk/>
            <pc:sldMk cId="4246698282" sldId="268"/>
            <ac:spMk id="69" creationId="{4138B1B7-9C85-A733-338D-3A2DF8E93B31}"/>
          </ac:spMkLst>
        </pc:spChg>
        <pc:spChg chg="add del mod">
          <ac:chgData name="joshianubhav789@gmail.com" userId="50dfd16de4fdcae9" providerId="LiveId" clId="{25BD1244-2B99-4CAB-BF74-D1CE71ED95DE}" dt="2022-06-04T10:34:53.409" v="9050" actId="22"/>
          <ac:spMkLst>
            <pc:docMk/>
            <pc:sldMk cId="4246698282" sldId="268"/>
            <ac:spMk id="79" creationId="{EC619F65-7E37-F68D-5EF5-07FD00E12091}"/>
          </ac:spMkLst>
        </pc:spChg>
        <pc:spChg chg="add del mod">
          <ac:chgData name="joshianubhav789@gmail.com" userId="50dfd16de4fdcae9" providerId="LiveId" clId="{25BD1244-2B99-4CAB-BF74-D1CE71ED95DE}" dt="2022-06-04T11:17:14.659" v="9207" actId="21"/>
          <ac:spMkLst>
            <pc:docMk/>
            <pc:sldMk cId="4246698282" sldId="268"/>
            <ac:spMk id="86" creationId="{76660D6F-930A-1EEA-5BDE-5074A029EDD9}"/>
          </ac:spMkLst>
        </pc:spChg>
        <pc:spChg chg="add del mod">
          <ac:chgData name="joshianubhav789@gmail.com" userId="50dfd16de4fdcae9" providerId="LiveId" clId="{25BD1244-2B99-4CAB-BF74-D1CE71ED95DE}" dt="2022-06-04T11:17:14.659" v="9207" actId="21"/>
          <ac:spMkLst>
            <pc:docMk/>
            <pc:sldMk cId="4246698282" sldId="268"/>
            <ac:spMk id="89" creationId="{DC64F486-84B6-3E62-2227-4E79AF782318}"/>
          </ac:spMkLst>
        </pc:spChg>
        <pc:spChg chg="add del mod">
          <ac:chgData name="joshianubhav789@gmail.com" userId="50dfd16de4fdcae9" providerId="LiveId" clId="{25BD1244-2B99-4CAB-BF74-D1CE71ED95DE}" dt="2022-06-04T11:18:18.322" v="9239"/>
          <ac:spMkLst>
            <pc:docMk/>
            <pc:sldMk cId="4246698282" sldId="268"/>
            <ac:spMk id="207" creationId="{410E7043-EAD4-96F3-EA41-F31DED618EBD}"/>
          </ac:spMkLst>
        </pc:spChg>
        <pc:spChg chg="add del mod">
          <ac:chgData name="joshianubhav789@gmail.com" userId="50dfd16de4fdcae9" providerId="LiveId" clId="{25BD1244-2B99-4CAB-BF74-D1CE71ED95DE}" dt="2022-06-04T11:18:18.322" v="9239"/>
          <ac:spMkLst>
            <pc:docMk/>
            <pc:sldMk cId="4246698282" sldId="268"/>
            <ac:spMk id="208" creationId="{13D7A1FA-BA1A-784D-4AF9-7F3C72C9DABD}"/>
          </ac:spMkLst>
        </pc:spChg>
        <pc:spChg chg="add del mod">
          <ac:chgData name="joshianubhav789@gmail.com" userId="50dfd16de4fdcae9" providerId="LiveId" clId="{25BD1244-2B99-4CAB-BF74-D1CE71ED95DE}" dt="2022-07-30T14:06:38.643" v="20606" actId="21"/>
          <ac:spMkLst>
            <pc:docMk/>
            <pc:sldMk cId="4246698282" sldId="268"/>
            <ac:spMk id="210" creationId="{B82AF5DB-F54A-FFD1-B66B-8E781073A379}"/>
          </ac:spMkLst>
        </pc:spChg>
        <pc:spChg chg="add del mod ord">
          <ac:chgData name="joshianubhav789@gmail.com" userId="50dfd16de4fdcae9" providerId="LiveId" clId="{25BD1244-2B99-4CAB-BF74-D1CE71ED95DE}" dt="2022-07-30T14:06:38.643" v="20606" actId="21"/>
          <ac:spMkLst>
            <pc:docMk/>
            <pc:sldMk cId="4246698282" sldId="268"/>
            <ac:spMk id="214" creationId="{2D3D27C3-BD34-78C2-AC34-048A4194F5B7}"/>
          </ac:spMkLst>
        </pc:spChg>
        <pc:spChg chg="add del mod">
          <ac:chgData name="joshianubhav789@gmail.com" userId="50dfd16de4fdcae9" providerId="LiveId" clId="{25BD1244-2B99-4CAB-BF74-D1CE71ED95DE}" dt="2022-07-30T14:06:38.643" v="20606" actId="21"/>
          <ac:spMkLst>
            <pc:docMk/>
            <pc:sldMk cId="4246698282" sldId="268"/>
            <ac:spMk id="216" creationId="{DA7228C7-8396-2ED7-0113-9D7527D7914B}"/>
          </ac:spMkLst>
        </pc:spChg>
        <pc:spChg chg="add del mod">
          <ac:chgData name="joshianubhav789@gmail.com" userId="50dfd16de4fdcae9" providerId="LiveId" clId="{25BD1244-2B99-4CAB-BF74-D1CE71ED95DE}" dt="2022-07-30T14:06:38.643" v="20606" actId="21"/>
          <ac:spMkLst>
            <pc:docMk/>
            <pc:sldMk cId="4246698282" sldId="268"/>
            <ac:spMk id="218" creationId="{5A9E862D-33E6-4033-5B5C-A8437AE2521E}"/>
          </ac:spMkLst>
        </pc:spChg>
        <pc:grpChg chg="add del mod">
          <ac:chgData name="joshianubhav789@gmail.com" userId="50dfd16de4fdcae9" providerId="LiveId" clId="{25BD1244-2B99-4CAB-BF74-D1CE71ED95DE}" dt="2022-07-30T14:06:38.643" v="20606" actId="21"/>
          <ac:grpSpMkLst>
            <pc:docMk/>
            <pc:sldMk cId="4246698282" sldId="268"/>
            <ac:grpSpMk id="31" creationId="{03723B5D-6CE4-2572-11EB-50784D29284C}"/>
          </ac:grpSpMkLst>
        </pc:grpChg>
        <pc:grpChg chg="mod">
          <ac:chgData name="joshianubhav789@gmail.com" userId="50dfd16de4fdcae9" providerId="LiveId" clId="{25BD1244-2B99-4CAB-BF74-D1CE71ED95DE}" dt="2022-06-04T10:22:53.752" v="8634"/>
          <ac:grpSpMkLst>
            <pc:docMk/>
            <pc:sldMk cId="4246698282" sldId="268"/>
            <ac:grpSpMk id="33" creationId="{98666B9B-70A4-8E76-2280-282F3CD2DDC7}"/>
          </ac:grpSpMkLst>
        </pc:grpChg>
        <pc:graphicFrameChg chg="add del mod modGraphic">
          <ac:chgData name="joshianubhav789@gmail.com" userId="50dfd16de4fdcae9" providerId="LiveId" clId="{25BD1244-2B99-4CAB-BF74-D1CE71ED95DE}" dt="2022-07-30T14:06:38.643" v="20606" actId="21"/>
          <ac:graphicFrameMkLst>
            <pc:docMk/>
            <pc:sldMk cId="4246698282" sldId="268"/>
            <ac:graphicFrameMk id="30" creationId="{71E2082F-2A91-3593-2048-D7991DC13463}"/>
          </ac:graphicFrameMkLst>
        </pc:graphicFrameChg>
        <pc:picChg chg="add del mod">
          <ac:chgData name="joshianubhav789@gmail.com" userId="50dfd16de4fdcae9" providerId="LiveId" clId="{25BD1244-2B99-4CAB-BF74-D1CE71ED95DE}" dt="2022-07-02T08:18:00.648" v="18860"/>
          <ac:picMkLst>
            <pc:docMk/>
            <pc:sldMk cId="4246698282" sldId="268"/>
            <ac:picMk id="42" creationId="{4364BD80-3063-A6F0-7228-4C1D0E057DE0}"/>
          </ac:picMkLst>
        </pc:picChg>
        <pc:picChg chg="add del mod">
          <ac:chgData name="joshianubhav789@gmail.com" userId="50dfd16de4fdcae9" providerId="LiveId" clId="{25BD1244-2B99-4CAB-BF74-D1CE71ED95DE}" dt="2022-07-30T14:06:38.643" v="20606" actId="21"/>
          <ac:picMkLst>
            <pc:docMk/>
            <pc:sldMk cId="4246698282" sldId="268"/>
            <ac:picMk id="212" creationId="{9F2766DD-0CD8-47A2-9C84-9357CF569EDA}"/>
          </ac:picMkLst>
        </pc:picChg>
        <pc:inkChg chg="add del">
          <ac:chgData name="joshianubhav789@gmail.com" userId="50dfd16de4fdcae9" providerId="LiveId" clId="{25BD1244-2B99-4CAB-BF74-D1CE71ED95DE}" dt="2022-07-30T14:06:38.643" v="20606" actId="21"/>
          <ac:inkMkLst>
            <pc:docMk/>
            <pc:sldMk cId="4246698282" sldId="268"/>
            <ac:inkMk id="3" creationId="{8A9A7A50-16DF-AF71-FB72-1E000CFA3D62}"/>
          </ac:inkMkLst>
        </pc:inkChg>
        <pc:cxnChg chg="add del mod">
          <ac:chgData name="joshianubhav789@gmail.com" userId="50dfd16de4fdcae9" providerId="LiveId" clId="{25BD1244-2B99-4CAB-BF74-D1CE71ED95DE}" dt="2022-07-30T14:06:38.643" v="20606" actId="21"/>
          <ac:cxnSpMkLst>
            <pc:docMk/>
            <pc:sldMk cId="4246698282" sldId="268"/>
            <ac:cxnSpMk id="9" creationId="{966ACBF4-3FF2-84A1-676D-721D38D75431}"/>
          </ac:cxnSpMkLst>
        </pc:cxnChg>
        <pc:cxnChg chg="add del mod">
          <ac:chgData name="joshianubhav789@gmail.com" userId="50dfd16de4fdcae9" providerId="LiveId" clId="{25BD1244-2B99-4CAB-BF74-D1CE71ED95DE}" dt="2022-07-30T14:06:38.643" v="20606" actId="21"/>
          <ac:cxnSpMkLst>
            <pc:docMk/>
            <pc:sldMk cId="4246698282" sldId="268"/>
            <ac:cxnSpMk id="10" creationId="{3D60B752-0BB9-947E-CE03-8936A7E0A653}"/>
          </ac:cxnSpMkLst>
        </pc:cxnChg>
        <pc:cxnChg chg="add del mod">
          <ac:chgData name="joshianubhav789@gmail.com" userId="50dfd16de4fdcae9" providerId="LiveId" clId="{25BD1244-2B99-4CAB-BF74-D1CE71ED95DE}" dt="2022-07-30T14:06:38.643" v="20606" actId="21"/>
          <ac:cxnSpMkLst>
            <pc:docMk/>
            <pc:sldMk cId="4246698282" sldId="268"/>
            <ac:cxnSpMk id="21" creationId="{B3AB41D8-E72B-B125-BB71-2778F72CE0D0}"/>
          </ac:cxnSpMkLst>
        </pc:cxnChg>
        <pc:cxnChg chg="mod">
          <ac:chgData name="joshianubhav789@gmail.com" userId="50dfd16de4fdcae9" providerId="LiveId" clId="{25BD1244-2B99-4CAB-BF74-D1CE71ED95DE}" dt="2022-06-04T10:22:53.752" v="8634"/>
          <ac:cxnSpMkLst>
            <pc:docMk/>
            <pc:sldMk cId="4246698282" sldId="268"/>
            <ac:cxnSpMk id="35" creationId="{7B011910-D3F9-3F27-720A-F8D391B536E5}"/>
          </ac:cxnSpMkLst>
        </pc:cxnChg>
        <pc:cxnChg chg="mod">
          <ac:chgData name="joshianubhav789@gmail.com" userId="50dfd16de4fdcae9" providerId="LiveId" clId="{25BD1244-2B99-4CAB-BF74-D1CE71ED95DE}" dt="2022-06-04T10:22:53.752" v="8634"/>
          <ac:cxnSpMkLst>
            <pc:docMk/>
            <pc:sldMk cId="4246698282" sldId="268"/>
            <ac:cxnSpMk id="37" creationId="{8AAF5AC3-CFCB-60EE-C6F9-62EEA93509D1}"/>
          </ac:cxnSpMkLst>
        </pc:cxnChg>
        <pc:cxnChg chg="add del mod">
          <ac:chgData name="joshianubhav789@gmail.com" userId="50dfd16de4fdcae9" providerId="LiveId" clId="{25BD1244-2B99-4CAB-BF74-D1CE71ED95DE}" dt="2022-06-04T11:16:58.211" v="9204" actId="21"/>
          <ac:cxnSpMkLst>
            <pc:docMk/>
            <pc:sldMk cId="4246698282" sldId="268"/>
            <ac:cxnSpMk id="51" creationId="{BE6FBE17-23D3-1DD1-1407-7D994078981F}"/>
          </ac:cxnSpMkLst>
        </pc:cxnChg>
        <pc:cxnChg chg="add del mod">
          <ac:chgData name="joshianubhav789@gmail.com" userId="50dfd16de4fdcae9" providerId="LiveId" clId="{25BD1244-2B99-4CAB-BF74-D1CE71ED95DE}" dt="2022-06-04T11:16:58.211" v="9204" actId="21"/>
          <ac:cxnSpMkLst>
            <pc:docMk/>
            <pc:sldMk cId="4246698282" sldId="268"/>
            <ac:cxnSpMk id="52" creationId="{5B370193-B9DF-546F-E553-F69CBDEE473B}"/>
          </ac:cxnSpMkLst>
        </pc:cxnChg>
        <pc:cxnChg chg="add del mod">
          <ac:chgData name="joshianubhav789@gmail.com" userId="50dfd16de4fdcae9" providerId="LiveId" clId="{25BD1244-2B99-4CAB-BF74-D1CE71ED95DE}" dt="2022-06-04T11:16:58.211" v="9204" actId="21"/>
          <ac:cxnSpMkLst>
            <pc:docMk/>
            <pc:sldMk cId="4246698282" sldId="268"/>
            <ac:cxnSpMk id="55" creationId="{CE716799-6016-504C-8215-CADBF4D8194B}"/>
          </ac:cxnSpMkLst>
        </pc:cxnChg>
        <pc:cxnChg chg="add del mod">
          <ac:chgData name="joshianubhav789@gmail.com" userId="50dfd16de4fdcae9" providerId="LiveId" clId="{25BD1244-2B99-4CAB-BF74-D1CE71ED95DE}" dt="2022-06-04T11:16:58.211" v="9204" actId="21"/>
          <ac:cxnSpMkLst>
            <pc:docMk/>
            <pc:sldMk cId="4246698282" sldId="268"/>
            <ac:cxnSpMk id="58" creationId="{3E548257-FDD1-CA51-B1A8-5D08C51FBCB9}"/>
          </ac:cxnSpMkLst>
        </pc:cxnChg>
        <pc:cxnChg chg="add del mod">
          <ac:chgData name="joshianubhav789@gmail.com" userId="50dfd16de4fdcae9" providerId="LiveId" clId="{25BD1244-2B99-4CAB-BF74-D1CE71ED95DE}" dt="2022-06-04T11:16:58.211" v="9204" actId="21"/>
          <ac:cxnSpMkLst>
            <pc:docMk/>
            <pc:sldMk cId="4246698282" sldId="268"/>
            <ac:cxnSpMk id="61" creationId="{F6F930DF-5724-7014-DD2F-1B949951B7D7}"/>
          </ac:cxnSpMkLst>
        </pc:cxnChg>
        <pc:cxnChg chg="add del mod">
          <ac:chgData name="joshianubhav789@gmail.com" userId="50dfd16de4fdcae9" providerId="LiveId" clId="{25BD1244-2B99-4CAB-BF74-D1CE71ED95DE}" dt="2022-06-04T11:16:58.211" v="9204" actId="21"/>
          <ac:cxnSpMkLst>
            <pc:docMk/>
            <pc:sldMk cId="4246698282" sldId="268"/>
            <ac:cxnSpMk id="64" creationId="{5485E348-C0FF-3B0A-5B5F-3D6EC0681061}"/>
          </ac:cxnSpMkLst>
        </pc:cxnChg>
        <pc:cxnChg chg="add del mod">
          <ac:chgData name="joshianubhav789@gmail.com" userId="50dfd16de4fdcae9" providerId="LiveId" clId="{25BD1244-2B99-4CAB-BF74-D1CE71ED95DE}" dt="2022-06-04T11:16:58.211" v="9204" actId="21"/>
          <ac:cxnSpMkLst>
            <pc:docMk/>
            <pc:sldMk cId="4246698282" sldId="268"/>
            <ac:cxnSpMk id="67" creationId="{01623262-F46B-9A32-1365-80094FD6C594}"/>
          </ac:cxnSpMkLst>
        </pc:cxnChg>
        <pc:cxnChg chg="add del mod">
          <ac:chgData name="joshianubhav789@gmail.com" userId="50dfd16de4fdcae9" providerId="LiveId" clId="{25BD1244-2B99-4CAB-BF74-D1CE71ED95DE}" dt="2022-06-04T11:16:58.211" v="9204" actId="21"/>
          <ac:cxnSpMkLst>
            <pc:docMk/>
            <pc:sldMk cId="4246698282" sldId="268"/>
            <ac:cxnSpMk id="68" creationId="{CC09A572-6613-9F93-05BE-03019BC9B01C}"/>
          </ac:cxnSpMkLst>
        </pc:cxnChg>
        <pc:cxnChg chg="add del mod">
          <ac:chgData name="joshianubhav789@gmail.com" userId="50dfd16de4fdcae9" providerId="LiveId" clId="{25BD1244-2B99-4CAB-BF74-D1CE71ED95DE}" dt="2022-06-04T11:16:58.211" v="9204" actId="21"/>
          <ac:cxnSpMkLst>
            <pc:docMk/>
            <pc:sldMk cId="4246698282" sldId="268"/>
            <ac:cxnSpMk id="74" creationId="{BF432E75-470F-EA44-B62F-1FB3D52CCA9F}"/>
          </ac:cxnSpMkLst>
        </pc:cxnChg>
      </pc:sldChg>
      <pc:sldChg chg="addSp delSp modSp new mod modAnim">
        <pc:chgData name="joshianubhav789@gmail.com" userId="50dfd16de4fdcae9" providerId="LiveId" clId="{25BD1244-2B99-4CAB-BF74-D1CE71ED95DE}" dt="2022-07-12T17:09:28.345" v="20179"/>
        <pc:sldMkLst>
          <pc:docMk/>
          <pc:sldMk cId="3671671768" sldId="269"/>
        </pc:sldMkLst>
        <pc:spChg chg="add del">
          <ac:chgData name="joshianubhav789@gmail.com" userId="50dfd16de4fdcae9" providerId="LiveId" clId="{25BD1244-2B99-4CAB-BF74-D1CE71ED95DE}" dt="2022-07-12T17:04:21.364" v="20166" actId="21"/>
          <ac:spMkLst>
            <pc:docMk/>
            <pc:sldMk cId="3671671768" sldId="269"/>
            <ac:spMk id="2" creationId="{01D5044F-BCED-7402-5D82-4CFC0A6B405D}"/>
          </ac:spMkLst>
        </pc:spChg>
        <pc:spChg chg="del">
          <ac:chgData name="joshianubhav789@gmail.com" userId="50dfd16de4fdcae9" providerId="LiveId" clId="{25BD1244-2B99-4CAB-BF74-D1CE71ED95DE}" dt="2022-06-03T10:21:55.142" v="7670" actId="478"/>
          <ac:spMkLst>
            <pc:docMk/>
            <pc:sldMk cId="3671671768" sldId="269"/>
            <ac:spMk id="2" creationId="{8873FD2E-D527-2DD8-F235-5165D5AC815F}"/>
          </ac:spMkLst>
        </pc:spChg>
        <pc:spChg chg="mod">
          <ac:chgData name="joshianubhav789@gmail.com" userId="50dfd16de4fdcae9" providerId="LiveId" clId="{25BD1244-2B99-4CAB-BF74-D1CE71ED95DE}" dt="2022-07-01T04:39:13.510" v="16961" actId="12"/>
          <ac:spMkLst>
            <pc:docMk/>
            <pc:sldMk cId="3671671768" sldId="269"/>
            <ac:spMk id="3" creationId="{BDFA267E-E6F9-6DFA-155A-A44C22280C57}"/>
          </ac:spMkLst>
        </pc:spChg>
        <pc:spChg chg="mod">
          <ac:chgData name="joshianubhav789@gmail.com" userId="50dfd16de4fdcae9" providerId="LiveId" clId="{25BD1244-2B99-4CAB-BF74-D1CE71ED95DE}" dt="2022-07-12T17:09:21.439" v="20178" actId="1076"/>
          <ac:spMkLst>
            <pc:docMk/>
            <pc:sldMk cId="3671671768" sldId="269"/>
            <ac:spMk id="4" creationId="{08F33796-85D5-BFC4-6FA9-56C958C84E8A}"/>
          </ac:spMkLst>
        </pc:spChg>
        <pc:spChg chg="add mod">
          <ac:chgData name="joshianubhav789@gmail.com" userId="50dfd16de4fdcae9" providerId="LiveId" clId="{25BD1244-2B99-4CAB-BF74-D1CE71ED95DE}" dt="2022-07-01T04:39:20.843" v="16962" actId="255"/>
          <ac:spMkLst>
            <pc:docMk/>
            <pc:sldMk cId="3671671768" sldId="269"/>
            <ac:spMk id="5" creationId="{A443AACA-E214-3495-FDD1-0550EDE4FE98}"/>
          </ac:spMkLst>
        </pc:spChg>
        <pc:spChg chg="add mod ord">
          <ac:chgData name="joshianubhav789@gmail.com" userId="50dfd16de4fdcae9" providerId="LiveId" clId="{25BD1244-2B99-4CAB-BF74-D1CE71ED95DE}" dt="2022-07-12T17:09:06.179" v="20176" actId="1037"/>
          <ac:spMkLst>
            <pc:docMk/>
            <pc:sldMk cId="3671671768" sldId="269"/>
            <ac:spMk id="6" creationId="{B3D7114D-E923-3230-D5A8-C3D3460978EE}"/>
          </ac:spMkLst>
        </pc:spChg>
        <pc:spChg chg="add mod">
          <ac:chgData name="joshianubhav789@gmail.com" userId="50dfd16de4fdcae9" providerId="LiveId" clId="{25BD1244-2B99-4CAB-BF74-D1CE71ED95DE}" dt="2022-07-01T04:39:58.197" v="16968" actId="14100"/>
          <ac:spMkLst>
            <pc:docMk/>
            <pc:sldMk cId="3671671768" sldId="269"/>
            <ac:spMk id="7" creationId="{1D02A538-834D-871E-FFD4-A4E230F967A8}"/>
          </ac:spMkLst>
        </pc:spChg>
        <pc:spChg chg="add mod">
          <ac:chgData name="joshianubhav789@gmail.com" userId="50dfd16de4fdcae9" providerId="LiveId" clId="{25BD1244-2B99-4CAB-BF74-D1CE71ED95DE}" dt="2022-07-01T04:39:42.675" v="16966" actId="14100"/>
          <ac:spMkLst>
            <pc:docMk/>
            <pc:sldMk cId="3671671768" sldId="269"/>
            <ac:spMk id="9" creationId="{B9718AC7-9767-4222-6EEF-1108EB75173E}"/>
          </ac:spMkLst>
        </pc:spChg>
        <pc:spChg chg="add mod">
          <ac:chgData name="joshianubhav789@gmail.com" userId="50dfd16de4fdcae9" providerId="LiveId" clId="{25BD1244-2B99-4CAB-BF74-D1CE71ED95DE}" dt="2022-07-01T04:39:37.121" v="16965" actId="1076"/>
          <ac:spMkLst>
            <pc:docMk/>
            <pc:sldMk cId="3671671768" sldId="269"/>
            <ac:spMk id="10" creationId="{9E78140F-2AD4-3F6E-2CC9-CEA75C737CE2}"/>
          </ac:spMkLst>
        </pc:spChg>
        <pc:spChg chg="add del mod">
          <ac:chgData name="joshianubhav789@gmail.com" userId="50dfd16de4fdcae9" providerId="LiveId" clId="{25BD1244-2B99-4CAB-BF74-D1CE71ED95DE}" dt="2022-06-04T10:04:32.819" v="8203"/>
          <ac:spMkLst>
            <pc:docMk/>
            <pc:sldMk cId="3671671768" sldId="269"/>
            <ac:spMk id="11" creationId="{BB91872F-4585-7AAF-CD55-02693B65D058}"/>
          </ac:spMkLst>
        </pc:spChg>
        <pc:spChg chg="add mod">
          <ac:chgData name="joshianubhav789@gmail.com" userId="50dfd16de4fdcae9" providerId="LiveId" clId="{25BD1244-2B99-4CAB-BF74-D1CE71ED95DE}" dt="2022-07-01T04:40:36.746" v="16975" actId="14100"/>
          <ac:spMkLst>
            <pc:docMk/>
            <pc:sldMk cId="3671671768" sldId="269"/>
            <ac:spMk id="13" creationId="{F0AD80E0-1C78-791C-DB93-660A0BBE5068}"/>
          </ac:spMkLst>
        </pc:spChg>
        <pc:spChg chg="add mod">
          <ac:chgData name="joshianubhav789@gmail.com" userId="50dfd16de4fdcae9" providerId="LiveId" clId="{25BD1244-2B99-4CAB-BF74-D1CE71ED95DE}" dt="2022-06-08T06:12:04.160" v="15011" actId="1076"/>
          <ac:spMkLst>
            <pc:docMk/>
            <pc:sldMk cId="3671671768" sldId="269"/>
            <ac:spMk id="14" creationId="{73C26724-5FE5-8CED-7BF2-EE0A47928B60}"/>
          </ac:spMkLst>
        </pc:spChg>
        <pc:spChg chg="add mod">
          <ac:chgData name="joshianubhav789@gmail.com" userId="50dfd16de4fdcae9" providerId="LiveId" clId="{25BD1244-2B99-4CAB-BF74-D1CE71ED95DE}" dt="2022-07-01T04:40:24.255" v="16972" actId="1076"/>
          <ac:spMkLst>
            <pc:docMk/>
            <pc:sldMk cId="3671671768" sldId="269"/>
            <ac:spMk id="15" creationId="{C829C040-68B1-62B3-C654-20FA248E18FA}"/>
          </ac:spMkLst>
        </pc:spChg>
        <pc:spChg chg="add mod">
          <ac:chgData name="joshianubhav789@gmail.com" userId="50dfd16de4fdcae9" providerId="LiveId" clId="{25BD1244-2B99-4CAB-BF74-D1CE71ED95DE}" dt="2022-06-05T18:17:48.387" v="10651" actId="255"/>
          <ac:spMkLst>
            <pc:docMk/>
            <pc:sldMk cId="3671671768" sldId="269"/>
            <ac:spMk id="17" creationId="{DB2F9E48-52F4-B59F-4C23-F751CC788EEF}"/>
          </ac:spMkLst>
        </pc:spChg>
        <pc:spChg chg="add mod">
          <ac:chgData name="joshianubhav789@gmail.com" userId="50dfd16de4fdcae9" providerId="LiveId" clId="{25BD1244-2B99-4CAB-BF74-D1CE71ED95DE}" dt="2022-07-01T04:40:57.940" v="16991" actId="255"/>
          <ac:spMkLst>
            <pc:docMk/>
            <pc:sldMk cId="3671671768" sldId="269"/>
            <ac:spMk id="18" creationId="{2D3B2671-5C93-788F-2C98-B568CF0D226B}"/>
          </ac:spMkLst>
        </pc:spChg>
        <pc:spChg chg="add mod ord">
          <ac:chgData name="joshianubhav789@gmail.com" userId="50dfd16de4fdcae9" providerId="LiveId" clId="{25BD1244-2B99-4CAB-BF74-D1CE71ED95DE}" dt="2022-07-01T04:41:05.570" v="17003" actId="1038"/>
          <ac:spMkLst>
            <pc:docMk/>
            <pc:sldMk cId="3671671768" sldId="269"/>
            <ac:spMk id="19" creationId="{8C57EDA2-A54C-5480-6CD7-7E0F061BF5F7}"/>
          </ac:spMkLst>
        </pc:spChg>
        <pc:picChg chg="add del mod">
          <ac:chgData name="joshianubhav789@gmail.com" userId="50dfd16de4fdcae9" providerId="LiveId" clId="{25BD1244-2B99-4CAB-BF74-D1CE71ED95DE}" dt="2022-07-02T08:18:01.589" v="18863"/>
          <ac:picMkLst>
            <pc:docMk/>
            <pc:sldMk cId="3671671768" sldId="269"/>
            <ac:picMk id="16" creationId="{38810249-E35F-58F0-F7A5-90E84D86BC71}"/>
          </ac:picMkLst>
        </pc:picChg>
      </pc:sldChg>
      <pc:sldChg chg="addSp delSp modSp new mod delAnim modAnim">
        <pc:chgData name="joshianubhav789@gmail.com" userId="50dfd16de4fdcae9" providerId="LiveId" clId="{25BD1244-2B99-4CAB-BF74-D1CE71ED95DE}" dt="2022-07-12T17:32:17.866" v="20209"/>
        <pc:sldMkLst>
          <pc:docMk/>
          <pc:sldMk cId="925522260" sldId="270"/>
        </pc:sldMkLst>
        <pc:spChg chg="del">
          <ac:chgData name="joshianubhav789@gmail.com" userId="50dfd16de4fdcae9" providerId="LiveId" clId="{25BD1244-2B99-4CAB-BF74-D1CE71ED95DE}" dt="2022-06-04T11:21:10.186" v="9281" actId="478"/>
          <ac:spMkLst>
            <pc:docMk/>
            <pc:sldMk cId="925522260" sldId="270"/>
            <ac:spMk id="2" creationId="{D0308F43-7721-65F3-2415-8314E6E14763}"/>
          </ac:spMkLst>
        </pc:spChg>
        <pc:spChg chg="del">
          <ac:chgData name="joshianubhav789@gmail.com" userId="50dfd16de4fdcae9" providerId="LiveId" clId="{25BD1244-2B99-4CAB-BF74-D1CE71ED95DE}" dt="2022-06-04T11:21:13.275" v="9282" actId="478"/>
          <ac:spMkLst>
            <pc:docMk/>
            <pc:sldMk cId="925522260" sldId="270"/>
            <ac:spMk id="3" creationId="{BEE78CB9-94F5-B355-731A-1467EE04A0A3}"/>
          </ac:spMkLst>
        </pc:spChg>
        <pc:spChg chg="mod">
          <ac:chgData name="joshianubhav789@gmail.com" userId="50dfd16de4fdcae9" providerId="LiveId" clId="{25BD1244-2B99-4CAB-BF74-D1CE71ED95DE}" dt="2022-06-05T18:12:47.743" v="10632"/>
          <ac:spMkLst>
            <pc:docMk/>
            <pc:sldMk cId="925522260" sldId="270"/>
            <ac:spMk id="4" creationId="{F5E6A499-01A6-F285-AB04-BF61AED56938}"/>
          </ac:spMkLst>
        </pc:spChg>
        <pc:spChg chg="add mod">
          <ac:chgData name="joshianubhav789@gmail.com" userId="50dfd16de4fdcae9" providerId="LiveId" clId="{25BD1244-2B99-4CAB-BF74-D1CE71ED95DE}" dt="2022-06-04T11:50:16.569" v="9798" actId="1036"/>
          <ac:spMkLst>
            <pc:docMk/>
            <pc:sldMk cId="925522260" sldId="270"/>
            <ac:spMk id="5" creationId="{BC943BC8-6CDC-5C7E-2887-F1BBFC87393A}"/>
          </ac:spMkLst>
        </pc:spChg>
        <pc:spChg chg="add mod">
          <ac:chgData name="joshianubhav789@gmail.com" userId="50dfd16de4fdcae9" providerId="LiveId" clId="{25BD1244-2B99-4CAB-BF74-D1CE71ED95DE}" dt="2022-06-04T11:48:24.441" v="9771" actId="1076"/>
          <ac:spMkLst>
            <pc:docMk/>
            <pc:sldMk cId="925522260" sldId="270"/>
            <ac:spMk id="6" creationId="{0A626604-8FB7-0FD1-1FA9-30C9080E7723}"/>
          </ac:spMkLst>
        </pc:spChg>
        <pc:spChg chg="add mod">
          <ac:chgData name="joshianubhav789@gmail.com" userId="50dfd16de4fdcae9" providerId="LiveId" clId="{25BD1244-2B99-4CAB-BF74-D1CE71ED95DE}" dt="2022-06-04T11:48:31.328" v="9773" actId="1076"/>
          <ac:spMkLst>
            <pc:docMk/>
            <pc:sldMk cId="925522260" sldId="270"/>
            <ac:spMk id="7" creationId="{BBF62160-A32E-3FFB-485D-BD91A79E7910}"/>
          </ac:spMkLst>
        </pc:spChg>
        <pc:spChg chg="add mod">
          <ac:chgData name="joshianubhav789@gmail.com" userId="50dfd16de4fdcae9" providerId="LiveId" clId="{25BD1244-2B99-4CAB-BF74-D1CE71ED95DE}" dt="2022-06-04T11:48:12.734" v="9768" actId="1076"/>
          <ac:spMkLst>
            <pc:docMk/>
            <pc:sldMk cId="925522260" sldId="270"/>
            <ac:spMk id="8" creationId="{3D941738-435E-DD24-84E3-9F5E8E6405EC}"/>
          </ac:spMkLst>
        </pc:spChg>
        <pc:spChg chg="add mod">
          <ac:chgData name="joshianubhav789@gmail.com" userId="50dfd16de4fdcae9" providerId="LiveId" clId="{25BD1244-2B99-4CAB-BF74-D1CE71ED95DE}" dt="2022-06-04T11:50:31.506" v="9811" actId="14100"/>
          <ac:spMkLst>
            <pc:docMk/>
            <pc:sldMk cId="925522260" sldId="270"/>
            <ac:spMk id="9" creationId="{7251CC47-021D-3610-D6AB-8A3E4DD4B55A}"/>
          </ac:spMkLst>
        </pc:spChg>
        <pc:spChg chg="add mod">
          <ac:chgData name="joshianubhav789@gmail.com" userId="50dfd16de4fdcae9" providerId="LiveId" clId="{25BD1244-2B99-4CAB-BF74-D1CE71ED95DE}" dt="2022-06-04T11:50:44.276" v="9817" actId="14100"/>
          <ac:spMkLst>
            <pc:docMk/>
            <pc:sldMk cId="925522260" sldId="270"/>
            <ac:spMk id="10" creationId="{29AEFC49-52FA-91A1-1069-491E32B065A1}"/>
          </ac:spMkLst>
        </pc:spChg>
        <pc:spChg chg="add mod">
          <ac:chgData name="joshianubhav789@gmail.com" userId="50dfd16de4fdcae9" providerId="LiveId" clId="{25BD1244-2B99-4CAB-BF74-D1CE71ED95DE}" dt="2022-06-04T11:51:03.826" v="9822" actId="1076"/>
          <ac:spMkLst>
            <pc:docMk/>
            <pc:sldMk cId="925522260" sldId="270"/>
            <ac:spMk id="11" creationId="{BE792E4D-88A1-F154-BB4F-16A3E5D9E3C0}"/>
          </ac:spMkLst>
        </pc:spChg>
        <pc:spChg chg="add mod">
          <ac:chgData name="joshianubhav789@gmail.com" userId="50dfd16de4fdcae9" providerId="LiveId" clId="{25BD1244-2B99-4CAB-BF74-D1CE71ED95DE}" dt="2022-06-04T11:50:58.732" v="9821" actId="1076"/>
          <ac:spMkLst>
            <pc:docMk/>
            <pc:sldMk cId="925522260" sldId="270"/>
            <ac:spMk id="12" creationId="{B17CE72C-FF81-4D27-B3C6-1200927FFA00}"/>
          </ac:spMkLst>
        </pc:spChg>
        <pc:spChg chg="add mod">
          <ac:chgData name="joshianubhav789@gmail.com" userId="50dfd16de4fdcae9" providerId="LiveId" clId="{25BD1244-2B99-4CAB-BF74-D1CE71ED95DE}" dt="2022-06-04T11:47:41.828" v="9761" actId="1076"/>
          <ac:spMkLst>
            <pc:docMk/>
            <pc:sldMk cId="925522260" sldId="270"/>
            <ac:spMk id="21" creationId="{ADDAB57E-152D-8737-4D69-A0E70B2D0584}"/>
          </ac:spMkLst>
        </pc:spChg>
        <pc:spChg chg="add mod">
          <ac:chgData name="joshianubhav789@gmail.com" userId="50dfd16de4fdcae9" providerId="LiveId" clId="{25BD1244-2B99-4CAB-BF74-D1CE71ED95DE}" dt="2022-06-04T11:48:40.129" v="9775" actId="1076"/>
          <ac:spMkLst>
            <pc:docMk/>
            <pc:sldMk cId="925522260" sldId="270"/>
            <ac:spMk id="23" creationId="{4C2792AE-9877-3C18-D24C-19AB170912D6}"/>
          </ac:spMkLst>
        </pc:spChg>
        <pc:spChg chg="add mod">
          <ac:chgData name="joshianubhav789@gmail.com" userId="50dfd16de4fdcae9" providerId="LiveId" clId="{25BD1244-2B99-4CAB-BF74-D1CE71ED95DE}" dt="2022-06-04T11:48:35.998" v="9774" actId="1076"/>
          <ac:spMkLst>
            <pc:docMk/>
            <pc:sldMk cId="925522260" sldId="270"/>
            <ac:spMk id="24" creationId="{6971249A-A038-C65B-D3C7-E4008BE6F4B9}"/>
          </ac:spMkLst>
        </pc:spChg>
        <pc:spChg chg="add del mod">
          <ac:chgData name="joshianubhav789@gmail.com" userId="50dfd16de4fdcae9" providerId="LiveId" clId="{25BD1244-2B99-4CAB-BF74-D1CE71ED95DE}" dt="2022-06-04T11:32:21.069" v="9497" actId="478"/>
          <ac:spMkLst>
            <pc:docMk/>
            <pc:sldMk cId="925522260" sldId="270"/>
            <ac:spMk id="26" creationId="{A8D09329-6083-CDEC-FA70-AA74F3A70429}"/>
          </ac:spMkLst>
        </pc:spChg>
        <pc:spChg chg="add mod">
          <ac:chgData name="joshianubhav789@gmail.com" userId="50dfd16de4fdcae9" providerId="LiveId" clId="{25BD1244-2B99-4CAB-BF74-D1CE71ED95DE}" dt="2022-06-04T11:49:49.229" v="9787" actId="1076"/>
          <ac:spMkLst>
            <pc:docMk/>
            <pc:sldMk cId="925522260" sldId="270"/>
            <ac:spMk id="27" creationId="{6A20D912-1BF4-93EB-CE9F-544E1D1DD7D3}"/>
          </ac:spMkLst>
        </pc:spChg>
        <pc:spChg chg="add mod">
          <ac:chgData name="joshianubhav789@gmail.com" userId="50dfd16de4fdcae9" providerId="LiveId" clId="{25BD1244-2B99-4CAB-BF74-D1CE71ED95DE}" dt="2022-06-04T11:49:44.658" v="9786" actId="1076"/>
          <ac:spMkLst>
            <pc:docMk/>
            <pc:sldMk cId="925522260" sldId="270"/>
            <ac:spMk id="28" creationId="{A3C7ECFD-4DCF-3B7A-15A5-37BDC3BCBCCD}"/>
          </ac:spMkLst>
        </pc:spChg>
        <pc:spChg chg="add mod">
          <ac:chgData name="joshianubhav789@gmail.com" userId="50dfd16de4fdcae9" providerId="LiveId" clId="{25BD1244-2B99-4CAB-BF74-D1CE71ED95DE}" dt="2022-06-04T11:48:43.129" v="9776" actId="1076"/>
          <ac:spMkLst>
            <pc:docMk/>
            <pc:sldMk cId="925522260" sldId="270"/>
            <ac:spMk id="29" creationId="{2C135315-DA8B-95CF-62C2-B10BA128D331}"/>
          </ac:spMkLst>
        </pc:spChg>
        <pc:spChg chg="add del mod">
          <ac:chgData name="joshianubhav789@gmail.com" userId="50dfd16de4fdcae9" providerId="LiveId" clId="{25BD1244-2B99-4CAB-BF74-D1CE71ED95DE}" dt="2022-06-04T11:49:31.045" v="9784" actId="478"/>
          <ac:spMkLst>
            <pc:docMk/>
            <pc:sldMk cId="925522260" sldId="270"/>
            <ac:spMk id="30" creationId="{926AE893-2FF2-8643-89DA-E73BC3C14130}"/>
          </ac:spMkLst>
        </pc:spChg>
        <pc:spChg chg="add mod">
          <ac:chgData name="joshianubhav789@gmail.com" userId="50dfd16de4fdcae9" providerId="LiveId" clId="{25BD1244-2B99-4CAB-BF74-D1CE71ED95DE}" dt="2022-06-04T11:49:07.198" v="9779" actId="1076"/>
          <ac:spMkLst>
            <pc:docMk/>
            <pc:sldMk cId="925522260" sldId="270"/>
            <ac:spMk id="31" creationId="{9F8FE73C-02FE-27AB-E054-00750E0858C4}"/>
          </ac:spMkLst>
        </pc:spChg>
        <pc:spChg chg="add del mod">
          <ac:chgData name="joshianubhav789@gmail.com" userId="50dfd16de4fdcae9" providerId="LiveId" clId="{25BD1244-2B99-4CAB-BF74-D1CE71ED95DE}" dt="2022-06-04T11:49:33.282" v="9785" actId="478"/>
          <ac:spMkLst>
            <pc:docMk/>
            <pc:sldMk cId="925522260" sldId="270"/>
            <ac:spMk id="32" creationId="{F8A52DD3-C9EE-0C54-6874-974F243FE77D}"/>
          </ac:spMkLst>
        </pc:spChg>
        <pc:spChg chg="add mod">
          <ac:chgData name="joshianubhav789@gmail.com" userId="50dfd16de4fdcae9" providerId="LiveId" clId="{25BD1244-2B99-4CAB-BF74-D1CE71ED95DE}" dt="2022-06-04T11:51:27.752" v="9826" actId="1076"/>
          <ac:spMkLst>
            <pc:docMk/>
            <pc:sldMk cId="925522260" sldId="270"/>
            <ac:spMk id="33" creationId="{09AE83DF-F337-FFF7-D324-40477F4EA719}"/>
          </ac:spMkLst>
        </pc:spChg>
        <pc:spChg chg="add mod">
          <ac:chgData name="joshianubhav789@gmail.com" userId="50dfd16de4fdcae9" providerId="LiveId" clId="{25BD1244-2B99-4CAB-BF74-D1CE71ED95DE}" dt="2022-06-04T11:49:24.907" v="9782" actId="1076"/>
          <ac:spMkLst>
            <pc:docMk/>
            <pc:sldMk cId="925522260" sldId="270"/>
            <ac:spMk id="34" creationId="{784F07F1-4337-F9CE-DE2A-1CB4D771C8DC}"/>
          </ac:spMkLst>
        </pc:spChg>
        <pc:spChg chg="add mod">
          <ac:chgData name="joshianubhav789@gmail.com" userId="50dfd16de4fdcae9" providerId="LiveId" clId="{25BD1244-2B99-4CAB-BF74-D1CE71ED95DE}" dt="2022-06-04T11:51:21.526" v="9825" actId="1076"/>
          <ac:spMkLst>
            <pc:docMk/>
            <pc:sldMk cId="925522260" sldId="270"/>
            <ac:spMk id="35" creationId="{E31AE2C0-EE01-06A9-3EC8-181BE94BE9AB}"/>
          </ac:spMkLst>
        </pc:spChg>
        <pc:spChg chg="add del mod">
          <ac:chgData name="joshianubhav789@gmail.com" userId="50dfd16de4fdcae9" providerId="LiveId" clId="{25BD1244-2B99-4CAB-BF74-D1CE71ED95DE}" dt="2022-06-04T11:36:06.083" v="9558" actId="478"/>
          <ac:spMkLst>
            <pc:docMk/>
            <pc:sldMk cId="925522260" sldId="270"/>
            <ac:spMk id="36" creationId="{F8A54918-E3A1-C426-9764-A5F64F80249B}"/>
          </ac:spMkLst>
        </pc:spChg>
        <pc:spChg chg="add mod">
          <ac:chgData name="joshianubhav789@gmail.com" userId="50dfd16de4fdcae9" providerId="LiveId" clId="{25BD1244-2B99-4CAB-BF74-D1CE71ED95DE}" dt="2022-06-04T11:51:17.340" v="9824" actId="1076"/>
          <ac:spMkLst>
            <pc:docMk/>
            <pc:sldMk cId="925522260" sldId="270"/>
            <ac:spMk id="37" creationId="{CFC93CDB-2B95-DDA1-9076-B99F33F61A0B}"/>
          </ac:spMkLst>
        </pc:spChg>
        <pc:spChg chg="add mod">
          <ac:chgData name="joshianubhav789@gmail.com" userId="50dfd16de4fdcae9" providerId="LiveId" clId="{25BD1244-2B99-4CAB-BF74-D1CE71ED95DE}" dt="2022-06-04T12:26:11.280" v="10379" actId="1036"/>
          <ac:spMkLst>
            <pc:docMk/>
            <pc:sldMk cId="925522260" sldId="270"/>
            <ac:spMk id="41" creationId="{91166B09-4DAC-4334-5E63-2ADBDB9CE75B}"/>
          </ac:spMkLst>
        </pc:spChg>
        <pc:spChg chg="add del mod">
          <ac:chgData name="joshianubhav789@gmail.com" userId="50dfd16de4fdcae9" providerId="LiveId" clId="{25BD1244-2B99-4CAB-BF74-D1CE71ED95DE}" dt="2022-06-04T12:10:40.348" v="10165" actId="478"/>
          <ac:spMkLst>
            <pc:docMk/>
            <pc:sldMk cId="925522260" sldId="270"/>
            <ac:spMk id="42" creationId="{40BE6060-806D-BC5A-7AC7-5377C1EDD6B9}"/>
          </ac:spMkLst>
        </pc:spChg>
        <pc:spChg chg="add mod">
          <ac:chgData name="joshianubhav789@gmail.com" userId="50dfd16de4fdcae9" providerId="LiveId" clId="{25BD1244-2B99-4CAB-BF74-D1CE71ED95DE}" dt="2022-06-04T12:26:11.280" v="10379" actId="1036"/>
          <ac:spMkLst>
            <pc:docMk/>
            <pc:sldMk cId="925522260" sldId="270"/>
            <ac:spMk id="43" creationId="{F2F79F25-B73F-7CB5-5C9F-24B134095525}"/>
          </ac:spMkLst>
        </pc:spChg>
        <pc:spChg chg="add mod">
          <ac:chgData name="joshianubhav789@gmail.com" userId="50dfd16de4fdcae9" providerId="LiveId" clId="{25BD1244-2B99-4CAB-BF74-D1CE71ED95DE}" dt="2022-06-04T11:51:36.221" v="9828" actId="1076"/>
          <ac:spMkLst>
            <pc:docMk/>
            <pc:sldMk cId="925522260" sldId="270"/>
            <ac:spMk id="89" creationId="{E8CC1BDA-DBD2-A001-C1D7-E172AAD90A8A}"/>
          </ac:spMkLst>
        </pc:spChg>
        <pc:spChg chg="add mod">
          <ac:chgData name="joshianubhav789@gmail.com" userId="50dfd16de4fdcae9" providerId="LiveId" clId="{25BD1244-2B99-4CAB-BF74-D1CE71ED95DE}" dt="2022-06-04T11:51:42.685" v="9830" actId="1076"/>
          <ac:spMkLst>
            <pc:docMk/>
            <pc:sldMk cId="925522260" sldId="270"/>
            <ac:spMk id="90" creationId="{D2FE35FA-00FD-8AED-9D31-CFDD20418AFD}"/>
          </ac:spMkLst>
        </pc:spChg>
        <pc:spChg chg="add del mod">
          <ac:chgData name="joshianubhav789@gmail.com" userId="50dfd16de4fdcae9" providerId="LiveId" clId="{25BD1244-2B99-4CAB-BF74-D1CE71ED95DE}" dt="2022-06-04T12:10:40.348" v="10165" actId="478"/>
          <ac:spMkLst>
            <pc:docMk/>
            <pc:sldMk cId="925522260" sldId="270"/>
            <ac:spMk id="91" creationId="{68A35E72-F336-2B2C-88AD-DE071E4911FE}"/>
          </ac:spMkLst>
        </pc:spChg>
        <pc:spChg chg="add del mod">
          <ac:chgData name="joshianubhav789@gmail.com" userId="50dfd16de4fdcae9" providerId="LiveId" clId="{25BD1244-2B99-4CAB-BF74-D1CE71ED95DE}" dt="2022-06-04T11:53:26.610" v="9877" actId="11529"/>
          <ac:spMkLst>
            <pc:docMk/>
            <pc:sldMk cId="925522260" sldId="270"/>
            <ac:spMk id="92" creationId="{E6FC4E87-FFE2-8565-61F4-2D4F080DBB16}"/>
          </ac:spMkLst>
        </pc:spChg>
        <pc:spChg chg="add mod">
          <ac:chgData name="joshianubhav789@gmail.com" userId="50dfd16de4fdcae9" providerId="LiveId" clId="{25BD1244-2B99-4CAB-BF74-D1CE71ED95DE}" dt="2022-06-04T12:26:11.280" v="10379" actId="1036"/>
          <ac:spMkLst>
            <pc:docMk/>
            <pc:sldMk cId="925522260" sldId="270"/>
            <ac:spMk id="94" creationId="{B7071D2A-00AE-943B-C8F0-BAAF022ED0B6}"/>
          </ac:spMkLst>
        </pc:spChg>
        <pc:spChg chg="add mod">
          <ac:chgData name="joshianubhav789@gmail.com" userId="50dfd16de4fdcae9" providerId="LiveId" clId="{25BD1244-2B99-4CAB-BF74-D1CE71ED95DE}" dt="2022-06-04T12:26:11.280" v="10379" actId="1036"/>
          <ac:spMkLst>
            <pc:docMk/>
            <pc:sldMk cId="925522260" sldId="270"/>
            <ac:spMk id="95" creationId="{EBF58127-9B92-D136-26F4-CD1960DD69E1}"/>
          </ac:spMkLst>
        </pc:spChg>
        <pc:spChg chg="add mod">
          <ac:chgData name="joshianubhav789@gmail.com" userId="50dfd16de4fdcae9" providerId="LiveId" clId="{25BD1244-2B99-4CAB-BF74-D1CE71ED95DE}" dt="2022-06-04T12:26:11.280" v="10379" actId="1036"/>
          <ac:spMkLst>
            <pc:docMk/>
            <pc:sldMk cId="925522260" sldId="270"/>
            <ac:spMk id="97" creationId="{F561EFFC-4749-F6D9-0800-3C148139F142}"/>
          </ac:spMkLst>
        </pc:spChg>
        <pc:spChg chg="add mod">
          <ac:chgData name="joshianubhav789@gmail.com" userId="50dfd16de4fdcae9" providerId="LiveId" clId="{25BD1244-2B99-4CAB-BF74-D1CE71ED95DE}" dt="2022-06-04T12:26:11.280" v="10379" actId="1036"/>
          <ac:spMkLst>
            <pc:docMk/>
            <pc:sldMk cId="925522260" sldId="270"/>
            <ac:spMk id="98" creationId="{785A258C-6031-2BB3-F325-99E1F2AB8C85}"/>
          </ac:spMkLst>
        </pc:spChg>
        <pc:spChg chg="add mod">
          <ac:chgData name="joshianubhav789@gmail.com" userId="50dfd16de4fdcae9" providerId="LiveId" clId="{25BD1244-2B99-4CAB-BF74-D1CE71ED95DE}" dt="2022-06-04T12:26:11.280" v="10379" actId="1036"/>
          <ac:spMkLst>
            <pc:docMk/>
            <pc:sldMk cId="925522260" sldId="270"/>
            <ac:spMk id="100" creationId="{950B47FD-80FB-0ACA-AA29-CE1B44B784A3}"/>
          </ac:spMkLst>
        </pc:spChg>
        <pc:spChg chg="add del mod">
          <ac:chgData name="joshianubhav789@gmail.com" userId="50dfd16de4fdcae9" providerId="LiveId" clId="{25BD1244-2B99-4CAB-BF74-D1CE71ED95DE}" dt="2022-06-04T12:10:42.863" v="10166" actId="478"/>
          <ac:spMkLst>
            <pc:docMk/>
            <pc:sldMk cId="925522260" sldId="270"/>
            <ac:spMk id="102" creationId="{4801B08F-7295-0C4A-6EE9-C856E7D08779}"/>
          </ac:spMkLst>
        </pc:spChg>
        <pc:spChg chg="add del mod">
          <ac:chgData name="joshianubhav789@gmail.com" userId="50dfd16de4fdcae9" providerId="LiveId" clId="{25BD1244-2B99-4CAB-BF74-D1CE71ED95DE}" dt="2022-06-04T12:10:36.675" v="10164" actId="478"/>
          <ac:spMkLst>
            <pc:docMk/>
            <pc:sldMk cId="925522260" sldId="270"/>
            <ac:spMk id="103" creationId="{7484367C-9FFD-29D8-B5C3-A37E9FAA17D6}"/>
          </ac:spMkLst>
        </pc:spChg>
        <pc:spChg chg="add del mod">
          <ac:chgData name="joshianubhav789@gmail.com" userId="50dfd16de4fdcae9" providerId="LiveId" clId="{25BD1244-2B99-4CAB-BF74-D1CE71ED95DE}" dt="2022-06-04T12:10:04.708" v="10150" actId="478"/>
          <ac:spMkLst>
            <pc:docMk/>
            <pc:sldMk cId="925522260" sldId="270"/>
            <ac:spMk id="105" creationId="{21EEBACD-5EBD-C381-F605-21C8C518DB09}"/>
          </ac:spMkLst>
        </pc:spChg>
        <pc:spChg chg="add mod">
          <ac:chgData name="joshianubhav789@gmail.com" userId="50dfd16de4fdcae9" providerId="LiveId" clId="{25BD1244-2B99-4CAB-BF74-D1CE71ED95DE}" dt="2022-06-04T12:26:11.280" v="10379" actId="1036"/>
          <ac:spMkLst>
            <pc:docMk/>
            <pc:sldMk cId="925522260" sldId="270"/>
            <ac:spMk id="106" creationId="{6DD7DBCE-E7D9-458A-341A-80217A18184A}"/>
          </ac:spMkLst>
        </pc:spChg>
        <pc:spChg chg="add del">
          <ac:chgData name="joshianubhav789@gmail.com" userId="50dfd16de4fdcae9" providerId="LiveId" clId="{25BD1244-2B99-4CAB-BF74-D1CE71ED95DE}" dt="2022-06-04T12:10:49.417" v="10168" actId="22"/>
          <ac:spMkLst>
            <pc:docMk/>
            <pc:sldMk cId="925522260" sldId="270"/>
            <ac:spMk id="108" creationId="{14922340-24C4-9336-5015-2379DD4B686A}"/>
          </ac:spMkLst>
        </pc:spChg>
        <pc:spChg chg="add mod">
          <ac:chgData name="joshianubhav789@gmail.com" userId="50dfd16de4fdcae9" providerId="LiveId" clId="{25BD1244-2B99-4CAB-BF74-D1CE71ED95DE}" dt="2022-06-04T12:26:11.280" v="10379" actId="1036"/>
          <ac:spMkLst>
            <pc:docMk/>
            <pc:sldMk cId="925522260" sldId="270"/>
            <ac:spMk id="109" creationId="{82244E53-D579-E18A-6B6D-6EA656DC3AD6}"/>
          </ac:spMkLst>
        </pc:spChg>
        <pc:spChg chg="add mod">
          <ac:chgData name="joshianubhav789@gmail.com" userId="50dfd16de4fdcae9" providerId="LiveId" clId="{25BD1244-2B99-4CAB-BF74-D1CE71ED95DE}" dt="2022-06-04T12:26:11.280" v="10379" actId="1036"/>
          <ac:spMkLst>
            <pc:docMk/>
            <pc:sldMk cId="925522260" sldId="270"/>
            <ac:spMk id="110" creationId="{EF7D72EA-DED2-CE71-0F57-456B90BE2859}"/>
          </ac:spMkLst>
        </pc:spChg>
        <pc:spChg chg="add mod">
          <ac:chgData name="joshianubhav789@gmail.com" userId="50dfd16de4fdcae9" providerId="LiveId" clId="{25BD1244-2B99-4CAB-BF74-D1CE71ED95DE}" dt="2022-06-04T12:26:11.280" v="10379" actId="1036"/>
          <ac:spMkLst>
            <pc:docMk/>
            <pc:sldMk cId="925522260" sldId="270"/>
            <ac:spMk id="112" creationId="{2DA90F10-E942-6004-6587-1D01276A8C76}"/>
          </ac:spMkLst>
        </pc:spChg>
        <pc:spChg chg="add mod">
          <ac:chgData name="joshianubhav789@gmail.com" userId="50dfd16de4fdcae9" providerId="LiveId" clId="{25BD1244-2B99-4CAB-BF74-D1CE71ED95DE}" dt="2022-06-04T12:26:11.280" v="10379" actId="1036"/>
          <ac:spMkLst>
            <pc:docMk/>
            <pc:sldMk cId="925522260" sldId="270"/>
            <ac:spMk id="113" creationId="{AC738A7B-08B9-DBBB-33B6-A4228F532A58}"/>
          </ac:spMkLst>
        </pc:spChg>
        <pc:spChg chg="add mod">
          <ac:chgData name="joshianubhav789@gmail.com" userId="50dfd16de4fdcae9" providerId="LiveId" clId="{25BD1244-2B99-4CAB-BF74-D1CE71ED95DE}" dt="2022-06-04T12:26:11.280" v="10379" actId="1036"/>
          <ac:spMkLst>
            <pc:docMk/>
            <pc:sldMk cId="925522260" sldId="270"/>
            <ac:spMk id="114" creationId="{B993480B-6819-177C-7AC0-86F20FED7995}"/>
          </ac:spMkLst>
        </pc:spChg>
        <pc:spChg chg="add mod">
          <ac:chgData name="joshianubhav789@gmail.com" userId="50dfd16de4fdcae9" providerId="LiveId" clId="{25BD1244-2B99-4CAB-BF74-D1CE71ED95DE}" dt="2022-06-06T16:17:49.901" v="12324" actId="1076"/>
          <ac:spMkLst>
            <pc:docMk/>
            <pc:sldMk cId="925522260" sldId="270"/>
            <ac:spMk id="115" creationId="{29F29ED1-86F6-1B28-C776-FDB4D7588B85}"/>
          </ac:spMkLst>
        </pc:spChg>
        <pc:spChg chg="add mod">
          <ac:chgData name="joshianubhav789@gmail.com" userId="50dfd16de4fdcae9" providerId="LiveId" clId="{25BD1244-2B99-4CAB-BF74-D1CE71ED95DE}" dt="2022-06-06T16:17:54.982" v="12325" actId="1076"/>
          <ac:spMkLst>
            <pc:docMk/>
            <pc:sldMk cId="925522260" sldId="270"/>
            <ac:spMk id="117" creationId="{9603CFD2-7D47-F72A-CBE1-AC68CECDD6F9}"/>
          </ac:spMkLst>
        </pc:spChg>
        <pc:spChg chg="add mod">
          <ac:chgData name="joshianubhav789@gmail.com" userId="50dfd16de4fdcae9" providerId="LiveId" clId="{25BD1244-2B99-4CAB-BF74-D1CE71ED95DE}" dt="2022-06-06T16:18:07.888" v="12327" actId="1076"/>
          <ac:spMkLst>
            <pc:docMk/>
            <pc:sldMk cId="925522260" sldId="270"/>
            <ac:spMk id="119" creationId="{0FBDA81B-D5F0-680C-872C-1CA607A6150E}"/>
          </ac:spMkLst>
        </pc:spChg>
        <pc:spChg chg="add mod">
          <ac:chgData name="joshianubhav789@gmail.com" userId="50dfd16de4fdcae9" providerId="LiveId" clId="{25BD1244-2B99-4CAB-BF74-D1CE71ED95DE}" dt="2022-06-06T16:17:47.156" v="12323" actId="1076"/>
          <ac:spMkLst>
            <pc:docMk/>
            <pc:sldMk cId="925522260" sldId="270"/>
            <ac:spMk id="120" creationId="{58B4773C-D3E9-0A43-7E83-AECA687F83E0}"/>
          </ac:spMkLst>
        </pc:spChg>
        <pc:spChg chg="add mod">
          <ac:chgData name="joshianubhav789@gmail.com" userId="50dfd16de4fdcae9" providerId="LiveId" clId="{25BD1244-2B99-4CAB-BF74-D1CE71ED95DE}" dt="2022-06-04T12:26:11.280" v="10379" actId="1036"/>
          <ac:spMkLst>
            <pc:docMk/>
            <pc:sldMk cId="925522260" sldId="270"/>
            <ac:spMk id="121" creationId="{26D76D3A-30EA-F162-D843-4371425CB33E}"/>
          </ac:spMkLst>
        </pc:spChg>
        <pc:spChg chg="mod">
          <ac:chgData name="joshianubhav789@gmail.com" userId="50dfd16de4fdcae9" providerId="LiveId" clId="{25BD1244-2B99-4CAB-BF74-D1CE71ED95DE}" dt="2022-06-04T12:20:39.622" v="10296"/>
          <ac:spMkLst>
            <pc:docMk/>
            <pc:sldMk cId="925522260" sldId="270"/>
            <ac:spMk id="123" creationId="{DD6F146F-A7D9-3AB7-E914-81A5F4A50326}"/>
          </ac:spMkLst>
        </pc:spChg>
        <pc:spChg chg="mod">
          <ac:chgData name="joshianubhav789@gmail.com" userId="50dfd16de4fdcae9" providerId="LiveId" clId="{25BD1244-2B99-4CAB-BF74-D1CE71ED95DE}" dt="2022-06-04T12:20:39.622" v="10296"/>
          <ac:spMkLst>
            <pc:docMk/>
            <pc:sldMk cId="925522260" sldId="270"/>
            <ac:spMk id="125" creationId="{F508A19B-14AF-D387-2758-21E99FACA175}"/>
          </ac:spMkLst>
        </pc:spChg>
        <pc:spChg chg="mod">
          <ac:chgData name="joshianubhav789@gmail.com" userId="50dfd16de4fdcae9" providerId="LiveId" clId="{25BD1244-2B99-4CAB-BF74-D1CE71ED95DE}" dt="2022-06-04T12:20:39.622" v="10296"/>
          <ac:spMkLst>
            <pc:docMk/>
            <pc:sldMk cId="925522260" sldId="270"/>
            <ac:spMk id="127" creationId="{6E8AA634-A172-897E-7A52-B584B9F7CFDB}"/>
          </ac:spMkLst>
        </pc:spChg>
        <pc:spChg chg="mod">
          <ac:chgData name="joshianubhav789@gmail.com" userId="50dfd16de4fdcae9" providerId="LiveId" clId="{25BD1244-2B99-4CAB-BF74-D1CE71ED95DE}" dt="2022-06-04T12:20:39.622" v="10296"/>
          <ac:spMkLst>
            <pc:docMk/>
            <pc:sldMk cId="925522260" sldId="270"/>
            <ac:spMk id="129" creationId="{2DD67E43-97BA-3F92-D946-554F406F2D73}"/>
          </ac:spMkLst>
        </pc:spChg>
        <pc:spChg chg="mod">
          <ac:chgData name="joshianubhav789@gmail.com" userId="50dfd16de4fdcae9" providerId="LiveId" clId="{25BD1244-2B99-4CAB-BF74-D1CE71ED95DE}" dt="2022-06-04T12:20:39.622" v="10296"/>
          <ac:spMkLst>
            <pc:docMk/>
            <pc:sldMk cId="925522260" sldId="270"/>
            <ac:spMk id="130" creationId="{476736DB-06EE-AF80-618C-2CBF3F8873CC}"/>
          </ac:spMkLst>
        </pc:spChg>
        <pc:spChg chg="mod">
          <ac:chgData name="joshianubhav789@gmail.com" userId="50dfd16de4fdcae9" providerId="LiveId" clId="{25BD1244-2B99-4CAB-BF74-D1CE71ED95DE}" dt="2022-06-04T12:20:39.622" v="10296"/>
          <ac:spMkLst>
            <pc:docMk/>
            <pc:sldMk cId="925522260" sldId="270"/>
            <ac:spMk id="131" creationId="{DFAA5EB3-D009-713D-C83D-F149BFE807EC}"/>
          </ac:spMkLst>
        </pc:spChg>
        <pc:spChg chg="mod">
          <ac:chgData name="joshianubhav789@gmail.com" userId="50dfd16de4fdcae9" providerId="LiveId" clId="{25BD1244-2B99-4CAB-BF74-D1CE71ED95DE}" dt="2022-06-04T12:20:39.622" v="10296"/>
          <ac:spMkLst>
            <pc:docMk/>
            <pc:sldMk cId="925522260" sldId="270"/>
            <ac:spMk id="132" creationId="{9EB2A3BA-3BC7-4AD4-381D-84EFFC535152}"/>
          </ac:spMkLst>
        </pc:spChg>
        <pc:spChg chg="add mod">
          <ac:chgData name="joshianubhav789@gmail.com" userId="50dfd16de4fdcae9" providerId="LiveId" clId="{25BD1244-2B99-4CAB-BF74-D1CE71ED95DE}" dt="2022-06-04T12:34:19.678" v="10593" actId="21"/>
          <ac:spMkLst>
            <pc:docMk/>
            <pc:sldMk cId="925522260" sldId="270"/>
            <ac:spMk id="134" creationId="{2B825B83-A514-A268-3F2D-188C2C1A17E1}"/>
          </ac:spMkLst>
        </pc:spChg>
        <pc:spChg chg="add del">
          <ac:chgData name="joshianubhav789@gmail.com" userId="50dfd16de4fdcae9" providerId="LiveId" clId="{25BD1244-2B99-4CAB-BF74-D1CE71ED95DE}" dt="2022-06-04T12:29:25.137" v="10427" actId="11529"/>
          <ac:spMkLst>
            <pc:docMk/>
            <pc:sldMk cId="925522260" sldId="270"/>
            <ac:spMk id="147" creationId="{BA4AA6FB-6B89-6D97-7070-AA9402F0B1FE}"/>
          </ac:spMkLst>
        </pc:spChg>
        <pc:spChg chg="add mod">
          <ac:chgData name="joshianubhav789@gmail.com" userId="50dfd16de4fdcae9" providerId="LiveId" clId="{25BD1244-2B99-4CAB-BF74-D1CE71ED95DE}" dt="2022-06-04T12:31:37.211" v="10461" actId="207"/>
          <ac:spMkLst>
            <pc:docMk/>
            <pc:sldMk cId="925522260" sldId="270"/>
            <ac:spMk id="164" creationId="{AE405C8F-A925-0179-0F69-892EA01826AF}"/>
          </ac:spMkLst>
        </pc:spChg>
        <pc:spChg chg="add mod">
          <ac:chgData name="joshianubhav789@gmail.com" userId="50dfd16de4fdcae9" providerId="LiveId" clId="{25BD1244-2B99-4CAB-BF74-D1CE71ED95DE}" dt="2022-06-04T12:31:48.301" v="10465" actId="1076"/>
          <ac:spMkLst>
            <pc:docMk/>
            <pc:sldMk cId="925522260" sldId="270"/>
            <ac:spMk id="165" creationId="{C6C95D13-BC3B-DD43-8163-036047F290E8}"/>
          </ac:spMkLst>
        </pc:spChg>
        <pc:spChg chg="add mod">
          <ac:chgData name="joshianubhav789@gmail.com" userId="50dfd16de4fdcae9" providerId="LiveId" clId="{25BD1244-2B99-4CAB-BF74-D1CE71ED95DE}" dt="2022-06-04T12:32:32.435" v="10487" actId="1076"/>
          <ac:spMkLst>
            <pc:docMk/>
            <pc:sldMk cId="925522260" sldId="270"/>
            <ac:spMk id="168" creationId="{CE7253F6-76EA-7E21-2EC7-CA65EB644F19}"/>
          </ac:spMkLst>
        </pc:spChg>
        <pc:spChg chg="add mod">
          <ac:chgData name="joshianubhav789@gmail.com" userId="50dfd16de4fdcae9" providerId="LiveId" clId="{25BD1244-2B99-4CAB-BF74-D1CE71ED95DE}" dt="2022-06-04T12:34:50.233" v="10602" actId="115"/>
          <ac:spMkLst>
            <pc:docMk/>
            <pc:sldMk cId="925522260" sldId="270"/>
            <ac:spMk id="170" creationId="{7B31BCF4-CFD2-2070-92F6-FA7BF4EA62B9}"/>
          </ac:spMkLst>
        </pc:spChg>
        <pc:spChg chg="add mod">
          <ac:chgData name="joshianubhav789@gmail.com" userId="50dfd16de4fdcae9" providerId="LiveId" clId="{25BD1244-2B99-4CAB-BF74-D1CE71ED95DE}" dt="2022-06-04T12:35:01.796" v="10603" actId="20577"/>
          <ac:spMkLst>
            <pc:docMk/>
            <pc:sldMk cId="925522260" sldId="270"/>
            <ac:spMk id="172" creationId="{51CBB185-1343-ACF6-39CC-5AF08F9EA6C3}"/>
          </ac:spMkLst>
        </pc:spChg>
        <pc:grpChg chg="add mod">
          <ac:chgData name="joshianubhav789@gmail.com" userId="50dfd16de4fdcae9" providerId="LiveId" clId="{25BD1244-2B99-4CAB-BF74-D1CE71ED95DE}" dt="2022-06-04T12:20:50.823" v="10299" actId="1076"/>
          <ac:grpSpMkLst>
            <pc:docMk/>
            <pc:sldMk cId="925522260" sldId="270"/>
            <ac:grpSpMk id="122" creationId="{A1B1C104-3D8A-211D-9FF3-121A375A2DDC}"/>
          </ac:grpSpMkLst>
        </pc:grpChg>
        <pc:grpChg chg="mod">
          <ac:chgData name="joshianubhav789@gmail.com" userId="50dfd16de4fdcae9" providerId="LiveId" clId="{25BD1244-2B99-4CAB-BF74-D1CE71ED95DE}" dt="2022-06-04T12:20:39.622" v="10296"/>
          <ac:grpSpMkLst>
            <pc:docMk/>
            <pc:sldMk cId="925522260" sldId="270"/>
            <ac:grpSpMk id="124" creationId="{15ABEE74-0454-A75F-623F-2AA68DCA89A4}"/>
          </ac:grpSpMkLst>
        </pc:grpChg>
        <pc:graphicFrameChg chg="add del mod modGraphic">
          <ac:chgData name="joshianubhav789@gmail.com" userId="50dfd16de4fdcae9" providerId="LiveId" clId="{25BD1244-2B99-4CAB-BF74-D1CE71ED95DE}" dt="2022-06-04T11:46:22.980" v="9740" actId="478"/>
          <ac:graphicFrameMkLst>
            <pc:docMk/>
            <pc:sldMk cId="925522260" sldId="270"/>
            <ac:graphicFrameMk id="25" creationId="{5842890C-9D87-20A2-D6F7-C5DF28BAC980}"/>
          </ac:graphicFrameMkLst>
        </pc:graphicFrameChg>
        <pc:graphicFrameChg chg="add del mod modGraphic">
          <ac:chgData name="joshianubhav789@gmail.com" userId="50dfd16de4fdcae9" providerId="LiveId" clId="{25BD1244-2B99-4CAB-BF74-D1CE71ED95DE}" dt="2022-06-04T11:46:22.980" v="9740" actId="478"/>
          <ac:graphicFrameMkLst>
            <pc:docMk/>
            <pc:sldMk cId="925522260" sldId="270"/>
            <ac:graphicFrameMk id="44" creationId="{389D33F0-D1B5-0526-E925-ACE9D40910CF}"/>
          </ac:graphicFrameMkLst>
        </pc:graphicFrameChg>
        <pc:graphicFrameChg chg="add mod modGraphic">
          <ac:chgData name="joshianubhav789@gmail.com" userId="50dfd16de4fdcae9" providerId="LiveId" clId="{25BD1244-2B99-4CAB-BF74-D1CE71ED95DE}" dt="2022-06-04T11:46:15.260" v="9738" actId="2710"/>
          <ac:graphicFrameMkLst>
            <pc:docMk/>
            <pc:sldMk cId="925522260" sldId="270"/>
            <ac:graphicFrameMk id="45" creationId="{F9A63D2B-D119-3178-44B4-8291E5462F03}"/>
          </ac:graphicFrameMkLst>
        </pc:graphicFrameChg>
        <pc:graphicFrameChg chg="add mod modGraphic">
          <ac:chgData name="joshianubhav789@gmail.com" userId="50dfd16de4fdcae9" providerId="LiveId" clId="{25BD1244-2B99-4CAB-BF74-D1CE71ED95DE}" dt="2022-06-04T11:46:19.758" v="9739" actId="2710"/>
          <ac:graphicFrameMkLst>
            <pc:docMk/>
            <pc:sldMk cId="925522260" sldId="270"/>
            <ac:graphicFrameMk id="46" creationId="{978E9399-D1F1-6EF2-46D3-49C5C080A412}"/>
          </ac:graphicFrameMkLst>
        </pc:graphicFrameChg>
        <pc:graphicFrameChg chg="add del mod">
          <ac:chgData name="joshianubhav789@gmail.com" userId="50dfd16de4fdcae9" providerId="LiveId" clId="{25BD1244-2B99-4CAB-BF74-D1CE71ED95DE}" dt="2022-06-04T11:46:51.370" v="9743" actId="478"/>
          <ac:graphicFrameMkLst>
            <pc:docMk/>
            <pc:sldMk cId="925522260" sldId="270"/>
            <ac:graphicFrameMk id="47" creationId="{90096A52-DDD4-CF8B-2DA1-C407CF171E95}"/>
          </ac:graphicFrameMkLst>
        </pc:graphicFrameChg>
        <pc:graphicFrameChg chg="add mod modGraphic">
          <ac:chgData name="joshianubhav789@gmail.com" userId="50dfd16de4fdcae9" providerId="LiveId" clId="{25BD1244-2B99-4CAB-BF74-D1CE71ED95DE}" dt="2022-06-04T11:47:27.227" v="9759" actId="1076"/>
          <ac:graphicFrameMkLst>
            <pc:docMk/>
            <pc:sldMk cId="925522260" sldId="270"/>
            <ac:graphicFrameMk id="48" creationId="{62FAA845-19BB-83AC-BD8D-1C99A422892D}"/>
          </ac:graphicFrameMkLst>
        </pc:graphicFrameChg>
        <pc:picChg chg="add del mod">
          <ac:chgData name="joshianubhav789@gmail.com" userId="50dfd16de4fdcae9" providerId="LiveId" clId="{25BD1244-2B99-4CAB-BF74-D1CE71ED95DE}" dt="2022-07-02T08:18:00.503" v="18859"/>
          <ac:picMkLst>
            <pc:docMk/>
            <pc:sldMk cId="925522260" sldId="270"/>
            <ac:picMk id="73" creationId="{EB600344-213E-E5DE-2486-768919908A16}"/>
          </ac:picMkLst>
        </pc:picChg>
        <pc:cxnChg chg="add mod">
          <ac:chgData name="joshianubhav789@gmail.com" userId="50dfd16de4fdcae9" providerId="LiveId" clId="{25BD1244-2B99-4CAB-BF74-D1CE71ED95DE}" dt="2022-06-04T11:51:03.826" v="9822" actId="1076"/>
          <ac:cxnSpMkLst>
            <pc:docMk/>
            <pc:sldMk cId="925522260" sldId="270"/>
            <ac:cxnSpMk id="13" creationId="{C12BB343-BE11-E9EC-51B4-9FF3DC25840F}"/>
          </ac:cxnSpMkLst>
        </pc:cxnChg>
        <pc:cxnChg chg="add mod">
          <ac:chgData name="joshianubhav789@gmail.com" userId="50dfd16de4fdcae9" providerId="LiveId" clId="{25BD1244-2B99-4CAB-BF74-D1CE71ED95DE}" dt="2022-06-04T11:50:58.732" v="9821" actId="1076"/>
          <ac:cxnSpMkLst>
            <pc:docMk/>
            <pc:sldMk cId="925522260" sldId="270"/>
            <ac:cxnSpMk id="14" creationId="{2019A554-F0E8-68D7-391C-0F95F6E25F6F}"/>
          </ac:cxnSpMkLst>
        </pc:cxnChg>
        <pc:cxnChg chg="add mod">
          <ac:chgData name="joshianubhav789@gmail.com" userId="50dfd16de4fdcae9" providerId="LiveId" clId="{25BD1244-2B99-4CAB-BF74-D1CE71ED95DE}" dt="2022-06-04T11:51:03.826" v="9822" actId="1076"/>
          <ac:cxnSpMkLst>
            <pc:docMk/>
            <pc:sldMk cId="925522260" sldId="270"/>
            <ac:cxnSpMk id="15" creationId="{B7A098B4-EA10-4F3B-A819-4D4A173E4C5F}"/>
          </ac:cxnSpMkLst>
        </pc:cxnChg>
        <pc:cxnChg chg="add mod">
          <ac:chgData name="joshianubhav789@gmail.com" userId="50dfd16de4fdcae9" providerId="LiveId" clId="{25BD1244-2B99-4CAB-BF74-D1CE71ED95DE}" dt="2022-06-04T11:51:03.826" v="9822" actId="1076"/>
          <ac:cxnSpMkLst>
            <pc:docMk/>
            <pc:sldMk cId="925522260" sldId="270"/>
            <ac:cxnSpMk id="16" creationId="{8006F2C6-63C4-C5E1-E2A6-40EF3CACEB79}"/>
          </ac:cxnSpMkLst>
        </pc:cxnChg>
        <pc:cxnChg chg="add mod">
          <ac:chgData name="joshianubhav789@gmail.com" userId="50dfd16de4fdcae9" providerId="LiveId" clId="{25BD1244-2B99-4CAB-BF74-D1CE71ED95DE}" dt="2022-06-04T11:50:58.732" v="9821" actId="1076"/>
          <ac:cxnSpMkLst>
            <pc:docMk/>
            <pc:sldMk cId="925522260" sldId="270"/>
            <ac:cxnSpMk id="17" creationId="{697F3056-BABD-978B-B87B-AE72E36A7A28}"/>
          </ac:cxnSpMkLst>
        </pc:cxnChg>
        <pc:cxnChg chg="add mod">
          <ac:chgData name="joshianubhav789@gmail.com" userId="50dfd16de4fdcae9" providerId="LiveId" clId="{25BD1244-2B99-4CAB-BF74-D1CE71ED95DE}" dt="2022-06-04T11:50:58.732" v="9821" actId="1076"/>
          <ac:cxnSpMkLst>
            <pc:docMk/>
            <pc:sldMk cId="925522260" sldId="270"/>
            <ac:cxnSpMk id="18" creationId="{56B27F35-15A3-DE0A-C50B-7F2A450FE582}"/>
          </ac:cxnSpMkLst>
        </pc:cxnChg>
        <pc:cxnChg chg="add mod">
          <ac:chgData name="joshianubhav789@gmail.com" userId="50dfd16de4fdcae9" providerId="LiveId" clId="{25BD1244-2B99-4CAB-BF74-D1CE71ED95DE}" dt="2022-06-04T11:50:58.732" v="9821" actId="1076"/>
          <ac:cxnSpMkLst>
            <pc:docMk/>
            <pc:sldMk cId="925522260" sldId="270"/>
            <ac:cxnSpMk id="19" creationId="{39614C6B-B543-A9E1-A7FD-B64572B01FE6}"/>
          </ac:cxnSpMkLst>
        </pc:cxnChg>
        <pc:cxnChg chg="add mod">
          <ac:chgData name="joshianubhav789@gmail.com" userId="50dfd16de4fdcae9" providerId="LiveId" clId="{25BD1244-2B99-4CAB-BF74-D1CE71ED95DE}" dt="2022-06-04T11:51:03.826" v="9822" actId="1076"/>
          <ac:cxnSpMkLst>
            <pc:docMk/>
            <pc:sldMk cId="925522260" sldId="270"/>
            <ac:cxnSpMk id="20" creationId="{1B78D1D5-177E-D415-3791-C2010C8577BA}"/>
          </ac:cxnSpMkLst>
        </pc:cxnChg>
        <pc:cxnChg chg="add mod">
          <ac:chgData name="joshianubhav789@gmail.com" userId="50dfd16de4fdcae9" providerId="LiveId" clId="{25BD1244-2B99-4CAB-BF74-D1CE71ED95DE}" dt="2022-06-04T11:47:41.828" v="9761" actId="1076"/>
          <ac:cxnSpMkLst>
            <pc:docMk/>
            <pc:sldMk cId="925522260" sldId="270"/>
            <ac:cxnSpMk id="22" creationId="{DB02F674-E7AF-0883-3E48-801E5113683A}"/>
          </ac:cxnSpMkLst>
        </pc:cxnChg>
        <pc:cxnChg chg="add mod">
          <ac:chgData name="joshianubhav789@gmail.com" userId="50dfd16de4fdcae9" providerId="LiveId" clId="{25BD1244-2B99-4CAB-BF74-D1CE71ED95DE}" dt="2022-06-04T11:51:17.340" v="9824" actId="1076"/>
          <ac:cxnSpMkLst>
            <pc:docMk/>
            <pc:sldMk cId="925522260" sldId="270"/>
            <ac:cxnSpMk id="38" creationId="{AEDB0D8C-43B2-D7ED-63A5-186B5D56D4E7}"/>
          </ac:cxnSpMkLst>
        </pc:cxnChg>
        <pc:cxnChg chg="mod">
          <ac:chgData name="joshianubhav789@gmail.com" userId="50dfd16de4fdcae9" providerId="LiveId" clId="{25BD1244-2B99-4CAB-BF74-D1CE71ED95DE}" dt="2022-06-04T12:20:39.622" v="10296"/>
          <ac:cxnSpMkLst>
            <pc:docMk/>
            <pc:sldMk cId="925522260" sldId="270"/>
            <ac:cxnSpMk id="126" creationId="{29EB6303-8030-753A-FA20-AC75AE6277F9}"/>
          </ac:cxnSpMkLst>
        </pc:cxnChg>
        <pc:cxnChg chg="mod">
          <ac:chgData name="joshianubhav789@gmail.com" userId="50dfd16de4fdcae9" providerId="LiveId" clId="{25BD1244-2B99-4CAB-BF74-D1CE71ED95DE}" dt="2022-06-04T12:20:39.622" v="10296"/>
          <ac:cxnSpMkLst>
            <pc:docMk/>
            <pc:sldMk cId="925522260" sldId="270"/>
            <ac:cxnSpMk id="128" creationId="{85CABD24-AE16-E0B8-2409-9483DD791102}"/>
          </ac:cxnSpMkLst>
        </pc:cxnChg>
        <pc:cxnChg chg="add mod">
          <ac:chgData name="joshianubhav789@gmail.com" userId="50dfd16de4fdcae9" providerId="LiveId" clId="{25BD1244-2B99-4CAB-BF74-D1CE71ED95DE}" dt="2022-06-04T12:32:02.408" v="10468" actId="1076"/>
          <ac:cxnSpMkLst>
            <pc:docMk/>
            <pc:sldMk cId="925522260" sldId="270"/>
            <ac:cxnSpMk id="136" creationId="{B030D33C-305F-A2D1-8A7D-5F3F1BFE43D8}"/>
          </ac:cxnSpMkLst>
        </pc:cxnChg>
        <pc:cxnChg chg="add del mod">
          <ac:chgData name="joshianubhav789@gmail.com" userId="50dfd16de4fdcae9" providerId="LiveId" clId="{25BD1244-2B99-4CAB-BF74-D1CE71ED95DE}" dt="2022-06-04T12:28:40.900" v="10416" actId="11529"/>
          <ac:cxnSpMkLst>
            <pc:docMk/>
            <pc:sldMk cId="925522260" sldId="270"/>
            <ac:cxnSpMk id="138" creationId="{B829514A-DED3-6142-D80D-A7D4FF59665A}"/>
          </ac:cxnSpMkLst>
        </pc:cxnChg>
        <pc:cxnChg chg="add del mod">
          <ac:chgData name="joshianubhav789@gmail.com" userId="50dfd16de4fdcae9" providerId="LiveId" clId="{25BD1244-2B99-4CAB-BF74-D1CE71ED95DE}" dt="2022-06-04T12:28:54.082" v="10419" actId="21"/>
          <ac:cxnSpMkLst>
            <pc:docMk/>
            <pc:sldMk cId="925522260" sldId="270"/>
            <ac:cxnSpMk id="141" creationId="{260D7588-A311-1EEC-DBB8-D0972D150D6D}"/>
          </ac:cxnSpMkLst>
        </pc:cxnChg>
        <pc:cxnChg chg="add del mod">
          <ac:chgData name="joshianubhav789@gmail.com" userId="50dfd16de4fdcae9" providerId="LiveId" clId="{25BD1244-2B99-4CAB-BF74-D1CE71ED95DE}" dt="2022-06-04T12:29:05.178" v="10425" actId="11529"/>
          <ac:cxnSpMkLst>
            <pc:docMk/>
            <pc:sldMk cId="925522260" sldId="270"/>
            <ac:cxnSpMk id="144" creationId="{3539AED9-1B8B-9440-2371-A92BE1577BD7}"/>
          </ac:cxnSpMkLst>
        </pc:cxnChg>
        <pc:cxnChg chg="add del mod">
          <ac:chgData name="joshianubhav789@gmail.com" userId="50dfd16de4fdcae9" providerId="LiveId" clId="{25BD1244-2B99-4CAB-BF74-D1CE71ED95DE}" dt="2022-06-04T12:30:32.146" v="10453" actId="478"/>
          <ac:cxnSpMkLst>
            <pc:docMk/>
            <pc:sldMk cId="925522260" sldId="270"/>
            <ac:cxnSpMk id="149" creationId="{48DFDA9B-1333-5D66-D7C7-A811478A47F5}"/>
          </ac:cxnSpMkLst>
        </pc:cxnChg>
      </pc:sldChg>
      <pc:sldChg chg="addSp delSp modSp new mod">
        <pc:chgData name="joshianubhav789@gmail.com" userId="50dfd16de4fdcae9" providerId="LiveId" clId="{25BD1244-2B99-4CAB-BF74-D1CE71ED95DE}" dt="2022-07-30T14:26:29.161" v="20607" actId="1076"/>
        <pc:sldMkLst>
          <pc:docMk/>
          <pc:sldMk cId="3783985335" sldId="271"/>
        </pc:sldMkLst>
        <pc:spChg chg="mod">
          <ac:chgData name="joshianubhav789@gmail.com" userId="50dfd16de4fdcae9" providerId="LiveId" clId="{25BD1244-2B99-4CAB-BF74-D1CE71ED95DE}" dt="2022-06-05T18:19:42.409" v="10678" actId="207"/>
          <ac:spMkLst>
            <pc:docMk/>
            <pc:sldMk cId="3783985335" sldId="271"/>
            <ac:spMk id="2" creationId="{94753685-6790-072A-A6B9-9A8A08BCF5F2}"/>
          </ac:spMkLst>
        </pc:spChg>
        <pc:spChg chg="mod">
          <ac:chgData name="joshianubhav789@gmail.com" userId="50dfd16de4fdcae9" providerId="LiveId" clId="{25BD1244-2B99-4CAB-BF74-D1CE71ED95DE}" dt="2022-07-30T14:06:38.080" v="20605" actId="21"/>
          <ac:spMkLst>
            <pc:docMk/>
            <pc:sldMk cId="3783985335" sldId="271"/>
            <ac:spMk id="3" creationId="{3E85F2B1-5089-84E0-CC99-4F2E3B4AFDFE}"/>
          </ac:spMkLst>
        </pc:spChg>
        <pc:spChg chg="mod">
          <ac:chgData name="joshianubhav789@gmail.com" userId="50dfd16de4fdcae9" providerId="LiveId" clId="{25BD1244-2B99-4CAB-BF74-D1CE71ED95DE}" dt="2022-06-05T18:12:47.743" v="10632"/>
          <ac:spMkLst>
            <pc:docMk/>
            <pc:sldMk cId="3783985335" sldId="271"/>
            <ac:spMk id="4" creationId="{5513AC8E-82DF-E272-C668-42A772001690}"/>
          </ac:spMkLst>
        </pc:spChg>
        <pc:spChg chg="add del mod">
          <ac:chgData name="joshianubhav789@gmail.com" userId="50dfd16de4fdcae9" providerId="LiveId" clId="{25BD1244-2B99-4CAB-BF74-D1CE71ED95DE}" dt="2022-07-23T17:29:26.799" v="20554" actId="478"/>
          <ac:spMkLst>
            <pc:docMk/>
            <pc:sldMk cId="3783985335" sldId="271"/>
            <ac:spMk id="5" creationId="{683CE762-F755-DB8C-1717-D4E5A330E1CA}"/>
          </ac:spMkLst>
        </pc:spChg>
        <pc:spChg chg="add del mod">
          <ac:chgData name="joshianubhav789@gmail.com" userId="50dfd16de4fdcae9" providerId="LiveId" clId="{25BD1244-2B99-4CAB-BF74-D1CE71ED95DE}" dt="2022-07-23T17:29:26.799" v="20554" actId="478"/>
          <ac:spMkLst>
            <pc:docMk/>
            <pc:sldMk cId="3783985335" sldId="271"/>
            <ac:spMk id="6" creationId="{A190935F-62A5-3267-3909-9BED609535D6}"/>
          </ac:spMkLst>
        </pc:spChg>
        <pc:spChg chg="add mod">
          <ac:chgData name="joshianubhav789@gmail.com" userId="50dfd16de4fdcae9" providerId="LiveId" clId="{25BD1244-2B99-4CAB-BF74-D1CE71ED95DE}" dt="2022-07-30T14:26:29.161" v="20607" actId="1076"/>
          <ac:spMkLst>
            <pc:docMk/>
            <pc:sldMk cId="3783985335" sldId="271"/>
            <ac:spMk id="8" creationId="{849E6D15-B231-BF47-4209-0B509A35A980}"/>
          </ac:spMkLst>
        </pc:spChg>
        <pc:spChg chg="add del mod ord">
          <ac:chgData name="joshianubhav789@gmail.com" userId="50dfd16de4fdcae9" providerId="LiveId" clId="{25BD1244-2B99-4CAB-BF74-D1CE71ED95DE}" dt="2022-07-23T17:31:27.426" v="20575" actId="1076"/>
          <ac:spMkLst>
            <pc:docMk/>
            <pc:sldMk cId="3783985335" sldId="271"/>
            <ac:spMk id="12" creationId="{BF7DEBD4-F665-4B04-94C2-3399F75179D0}"/>
          </ac:spMkLst>
        </pc:spChg>
        <pc:spChg chg="add mod">
          <ac:chgData name="joshianubhav789@gmail.com" userId="50dfd16de4fdcae9" providerId="LiveId" clId="{25BD1244-2B99-4CAB-BF74-D1CE71ED95DE}" dt="2022-07-23T17:31:46.569" v="20579" actId="1076"/>
          <ac:spMkLst>
            <pc:docMk/>
            <pc:sldMk cId="3783985335" sldId="271"/>
            <ac:spMk id="14" creationId="{038B3F5B-0B9C-8D33-7B08-E4465925766F}"/>
          </ac:spMkLst>
        </pc:spChg>
        <pc:spChg chg="add mod">
          <ac:chgData name="joshianubhav789@gmail.com" userId="50dfd16de4fdcae9" providerId="LiveId" clId="{25BD1244-2B99-4CAB-BF74-D1CE71ED95DE}" dt="2022-07-23T17:29:58.426" v="20558" actId="1076"/>
          <ac:spMkLst>
            <pc:docMk/>
            <pc:sldMk cId="3783985335" sldId="271"/>
            <ac:spMk id="15" creationId="{2F40CB2F-1046-C196-ABD0-D1714F28BF9F}"/>
          </ac:spMkLst>
        </pc:spChg>
        <pc:spChg chg="add del mod">
          <ac:chgData name="joshianubhav789@gmail.com" userId="50dfd16de4fdcae9" providerId="LiveId" clId="{25BD1244-2B99-4CAB-BF74-D1CE71ED95DE}" dt="2022-06-05T18:37:12.016" v="11137" actId="22"/>
          <ac:spMkLst>
            <pc:docMk/>
            <pc:sldMk cId="3783985335" sldId="271"/>
            <ac:spMk id="16" creationId="{10640E7A-51B8-3826-C8FC-284D856A8ADD}"/>
          </ac:spMkLst>
        </pc:spChg>
        <pc:spChg chg="add mod">
          <ac:chgData name="joshianubhav789@gmail.com" userId="50dfd16de4fdcae9" providerId="LiveId" clId="{25BD1244-2B99-4CAB-BF74-D1CE71ED95DE}" dt="2022-07-23T17:30:15.093" v="20565" actId="1037"/>
          <ac:spMkLst>
            <pc:docMk/>
            <pc:sldMk cId="3783985335" sldId="271"/>
            <ac:spMk id="16" creationId="{1DDCDF03-16B3-988E-ED49-3BC00FC08924}"/>
          </ac:spMkLst>
        </pc:spChg>
        <pc:spChg chg="add del mod">
          <ac:chgData name="joshianubhav789@gmail.com" userId="50dfd16de4fdcae9" providerId="LiveId" clId="{25BD1244-2B99-4CAB-BF74-D1CE71ED95DE}" dt="2022-07-23T17:30:46.367" v="20568" actId="478"/>
          <ac:spMkLst>
            <pc:docMk/>
            <pc:sldMk cId="3783985335" sldId="271"/>
            <ac:spMk id="17" creationId="{E43DD6A0-7262-7433-3287-6722A6D033F6}"/>
          </ac:spMkLst>
        </pc:spChg>
        <pc:spChg chg="add del">
          <ac:chgData name="joshianubhav789@gmail.com" userId="50dfd16de4fdcae9" providerId="LiveId" clId="{25BD1244-2B99-4CAB-BF74-D1CE71ED95DE}" dt="2022-06-05T18:37:33.132" v="11167" actId="22"/>
          <ac:spMkLst>
            <pc:docMk/>
            <pc:sldMk cId="3783985335" sldId="271"/>
            <ac:spMk id="18" creationId="{87D7962C-3593-6C20-35AA-EB7690FF1110}"/>
          </ac:spMkLst>
        </pc:spChg>
        <pc:spChg chg="add mod">
          <ac:chgData name="joshianubhav789@gmail.com" userId="50dfd16de4fdcae9" providerId="LiveId" clId="{25BD1244-2B99-4CAB-BF74-D1CE71ED95DE}" dt="2022-07-23T17:30:58.854" v="20570" actId="255"/>
          <ac:spMkLst>
            <pc:docMk/>
            <pc:sldMk cId="3783985335" sldId="271"/>
            <ac:spMk id="18" creationId="{DD20245D-0FBF-19B0-2807-50149AE821AC}"/>
          </ac:spMkLst>
        </pc:spChg>
        <pc:spChg chg="add mod">
          <ac:chgData name="joshianubhav789@gmail.com" userId="50dfd16de4fdcae9" providerId="LiveId" clId="{25BD1244-2B99-4CAB-BF74-D1CE71ED95DE}" dt="2022-07-23T17:31:13.116" v="20572" actId="255"/>
          <ac:spMkLst>
            <pc:docMk/>
            <pc:sldMk cId="3783985335" sldId="271"/>
            <ac:spMk id="19" creationId="{76F3BD78-998F-6111-A025-348E964E847A}"/>
          </ac:spMkLst>
        </pc:spChg>
        <pc:spChg chg="add del">
          <ac:chgData name="joshianubhav789@gmail.com" userId="50dfd16de4fdcae9" providerId="LiveId" clId="{25BD1244-2B99-4CAB-BF74-D1CE71ED95DE}" dt="2022-06-05T18:37:35.445" v="11169" actId="22"/>
          <ac:spMkLst>
            <pc:docMk/>
            <pc:sldMk cId="3783985335" sldId="271"/>
            <ac:spMk id="20" creationId="{66B9F221-2E3F-75B4-E007-19C2DC31C196}"/>
          </ac:spMkLst>
        </pc:spChg>
        <pc:spChg chg="add mod">
          <ac:chgData name="joshianubhav789@gmail.com" userId="50dfd16de4fdcae9" providerId="LiveId" clId="{25BD1244-2B99-4CAB-BF74-D1CE71ED95DE}" dt="2022-07-23T17:32:06.007" v="20583" actId="1076"/>
          <ac:spMkLst>
            <pc:docMk/>
            <pc:sldMk cId="3783985335" sldId="271"/>
            <ac:spMk id="20" creationId="{7E161763-7DEC-58D3-39C1-3E3D21226E97}"/>
          </ac:spMkLst>
        </pc:spChg>
        <pc:spChg chg="add mod">
          <ac:chgData name="joshianubhav789@gmail.com" userId="50dfd16de4fdcae9" providerId="LiveId" clId="{25BD1244-2B99-4CAB-BF74-D1CE71ED95DE}" dt="2022-07-23T17:32:09.824" v="20584" actId="1076"/>
          <ac:spMkLst>
            <pc:docMk/>
            <pc:sldMk cId="3783985335" sldId="271"/>
            <ac:spMk id="21" creationId="{C736ED5E-A514-1EE0-0BAF-68AD5BA96141}"/>
          </ac:spMkLst>
        </pc:spChg>
        <pc:spChg chg="add del mod">
          <ac:chgData name="joshianubhav789@gmail.com" userId="50dfd16de4fdcae9" providerId="LiveId" clId="{25BD1244-2B99-4CAB-BF74-D1CE71ED95DE}" dt="2022-07-23T17:30:42.860" v="20567" actId="478"/>
          <ac:spMkLst>
            <pc:docMk/>
            <pc:sldMk cId="3783985335" sldId="271"/>
            <ac:spMk id="22" creationId="{0AFE99F5-7ACC-34E3-F248-AAE935213C5C}"/>
          </ac:spMkLst>
        </pc:spChg>
        <pc:spChg chg="add del mod">
          <ac:chgData name="joshianubhav789@gmail.com" userId="50dfd16de4fdcae9" providerId="LiveId" clId="{25BD1244-2B99-4CAB-BF74-D1CE71ED95DE}" dt="2022-07-23T17:29:13.548" v="20552" actId="478"/>
          <ac:spMkLst>
            <pc:docMk/>
            <pc:sldMk cId="3783985335" sldId="271"/>
            <ac:spMk id="24" creationId="{AE2E1843-C44E-52B5-1FE3-40388BF721CC}"/>
          </ac:spMkLst>
        </pc:spChg>
        <pc:spChg chg="add del mod">
          <ac:chgData name="joshianubhav789@gmail.com" userId="50dfd16de4fdcae9" providerId="LiveId" clId="{25BD1244-2B99-4CAB-BF74-D1CE71ED95DE}" dt="2022-07-23T17:29:35.429" v="20556" actId="478"/>
          <ac:spMkLst>
            <pc:docMk/>
            <pc:sldMk cId="3783985335" sldId="271"/>
            <ac:spMk id="36" creationId="{FE9593BB-3CC1-D634-9ECA-16EEB6DD2F9B}"/>
          </ac:spMkLst>
        </pc:spChg>
        <pc:picChg chg="add del mod">
          <ac:chgData name="joshianubhav789@gmail.com" userId="50dfd16de4fdcae9" providerId="LiveId" clId="{25BD1244-2B99-4CAB-BF74-D1CE71ED95DE}" dt="2022-07-02T08:18:00.111" v="18858"/>
          <ac:picMkLst>
            <pc:docMk/>
            <pc:sldMk cId="3783985335" sldId="271"/>
            <ac:picMk id="15" creationId="{F05F1786-9851-AFC6-ADF5-5DC23E837DAC}"/>
          </ac:picMkLst>
        </pc:picChg>
        <pc:cxnChg chg="add mod">
          <ac:chgData name="joshianubhav789@gmail.com" userId="50dfd16de4fdcae9" providerId="LiveId" clId="{25BD1244-2B99-4CAB-BF74-D1CE71ED95DE}" dt="2022-07-23T17:32:42.941" v="20590" actId="14100"/>
          <ac:cxnSpMkLst>
            <pc:docMk/>
            <pc:sldMk cId="3783985335" sldId="271"/>
            <ac:cxnSpMk id="10" creationId="{6F8D4AC7-1D2C-2EA3-1640-A6CF2E8074D2}"/>
          </ac:cxnSpMkLst>
        </pc:cxnChg>
        <pc:cxnChg chg="add del mod">
          <ac:chgData name="joshianubhav789@gmail.com" userId="50dfd16de4fdcae9" providerId="LiveId" clId="{25BD1244-2B99-4CAB-BF74-D1CE71ED95DE}" dt="2022-06-05T18:40:38.403" v="11224" actId="11529"/>
          <ac:cxnSpMkLst>
            <pc:docMk/>
            <pc:sldMk cId="3783985335" sldId="271"/>
            <ac:cxnSpMk id="26" creationId="{3AE6A073-D395-FB19-EA5F-6D0A44B6E00F}"/>
          </ac:cxnSpMkLst>
        </pc:cxnChg>
        <pc:cxnChg chg="add mod">
          <ac:chgData name="joshianubhav789@gmail.com" userId="50dfd16de4fdcae9" providerId="LiveId" clId="{25BD1244-2B99-4CAB-BF74-D1CE71ED95DE}" dt="2022-07-23T17:32:53.151" v="20595" actId="14100"/>
          <ac:cxnSpMkLst>
            <pc:docMk/>
            <pc:sldMk cId="3783985335" sldId="271"/>
            <ac:cxnSpMk id="26" creationId="{96DB3C1A-145E-6952-91DE-458EE2196AD9}"/>
          </ac:cxnSpMkLst>
        </pc:cxnChg>
        <pc:cxnChg chg="add del mod">
          <ac:chgData name="joshianubhav789@gmail.com" userId="50dfd16de4fdcae9" providerId="LiveId" clId="{25BD1244-2B99-4CAB-BF74-D1CE71ED95DE}" dt="2022-07-23T17:29:17.298" v="20553" actId="478"/>
          <ac:cxnSpMkLst>
            <pc:docMk/>
            <pc:sldMk cId="3783985335" sldId="271"/>
            <ac:cxnSpMk id="28" creationId="{E0D4AE49-0573-3EC6-E37D-A364A4EA13CF}"/>
          </ac:cxnSpMkLst>
        </pc:cxnChg>
      </pc:sldChg>
      <pc:sldChg chg="addSp delSp modSp new del mod modAnim">
        <pc:chgData name="joshianubhav789@gmail.com" userId="50dfd16de4fdcae9" providerId="LiveId" clId="{25BD1244-2B99-4CAB-BF74-D1CE71ED95DE}" dt="2022-07-23T17:27:49.715" v="20540" actId="47"/>
        <pc:sldMkLst>
          <pc:docMk/>
          <pc:sldMk cId="4062458956" sldId="272"/>
        </pc:sldMkLst>
        <pc:spChg chg="del">
          <ac:chgData name="joshianubhav789@gmail.com" userId="50dfd16de4fdcae9" providerId="LiveId" clId="{25BD1244-2B99-4CAB-BF74-D1CE71ED95DE}" dt="2022-06-05T18:50:26.320" v="11380" actId="478"/>
          <ac:spMkLst>
            <pc:docMk/>
            <pc:sldMk cId="4062458956" sldId="272"/>
            <ac:spMk id="2" creationId="{0FA00A74-02C6-461E-3C96-C29A7176CB8E}"/>
          </ac:spMkLst>
        </pc:spChg>
        <pc:spChg chg="del mod">
          <ac:chgData name="joshianubhav789@gmail.com" userId="50dfd16de4fdcae9" providerId="LiveId" clId="{25BD1244-2B99-4CAB-BF74-D1CE71ED95DE}" dt="2022-06-05T18:50:41.387" v="11382" actId="478"/>
          <ac:spMkLst>
            <pc:docMk/>
            <pc:sldMk cId="4062458956" sldId="272"/>
            <ac:spMk id="3" creationId="{030264FE-C4C6-75F8-BBA1-F7F002737D4E}"/>
          </ac:spMkLst>
        </pc:spChg>
        <pc:spChg chg="add mod">
          <ac:chgData name="joshianubhav789@gmail.com" userId="50dfd16de4fdcae9" providerId="LiveId" clId="{25BD1244-2B99-4CAB-BF74-D1CE71ED95DE}" dt="2022-06-05T19:00:58.129" v="11613" actId="2711"/>
          <ac:spMkLst>
            <pc:docMk/>
            <pc:sldMk cId="4062458956" sldId="272"/>
            <ac:spMk id="5" creationId="{257DD90A-8F35-432E-4E9D-1FE83D4AF03C}"/>
          </ac:spMkLst>
        </pc:spChg>
        <pc:spChg chg="add mod">
          <ac:chgData name="joshianubhav789@gmail.com" userId="50dfd16de4fdcae9" providerId="LiveId" clId="{25BD1244-2B99-4CAB-BF74-D1CE71ED95DE}" dt="2022-06-05T19:01:01.766" v="11614" actId="2711"/>
          <ac:spMkLst>
            <pc:docMk/>
            <pc:sldMk cId="4062458956" sldId="272"/>
            <ac:spMk id="6" creationId="{45EC9B45-EF06-861F-3BC3-6C2585261A2B}"/>
          </ac:spMkLst>
        </pc:spChg>
        <pc:spChg chg="add mod">
          <ac:chgData name="joshianubhav789@gmail.com" userId="50dfd16de4fdcae9" providerId="LiveId" clId="{25BD1244-2B99-4CAB-BF74-D1CE71ED95DE}" dt="2022-06-05T18:52:18.126" v="11442" actId="1076"/>
          <ac:spMkLst>
            <pc:docMk/>
            <pc:sldMk cId="4062458956" sldId="272"/>
            <ac:spMk id="7" creationId="{DB3704A9-92B5-0AD2-3FF6-43C7B691F505}"/>
          </ac:spMkLst>
        </pc:spChg>
        <pc:spChg chg="add mod">
          <ac:chgData name="joshianubhav789@gmail.com" userId="50dfd16de4fdcae9" providerId="LiveId" clId="{25BD1244-2B99-4CAB-BF74-D1CE71ED95DE}" dt="2022-06-05T18:52:30.922" v="11447" actId="1076"/>
          <ac:spMkLst>
            <pc:docMk/>
            <pc:sldMk cId="4062458956" sldId="272"/>
            <ac:spMk id="8" creationId="{55759C4F-1E08-A053-7F49-7E4D313787E3}"/>
          </ac:spMkLst>
        </pc:spChg>
        <pc:spChg chg="add mod">
          <ac:chgData name="joshianubhav789@gmail.com" userId="50dfd16de4fdcae9" providerId="LiveId" clId="{25BD1244-2B99-4CAB-BF74-D1CE71ED95DE}" dt="2022-06-05T18:52:35.949" v="11448" actId="1076"/>
          <ac:spMkLst>
            <pc:docMk/>
            <pc:sldMk cId="4062458956" sldId="272"/>
            <ac:spMk id="9" creationId="{0CB00A33-2510-CE12-1993-B11E7521167A}"/>
          </ac:spMkLst>
        </pc:spChg>
        <pc:spChg chg="add mod">
          <ac:chgData name="joshianubhav789@gmail.com" userId="50dfd16de4fdcae9" providerId="LiveId" clId="{25BD1244-2B99-4CAB-BF74-D1CE71ED95DE}" dt="2022-06-05T18:52:42.642" v="11450" actId="1076"/>
          <ac:spMkLst>
            <pc:docMk/>
            <pc:sldMk cId="4062458956" sldId="272"/>
            <ac:spMk id="10" creationId="{F0A2ADA2-4CAB-C046-8E3E-279705A1C225}"/>
          </ac:spMkLst>
        </pc:spChg>
        <pc:spChg chg="add mod">
          <ac:chgData name="joshianubhav789@gmail.com" userId="50dfd16de4fdcae9" providerId="LiveId" clId="{25BD1244-2B99-4CAB-BF74-D1CE71ED95DE}" dt="2022-06-05T18:52:48.188" v="11452" actId="1076"/>
          <ac:spMkLst>
            <pc:docMk/>
            <pc:sldMk cId="4062458956" sldId="272"/>
            <ac:spMk id="11" creationId="{BCAC025A-963E-7381-E729-ADD79377814F}"/>
          </ac:spMkLst>
        </pc:spChg>
        <pc:spChg chg="add mod">
          <ac:chgData name="joshianubhav789@gmail.com" userId="50dfd16de4fdcae9" providerId="LiveId" clId="{25BD1244-2B99-4CAB-BF74-D1CE71ED95DE}" dt="2022-06-05T18:52:54.480" v="11454" actId="1076"/>
          <ac:spMkLst>
            <pc:docMk/>
            <pc:sldMk cId="4062458956" sldId="272"/>
            <ac:spMk id="12" creationId="{FB1C2B4B-7637-040A-46E2-6D056907359D}"/>
          </ac:spMkLst>
        </pc:spChg>
        <pc:spChg chg="add mod">
          <ac:chgData name="joshianubhav789@gmail.com" userId="50dfd16de4fdcae9" providerId="LiveId" clId="{25BD1244-2B99-4CAB-BF74-D1CE71ED95DE}" dt="2022-06-05T18:53:48.008" v="11492" actId="1035"/>
          <ac:spMkLst>
            <pc:docMk/>
            <pc:sldMk cId="4062458956" sldId="272"/>
            <ac:spMk id="14" creationId="{75669E0D-FF3E-2F37-B8CA-41EC32F11B58}"/>
          </ac:spMkLst>
        </pc:spChg>
        <pc:spChg chg="add mod">
          <ac:chgData name="joshianubhav789@gmail.com" userId="50dfd16de4fdcae9" providerId="LiveId" clId="{25BD1244-2B99-4CAB-BF74-D1CE71ED95DE}" dt="2022-06-05T18:56:39.854" v="11549" actId="1076"/>
          <ac:spMkLst>
            <pc:docMk/>
            <pc:sldMk cId="4062458956" sldId="272"/>
            <ac:spMk id="41" creationId="{4AF91353-3077-09ED-A5CF-723EFE970A0E}"/>
          </ac:spMkLst>
        </pc:spChg>
        <pc:spChg chg="add del mod">
          <ac:chgData name="joshianubhav789@gmail.com" userId="50dfd16de4fdcae9" providerId="LiveId" clId="{25BD1244-2B99-4CAB-BF74-D1CE71ED95DE}" dt="2022-06-05T18:56:18.223" v="11543" actId="478"/>
          <ac:spMkLst>
            <pc:docMk/>
            <pc:sldMk cId="4062458956" sldId="272"/>
            <ac:spMk id="42" creationId="{0E3C73EE-A956-1F6B-97DE-E1EC689A259E}"/>
          </ac:spMkLst>
        </pc:spChg>
        <pc:spChg chg="add del mod">
          <ac:chgData name="joshianubhav789@gmail.com" userId="50dfd16de4fdcae9" providerId="LiveId" clId="{25BD1244-2B99-4CAB-BF74-D1CE71ED95DE}" dt="2022-06-05T18:56:16.674" v="11542" actId="478"/>
          <ac:spMkLst>
            <pc:docMk/>
            <pc:sldMk cId="4062458956" sldId="272"/>
            <ac:spMk id="43" creationId="{96E6952F-70D6-F67F-30D2-7F17AE8A81A3}"/>
          </ac:spMkLst>
        </pc:spChg>
        <pc:spChg chg="add del mod">
          <ac:chgData name="joshianubhav789@gmail.com" userId="50dfd16de4fdcae9" providerId="LiveId" clId="{25BD1244-2B99-4CAB-BF74-D1CE71ED95DE}" dt="2022-06-05T18:56:12.083" v="11540" actId="478"/>
          <ac:spMkLst>
            <pc:docMk/>
            <pc:sldMk cId="4062458956" sldId="272"/>
            <ac:spMk id="44" creationId="{76C5EA5E-1A96-D5E0-B55C-45A2D00D967E}"/>
          </ac:spMkLst>
        </pc:spChg>
        <pc:spChg chg="add del mod">
          <ac:chgData name="joshianubhav789@gmail.com" userId="50dfd16de4fdcae9" providerId="LiveId" clId="{25BD1244-2B99-4CAB-BF74-D1CE71ED95DE}" dt="2022-06-05T18:56:19.679" v="11544" actId="478"/>
          <ac:spMkLst>
            <pc:docMk/>
            <pc:sldMk cId="4062458956" sldId="272"/>
            <ac:spMk id="45" creationId="{051F092D-2198-B947-A1E6-94F2512DF252}"/>
          </ac:spMkLst>
        </pc:spChg>
        <pc:spChg chg="add del mod">
          <ac:chgData name="joshianubhav789@gmail.com" userId="50dfd16de4fdcae9" providerId="LiveId" clId="{25BD1244-2B99-4CAB-BF74-D1CE71ED95DE}" dt="2022-06-05T18:56:21.252" v="11545" actId="478"/>
          <ac:spMkLst>
            <pc:docMk/>
            <pc:sldMk cId="4062458956" sldId="272"/>
            <ac:spMk id="46" creationId="{75DF99D5-2FE0-3692-3711-9EAFC22ECA48}"/>
          </ac:spMkLst>
        </pc:spChg>
        <pc:spChg chg="add del mod">
          <ac:chgData name="joshianubhav789@gmail.com" userId="50dfd16de4fdcae9" providerId="LiveId" clId="{25BD1244-2B99-4CAB-BF74-D1CE71ED95DE}" dt="2022-06-05T18:56:22.821" v="11546" actId="478"/>
          <ac:spMkLst>
            <pc:docMk/>
            <pc:sldMk cId="4062458956" sldId="272"/>
            <ac:spMk id="47" creationId="{2AD9580E-E903-D5D0-015B-D365752D1754}"/>
          </ac:spMkLst>
        </pc:spChg>
        <pc:spChg chg="add del mod">
          <ac:chgData name="joshianubhav789@gmail.com" userId="50dfd16de4fdcae9" providerId="LiveId" clId="{25BD1244-2B99-4CAB-BF74-D1CE71ED95DE}" dt="2022-06-05T18:56:14.778" v="11541" actId="478"/>
          <ac:spMkLst>
            <pc:docMk/>
            <pc:sldMk cId="4062458956" sldId="272"/>
            <ac:spMk id="48" creationId="{61577969-684B-E16E-D6E6-B6C602174F08}"/>
          </ac:spMkLst>
        </pc:spChg>
        <pc:spChg chg="add mod">
          <ac:chgData name="joshianubhav789@gmail.com" userId="50dfd16de4fdcae9" providerId="LiveId" clId="{25BD1244-2B99-4CAB-BF74-D1CE71ED95DE}" dt="2022-06-05T18:55:53.124" v="11538" actId="571"/>
          <ac:spMkLst>
            <pc:docMk/>
            <pc:sldMk cId="4062458956" sldId="272"/>
            <ac:spMk id="49" creationId="{1497BB79-6BF9-C819-4159-CAAFEAA36078}"/>
          </ac:spMkLst>
        </pc:spChg>
        <pc:spChg chg="add mod">
          <ac:chgData name="joshianubhav789@gmail.com" userId="50dfd16de4fdcae9" providerId="LiveId" clId="{25BD1244-2B99-4CAB-BF74-D1CE71ED95DE}" dt="2022-06-05T18:55:53.124" v="11538" actId="571"/>
          <ac:spMkLst>
            <pc:docMk/>
            <pc:sldMk cId="4062458956" sldId="272"/>
            <ac:spMk id="50" creationId="{8D943B68-4539-EAED-A0B0-80C0F4FF84A3}"/>
          </ac:spMkLst>
        </pc:spChg>
        <pc:spChg chg="add mod">
          <ac:chgData name="joshianubhav789@gmail.com" userId="50dfd16de4fdcae9" providerId="LiveId" clId="{25BD1244-2B99-4CAB-BF74-D1CE71ED95DE}" dt="2022-06-05T18:55:53.124" v="11538" actId="571"/>
          <ac:spMkLst>
            <pc:docMk/>
            <pc:sldMk cId="4062458956" sldId="272"/>
            <ac:spMk id="51" creationId="{80A8E36A-C127-4428-AB91-A160C67489CD}"/>
          </ac:spMkLst>
        </pc:spChg>
        <pc:spChg chg="add mod">
          <ac:chgData name="joshianubhav789@gmail.com" userId="50dfd16de4fdcae9" providerId="LiveId" clId="{25BD1244-2B99-4CAB-BF74-D1CE71ED95DE}" dt="2022-06-05T18:55:53.124" v="11538" actId="571"/>
          <ac:spMkLst>
            <pc:docMk/>
            <pc:sldMk cId="4062458956" sldId="272"/>
            <ac:spMk id="52" creationId="{E5B6A3AD-CA32-E000-1D26-211AEA1A049B}"/>
          </ac:spMkLst>
        </pc:spChg>
        <pc:spChg chg="add mod">
          <ac:chgData name="joshianubhav789@gmail.com" userId="50dfd16de4fdcae9" providerId="LiveId" clId="{25BD1244-2B99-4CAB-BF74-D1CE71ED95DE}" dt="2022-06-05T18:55:53.124" v="11538" actId="571"/>
          <ac:spMkLst>
            <pc:docMk/>
            <pc:sldMk cId="4062458956" sldId="272"/>
            <ac:spMk id="53" creationId="{64B4A2AA-ACE4-BAD7-1855-0CDDEF6DE850}"/>
          </ac:spMkLst>
        </pc:spChg>
        <pc:spChg chg="add mod">
          <ac:chgData name="joshianubhav789@gmail.com" userId="50dfd16de4fdcae9" providerId="LiveId" clId="{25BD1244-2B99-4CAB-BF74-D1CE71ED95DE}" dt="2022-06-05T18:55:53.124" v="11538" actId="571"/>
          <ac:spMkLst>
            <pc:docMk/>
            <pc:sldMk cId="4062458956" sldId="272"/>
            <ac:spMk id="54" creationId="{2153FE94-A1BD-EF3B-7BD0-40E90065E779}"/>
          </ac:spMkLst>
        </pc:spChg>
        <pc:spChg chg="add mod">
          <ac:chgData name="joshianubhav789@gmail.com" userId="50dfd16de4fdcae9" providerId="LiveId" clId="{25BD1244-2B99-4CAB-BF74-D1CE71ED95DE}" dt="2022-06-05T18:55:53.124" v="11538" actId="571"/>
          <ac:spMkLst>
            <pc:docMk/>
            <pc:sldMk cId="4062458956" sldId="272"/>
            <ac:spMk id="55" creationId="{8A9AD09A-3018-31AA-5E11-DE6B42556D03}"/>
          </ac:spMkLst>
        </pc:spChg>
        <pc:spChg chg="add mod">
          <ac:chgData name="joshianubhav789@gmail.com" userId="50dfd16de4fdcae9" providerId="LiveId" clId="{25BD1244-2B99-4CAB-BF74-D1CE71ED95DE}" dt="2022-06-05T18:56:04.981" v="11539" actId="571"/>
          <ac:spMkLst>
            <pc:docMk/>
            <pc:sldMk cId="4062458956" sldId="272"/>
            <ac:spMk id="56" creationId="{04B2499F-EDDD-9758-37E6-40DB49BC1CCB}"/>
          </ac:spMkLst>
        </pc:spChg>
        <pc:spChg chg="add mod">
          <ac:chgData name="joshianubhav789@gmail.com" userId="50dfd16de4fdcae9" providerId="LiveId" clId="{25BD1244-2B99-4CAB-BF74-D1CE71ED95DE}" dt="2022-06-05T18:56:04.981" v="11539" actId="571"/>
          <ac:spMkLst>
            <pc:docMk/>
            <pc:sldMk cId="4062458956" sldId="272"/>
            <ac:spMk id="57" creationId="{64B3F79D-DCFB-9AFA-61B8-B03A0A58AD0F}"/>
          </ac:spMkLst>
        </pc:spChg>
        <pc:spChg chg="add mod">
          <ac:chgData name="joshianubhav789@gmail.com" userId="50dfd16de4fdcae9" providerId="LiveId" clId="{25BD1244-2B99-4CAB-BF74-D1CE71ED95DE}" dt="2022-06-05T18:56:04.981" v="11539" actId="571"/>
          <ac:spMkLst>
            <pc:docMk/>
            <pc:sldMk cId="4062458956" sldId="272"/>
            <ac:spMk id="58" creationId="{6222A662-C263-F6E6-321F-10E5C32AC143}"/>
          </ac:spMkLst>
        </pc:spChg>
        <pc:spChg chg="add mod">
          <ac:chgData name="joshianubhav789@gmail.com" userId="50dfd16de4fdcae9" providerId="LiveId" clId="{25BD1244-2B99-4CAB-BF74-D1CE71ED95DE}" dt="2022-06-05T18:56:04.981" v="11539" actId="571"/>
          <ac:spMkLst>
            <pc:docMk/>
            <pc:sldMk cId="4062458956" sldId="272"/>
            <ac:spMk id="59" creationId="{6213A569-8BD1-B186-C795-F72AD56926C5}"/>
          </ac:spMkLst>
        </pc:spChg>
        <pc:spChg chg="add mod">
          <ac:chgData name="joshianubhav789@gmail.com" userId="50dfd16de4fdcae9" providerId="LiveId" clId="{25BD1244-2B99-4CAB-BF74-D1CE71ED95DE}" dt="2022-06-05T18:56:04.981" v="11539" actId="571"/>
          <ac:spMkLst>
            <pc:docMk/>
            <pc:sldMk cId="4062458956" sldId="272"/>
            <ac:spMk id="60" creationId="{418144A9-60FE-C6CB-0A82-94F4AE08D2F6}"/>
          </ac:spMkLst>
        </pc:spChg>
        <pc:spChg chg="add mod">
          <ac:chgData name="joshianubhav789@gmail.com" userId="50dfd16de4fdcae9" providerId="LiveId" clId="{25BD1244-2B99-4CAB-BF74-D1CE71ED95DE}" dt="2022-06-05T18:56:04.981" v="11539" actId="571"/>
          <ac:spMkLst>
            <pc:docMk/>
            <pc:sldMk cId="4062458956" sldId="272"/>
            <ac:spMk id="61" creationId="{07D8B415-0DA0-EDBA-9BC4-14BD1FC48019}"/>
          </ac:spMkLst>
        </pc:spChg>
        <pc:spChg chg="add del mod">
          <ac:chgData name="joshianubhav789@gmail.com" userId="50dfd16de4fdcae9" providerId="LiveId" clId="{25BD1244-2B99-4CAB-BF74-D1CE71ED95DE}" dt="2022-06-06T16:03:43.202" v="12045" actId="21"/>
          <ac:spMkLst>
            <pc:docMk/>
            <pc:sldMk cId="4062458956" sldId="272"/>
            <ac:spMk id="81" creationId="{8B30E957-738D-8D91-466B-3D796E0A53F0}"/>
          </ac:spMkLst>
        </pc:spChg>
        <pc:spChg chg="add mod">
          <ac:chgData name="joshianubhav789@gmail.com" userId="50dfd16de4fdcae9" providerId="LiveId" clId="{25BD1244-2B99-4CAB-BF74-D1CE71ED95DE}" dt="2022-06-05T19:00:49.908" v="11612" actId="2711"/>
          <ac:spMkLst>
            <pc:docMk/>
            <pc:sldMk cId="4062458956" sldId="272"/>
            <ac:spMk id="97" creationId="{8210DC3B-9BF9-968C-DAEB-9C42B0547259}"/>
          </ac:spMkLst>
        </pc:spChg>
        <pc:spChg chg="add mod ord">
          <ac:chgData name="joshianubhav789@gmail.com" userId="50dfd16de4fdcae9" providerId="LiveId" clId="{25BD1244-2B99-4CAB-BF74-D1CE71ED95DE}" dt="2022-06-05T19:02:15.877" v="11644" actId="693"/>
          <ac:spMkLst>
            <pc:docMk/>
            <pc:sldMk cId="4062458956" sldId="272"/>
            <ac:spMk id="117" creationId="{BD512DAA-BFF5-46CD-1755-9B84BF5BA855}"/>
          </ac:spMkLst>
        </pc:spChg>
        <pc:spChg chg="add mod">
          <ac:chgData name="joshianubhav789@gmail.com" userId="50dfd16de4fdcae9" providerId="LiveId" clId="{25BD1244-2B99-4CAB-BF74-D1CE71ED95DE}" dt="2022-06-06T16:03:25.040" v="12040" actId="21"/>
          <ac:spMkLst>
            <pc:docMk/>
            <pc:sldMk cId="4062458956" sldId="272"/>
            <ac:spMk id="119" creationId="{D6E6FB93-C21A-D528-9E81-FE52F7F00686}"/>
          </ac:spMkLst>
        </pc:spChg>
        <pc:spChg chg="add mod">
          <ac:chgData name="joshianubhav789@gmail.com" userId="50dfd16de4fdcae9" providerId="LiveId" clId="{25BD1244-2B99-4CAB-BF74-D1CE71ED95DE}" dt="2022-06-05T19:03:44.070" v="11663" actId="20577"/>
          <ac:spMkLst>
            <pc:docMk/>
            <pc:sldMk cId="4062458956" sldId="272"/>
            <ac:spMk id="120" creationId="{F7F60B0F-22DD-C964-1E0F-4D16749C29E0}"/>
          </ac:spMkLst>
        </pc:spChg>
        <pc:spChg chg="add mod">
          <ac:chgData name="joshianubhav789@gmail.com" userId="50dfd16de4fdcae9" providerId="LiveId" clId="{25BD1244-2B99-4CAB-BF74-D1CE71ED95DE}" dt="2022-06-05T19:04:37.646" v="11669" actId="20577"/>
          <ac:spMkLst>
            <pc:docMk/>
            <pc:sldMk cId="4062458956" sldId="272"/>
            <ac:spMk id="121" creationId="{5381548E-31E3-5E07-46E3-13602F738EA9}"/>
          </ac:spMkLst>
        </pc:spChg>
        <pc:spChg chg="add mod">
          <ac:chgData name="joshianubhav789@gmail.com" userId="50dfd16de4fdcae9" providerId="LiveId" clId="{25BD1244-2B99-4CAB-BF74-D1CE71ED95DE}" dt="2022-06-05T19:04:58.266" v="11675" actId="20577"/>
          <ac:spMkLst>
            <pc:docMk/>
            <pc:sldMk cId="4062458956" sldId="272"/>
            <ac:spMk id="122" creationId="{F2EA9666-CAA2-4152-E5E6-51BD4621E070}"/>
          </ac:spMkLst>
        </pc:spChg>
        <pc:spChg chg="add mod">
          <ac:chgData name="joshianubhav789@gmail.com" userId="50dfd16de4fdcae9" providerId="LiveId" clId="{25BD1244-2B99-4CAB-BF74-D1CE71ED95DE}" dt="2022-06-05T19:05:43.204" v="11682" actId="20577"/>
          <ac:spMkLst>
            <pc:docMk/>
            <pc:sldMk cId="4062458956" sldId="272"/>
            <ac:spMk id="123" creationId="{BEDF83CC-7DA6-C192-C901-AC8C07474008}"/>
          </ac:spMkLst>
        </pc:spChg>
        <pc:spChg chg="add mod">
          <ac:chgData name="joshianubhav789@gmail.com" userId="50dfd16de4fdcae9" providerId="LiveId" clId="{25BD1244-2B99-4CAB-BF74-D1CE71ED95DE}" dt="2022-06-05T19:07:37.826" v="11712" actId="14100"/>
          <ac:spMkLst>
            <pc:docMk/>
            <pc:sldMk cId="4062458956" sldId="272"/>
            <ac:spMk id="137" creationId="{ADB2F6DE-38D2-BAE1-A8BE-7D7B24218EE4}"/>
          </ac:spMkLst>
        </pc:spChg>
        <pc:spChg chg="add mod">
          <ac:chgData name="joshianubhav789@gmail.com" userId="50dfd16de4fdcae9" providerId="LiveId" clId="{25BD1244-2B99-4CAB-BF74-D1CE71ED95DE}" dt="2022-06-05T19:07:33.226" v="11711" actId="1076"/>
          <ac:spMkLst>
            <pc:docMk/>
            <pc:sldMk cId="4062458956" sldId="272"/>
            <ac:spMk id="139" creationId="{DE8D2E0B-078F-D75B-2CAB-B809704FFA24}"/>
          </ac:spMkLst>
        </pc:spChg>
        <pc:spChg chg="add mod">
          <ac:chgData name="joshianubhav789@gmail.com" userId="50dfd16de4fdcae9" providerId="LiveId" clId="{25BD1244-2B99-4CAB-BF74-D1CE71ED95DE}" dt="2022-06-05T19:10:00.524" v="11765" actId="1076"/>
          <ac:spMkLst>
            <pc:docMk/>
            <pc:sldMk cId="4062458956" sldId="272"/>
            <ac:spMk id="141" creationId="{DD2C43A8-B5E9-158E-D0F3-C3B749DAC623}"/>
          </ac:spMkLst>
        </pc:spChg>
        <pc:spChg chg="add mod">
          <ac:chgData name="joshianubhav789@gmail.com" userId="50dfd16de4fdcae9" providerId="LiveId" clId="{25BD1244-2B99-4CAB-BF74-D1CE71ED95DE}" dt="2022-06-05T19:13:41.963" v="11810" actId="20577"/>
          <ac:spMkLst>
            <pc:docMk/>
            <pc:sldMk cId="4062458956" sldId="272"/>
            <ac:spMk id="161" creationId="{8A5E400B-01ED-F740-E0E8-D82AFCCB4111}"/>
          </ac:spMkLst>
        </pc:spChg>
        <pc:spChg chg="add mod">
          <ac:chgData name="joshianubhav789@gmail.com" userId="50dfd16de4fdcae9" providerId="LiveId" clId="{25BD1244-2B99-4CAB-BF74-D1CE71ED95DE}" dt="2022-06-05T19:13:27.893" v="11803" actId="20577"/>
          <ac:spMkLst>
            <pc:docMk/>
            <pc:sldMk cId="4062458956" sldId="272"/>
            <ac:spMk id="167" creationId="{3E9A7AE7-930D-7609-0F3D-A1634092F991}"/>
          </ac:spMkLst>
        </pc:spChg>
        <pc:spChg chg="add mod">
          <ac:chgData name="joshianubhav789@gmail.com" userId="50dfd16de4fdcae9" providerId="LiveId" clId="{25BD1244-2B99-4CAB-BF74-D1CE71ED95DE}" dt="2022-06-05T19:13:15.804" v="11795" actId="20577"/>
          <ac:spMkLst>
            <pc:docMk/>
            <pc:sldMk cId="4062458956" sldId="272"/>
            <ac:spMk id="169" creationId="{99F846D0-CDC6-9C5D-BE55-4B57364322DB}"/>
          </ac:spMkLst>
        </pc:spChg>
        <pc:spChg chg="add del mod ord">
          <ac:chgData name="joshianubhav789@gmail.com" userId="50dfd16de4fdcae9" providerId="LiveId" clId="{25BD1244-2B99-4CAB-BF74-D1CE71ED95DE}" dt="2022-06-05T19:16:12.012" v="11844" actId="478"/>
          <ac:spMkLst>
            <pc:docMk/>
            <pc:sldMk cId="4062458956" sldId="272"/>
            <ac:spMk id="170" creationId="{DF3C1BC4-840B-C745-57C9-363E837D3656}"/>
          </ac:spMkLst>
        </pc:spChg>
        <pc:spChg chg="add mod">
          <ac:chgData name="joshianubhav789@gmail.com" userId="50dfd16de4fdcae9" providerId="LiveId" clId="{25BD1244-2B99-4CAB-BF74-D1CE71ED95DE}" dt="2022-06-06T16:17:20.290" v="12320" actId="1036"/>
          <ac:spMkLst>
            <pc:docMk/>
            <pc:sldMk cId="4062458956" sldId="272"/>
            <ac:spMk id="171" creationId="{0DE4D915-716D-CE4C-641D-0AF213252A6B}"/>
          </ac:spMkLst>
        </pc:spChg>
        <pc:spChg chg="add mod">
          <ac:chgData name="joshianubhav789@gmail.com" userId="50dfd16de4fdcae9" providerId="LiveId" clId="{25BD1244-2B99-4CAB-BF74-D1CE71ED95DE}" dt="2022-06-05T19:20:19.707" v="11906" actId="21"/>
          <ac:spMkLst>
            <pc:docMk/>
            <pc:sldMk cId="4062458956" sldId="272"/>
            <ac:spMk id="173" creationId="{BAE6CC30-C363-3310-7E10-FD7730D324F0}"/>
          </ac:spMkLst>
        </pc:spChg>
        <pc:spChg chg="add mod">
          <ac:chgData name="joshianubhav789@gmail.com" userId="50dfd16de4fdcae9" providerId="LiveId" clId="{25BD1244-2B99-4CAB-BF74-D1CE71ED95DE}" dt="2022-06-05T19:19:59.618" v="11886" actId="207"/>
          <ac:spMkLst>
            <pc:docMk/>
            <pc:sldMk cId="4062458956" sldId="272"/>
            <ac:spMk id="174" creationId="{7011E843-3713-7044-AD91-F3FB473D8A8E}"/>
          </ac:spMkLst>
        </pc:spChg>
        <pc:spChg chg="add mod">
          <ac:chgData name="joshianubhav789@gmail.com" userId="50dfd16de4fdcae9" providerId="LiveId" clId="{25BD1244-2B99-4CAB-BF74-D1CE71ED95DE}" dt="2022-06-05T19:21:42.095" v="11938" actId="1076"/>
          <ac:spMkLst>
            <pc:docMk/>
            <pc:sldMk cId="4062458956" sldId="272"/>
            <ac:spMk id="176" creationId="{E72E9AB9-3E0B-E420-2F1B-D7E62648CE55}"/>
          </ac:spMkLst>
        </pc:spChg>
        <pc:spChg chg="add mod">
          <ac:chgData name="joshianubhav789@gmail.com" userId="50dfd16de4fdcae9" providerId="LiveId" clId="{25BD1244-2B99-4CAB-BF74-D1CE71ED95DE}" dt="2022-06-05T19:21:11.813" v="11936" actId="1076"/>
          <ac:spMkLst>
            <pc:docMk/>
            <pc:sldMk cId="4062458956" sldId="272"/>
            <ac:spMk id="178" creationId="{BD52B68D-5F96-BE28-5532-66ADF5B5F46F}"/>
          </ac:spMkLst>
        </pc:spChg>
        <pc:picChg chg="add del mod">
          <ac:chgData name="joshianubhav789@gmail.com" userId="50dfd16de4fdcae9" providerId="LiveId" clId="{25BD1244-2B99-4CAB-BF74-D1CE71ED95DE}" dt="2022-07-02T08:17:52.641" v="18857"/>
          <ac:picMkLst>
            <pc:docMk/>
            <pc:sldMk cId="4062458956" sldId="272"/>
            <ac:picMk id="80" creationId="{110BAEE2-8BFC-9434-882F-1F5372F15885}"/>
          </ac:picMkLst>
        </pc:picChg>
        <pc:cxnChg chg="add">
          <ac:chgData name="joshianubhav789@gmail.com" userId="50dfd16de4fdcae9" providerId="LiveId" clId="{25BD1244-2B99-4CAB-BF74-D1CE71ED95DE}" dt="2022-06-05T18:54:00.510" v="11493" actId="11529"/>
          <ac:cxnSpMkLst>
            <pc:docMk/>
            <pc:sldMk cId="4062458956" sldId="272"/>
            <ac:cxnSpMk id="16" creationId="{97FF2175-9034-37F0-6445-73ADFEEDC71A}"/>
          </ac:cxnSpMkLst>
        </pc:cxnChg>
        <pc:cxnChg chg="add mod">
          <ac:chgData name="joshianubhav789@gmail.com" userId="50dfd16de4fdcae9" providerId="LiveId" clId="{25BD1244-2B99-4CAB-BF74-D1CE71ED95DE}" dt="2022-06-05T18:54:09.193" v="11496" actId="14100"/>
          <ac:cxnSpMkLst>
            <pc:docMk/>
            <pc:sldMk cId="4062458956" sldId="272"/>
            <ac:cxnSpMk id="17" creationId="{F5908291-E6CE-CBAB-2A10-A9EC3D9189E5}"/>
          </ac:cxnSpMkLst>
        </pc:cxnChg>
        <pc:cxnChg chg="add mod">
          <ac:chgData name="joshianubhav789@gmail.com" userId="50dfd16de4fdcae9" providerId="LiveId" clId="{25BD1244-2B99-4CAB-BF74-D1CE71ED95DE}" dt="2022-06-05T18:54:16.166" v="11499" actId="14100"/>
          <ac:cxnSpMkLst>
            <pc:docMk/>
            <pc:sldMk cId="4062458956" sldId="272"/>
            <ac:cxnSpMk id="20" creationId="{11E52C83-1C95-C42B-FD8C-57D25987148F}"/>
          </ac:cxnSpMkLst>
        </pc:cxnChg>
        <pc:cxnChg chg="add mod">
          <ac:chgData name="joshianubhav789@gmail.com" userId="50dfd16de4fdcae9" providerId="LiveId" clId="{25BD1244-2B99-4CAB-BF74-D1CE71ED95DE}" dt="2022-06-05T18:54:22.563" v="11502" actId="14100"/>
          <ac:cxnSpMkLst>
            <pc:docMk/>
            <pc:sldMk cId="4062458956" sldId="272"/>
            <ac:cxnSpMk id="23" creationId="{B2D4E9C4-E8EB-643F-AD9B-75717F4809DA}"/>
          </ac:cxnSpMkLst>
        </pc:cxnChg>
        <pc:cxnChg chg="add mod">
          <ac:chgData name="joshianubhav789@gmail.com" userId="50dfd16de4fdcae9" providerId="LiveId" clId="{25BD1244-2B99-4CAB-BF74-D1CE71ED95DE}" dt="2022-06-05T18:54:29.749" v="11505" actId="14100"/>
          <ac:cxnSpMkLst>
            <pc:docMk/>
            <pc:sldMk cId="4062458956" sldId="272"/>
            <ac:cxnSpMk id="26" creationId="{4704EC5E-2509-0C42-E6BE-F963F658889F}"/>
          </ac:cxnSpMkLst>
        </pc:cxnChg>
        <pc:cxnChg chg="add mod">
          <ac:chgData name="joshianubhav789@gmail.com" userId="50dfd16de4fdcae9" providerId="LiveId" clId="{25BD1244-2B99-4CAB-BF74-D1CE71ED95DE}" dt="2022-06-05T18:54:35.799" v="11508" actId="14100"/>
          <ac:cxnSpMkLst>
            <pc:docMk/>
            <pc:sldMk cId="4062458956" sldId="272"/>
            <ac:cxnSpMk id="29" creationId="{609C1B9F-81EB-63E6-0BAC-B05C42D4D9E8}"/>
          </ac:cxnSpMkLst>
        </pc:cxnChg>
        <pc:cxnChg chg="add mod">
          <ac:chgData name="joshianubhav789@gmail.com" userId="50dfd16de4fdcae9" providerId="LiveId" clId="{25BD1244-2B99-4CAB-BF74-D1CE71ED95DE}" dt="2022-06-05T18:54:41.437" v="11511" actId="14100"/>
          <ac:cxnSpMkLst>
            <pc:docMk/>
            <pc:sldMk cId="4062458956" sldId="272"/>
            <ac:cxnSpMk id="32" creationId="{80C17202-B3F1-E714-DA99-9124FA166064}"/>
          </ac:cxnSpMkLst>
        </pc:cxnChg>
        <pc:cxnChg chg="add mod">
          <ac:chgData name="joshianubhav789@gmail.com" userId="50dfd16de4fdcae9" providerId="LiveId" clId="{25BD1244-2B99-4CAB-BF74-D1CE71ED95DE}" dt="2022-06-05T18:54:46.932" v="11514" actId="14100"/>
          <ac:cxnSpMkLst>
            <pc:docMk/>
            <pc:sldMk cId="4062458956" sldId="272"/>
            <ac:cxnSpMk id="35" creationId="{9AEEFF50-03BD-F633-F825-1179A85DBA3A}"/>
          </ac:cxnSpMkLst>
        </pc:cxnChg>
        <pc:cxnChg chg="add mod">
          <ac:chgData name="joshianubhav789@gmail.com" userId="50dfd16de4fdcae9" providerId="LiveId" clId="{25BD1244-2B99-4CAB-BF74-D1CE71ED95DE}" dt="2022-06-05T18:54:55.340" v="11517" actId="14100"/>
          <ac:cxnSpMkLst>
            <pc:docMk/>
            <pc:sldMk cId="4062458956" sldId="272"/>
            <ac:cxnSpMk id="38" creationId="{CD4713E2-445A-D99A-89AD-16FEF5D745CC}"/>
          </ac:cxnSpMkLst>
        </pc:cxnChg>
        <pc:cxnChg chg="add mod">
          <ac:chgData name="joshianubhav789@gmail.com" userId="50dfd16de4fdcae9" providerId="LiveId" clId="{25BD1244-2B99-4CAB-BF74-D1CE71ED95DE}" dt="2022-06-05T18:56:55.220" v="11553" actId="14100"/>
          <ac:cxnSpMkLst>
            <pc:docMk/>
            <pc:sldMk cId="4062458956" sldId="272"/>
            <ac:cxnSpMk id="62" creationId="{3613B980-A33D-7762-CFC0-4305A87961F5}"/>
          </ac:cxnSpMkLst>
        </pc:cxnChg>
        <pc:cxnChg chg="add mod">
          <ac:chgData name="joshianubhav789@gmail.com" userId="50dfd16de4fdcae9" providerId="LiveId" clId="{25BD1244-2B99-4CAB-BF74-D1CE71ED95DE}" dt="2022-06-05T18:57:02.004" v="11556" actId="14100"/>
          <ac:cxnSpMkLst>
            <pc:docMk/>
            <pc:sldMk cId="4062458956" sldId="272"/>
            <ac:cxnSpMk id="67" creationId="{21C25DFE-85C3-1B15-0B9B-D83E685549E2}"/>
          </ac:cxnSpMkLst>
        </pc:cxnChg>
        <pc:cxnChg chg="add mod">
          <ac:chgData name="joshianubhav789@gmail.com" userId="50dfd16de4fdcae9" providerId="LiveId" clId="{25BD1244-2B99-4CAB-BF74-D1CE71ED95DE}" dt="2022-06-05T18:57:07.446" v="11559" actId="14100"/>
          <ac:cxnSpMkLst>
            <pc:docMk/>
            <pc:sldMk cId="4062458956" sldId="272"/>
            <ac:cxnSpMk id="70" creationId="{B2530F31-BFE6-3BDD-69C3-8AF2BC707B38}"/>
          </ac:cxnSpMkLst>
        </pc:cxnChg>
        <pc:cxnChg chg="add mod">
          <ac:chgData name="joshianubhav789@gmail.com" userId="50dfd16de4fdcae9" providerId="LiveId" clId="{25BD1244-2B99-4CAB-BF74-D1CE71ED95DE}" dt="2022-06-05T18:57:14.284" v="11562" actId="14100"/>
          <ac:cxnSpMkLst>
            <pc:docMk/>
            <pc:sldMk cId="4062458956" sldId="272"/>
            <ac:cxnSpMk id="73" creationId="{DE589F1C-F586-AE8D-F7F1-276427685236}"/>
          </ac:cxnSpMkLst>
        </pc:cxnChg>
        <pc:cxnChg chg="add mod">
          <ac:chgData name="joshianubhav789@gmail.com" userId="50dfd16de4fdcae9" providerId="LiveId" clId="{25BD1244-2B99-4CAB-BF74-D1CE71ED95DE}" dt="2022-06-05T18:57:21.215" v="11565" actId="14100"/>
          <ac:cxnSpMkLst>
            <pc:docMk/>
            <pc:sldMk cId="4062458956" sldId="272"/>
            <ac:cxnSpMk id="76" creationId="{9422DEA2-EB92-3404-F8E9-703222A71BEB}"/>
          </ac:cxnSpMkLst>
        </pc:cxnChg>
        <pc:cxnChg chg="add mod">
          <ac:chgData name="joshianubhav789@gmail.com" userId="50dfd16de4fdcae9" providerId="LiveId" clId="{25BD1244-2B99-4CAB-BF74-D1CE71ED95DE}" dt="2022-06-05T18:57:27.351" v="11568" actId="14100"/>
          <ac:cxnSpMkLst>
            <pc:docMk/>
            <pc:sldMk cId="4062458956" sldId="272"/>
            <ac:cxnSpMk id="79" creationId="{4F16AC20-C986-D780-B28D-122DCC90C800}"/>
          </ac:cxnSpMkLst>
        </pc:cxnChg>
        <pc:cxnChg chg="add mod">
          <ac:chgData name="joshianubhav789@gmail.com" userId="50dfd16de4fdcae9" providerId="LiveId" clId="{25BD1244-2B99-4CAB-BF74-D1CE71ED95DE}" dt="2022-06-05T18:57:33.238" v="11571" actId="14100"/>
          <ac:cxnSpMkLst>
            <pc:docMk/>
            <pc:sldMk cId="4062458956" sldId="272"/>
            <ac:cxnSpMk id="82" creationId="{0A2ED1CD-F483-BB76-E22A-491508425DEB}"/>
          </ac:cxnSpMkLst>
        </pc:cxnChg>
        <pc:cxnChg chg="add mod">
          <ac:chgData name="joshianubhav789@gmail.com" userId="50dfd16de4fdcae9" providerId="LiveId" clId="{25BD1244-2B99-4CAB-BF74-D1CE71ED95DE}" dt="2022-06-05T18:57:38.961" v="11574" actId="14100"/>
          <ac:cxnSpMkLst>
            <pc:docMk/>
            <pc:sldMk cId="4062458956" sldId="272"/>
            <ac:cxnSpMk id="85" creationId="{978BEEF2-5157-5D3F-E7B2-421F74AA1CC5}"/>
          </ac:cxnSpMkLst>
        </pc:cxnChg>
        <pc:cxnChg chg="add mod">
          <ac:chgData name="joshianubhav789@gmail.com" userId="50dfd16de4fdcae9" providerId="LiveId" clId="{25BD1244-2B99-4CAB-BF74-D1CE71ED95DE}" dt="2022-06-05T18:57:45.614" v="11577" actId="14100"/>
          <ac:cxnSpMkLst>
            <pc:docMk/>
            <pc:sldMk cId="4062458956" sldId="272"/>
            <ac:cxnSpMk id="88" creationId="{109C96C8-D6C6-C71B-01F1-229B3A3E2AE3}"/>
          </ac:cxnSpMkLst>
        </pc:cxnChg>
        <pc:cxnChg chg="add mod">
          <ac:chgData name="joshianubhav789@gmail.com" userId="50dfd16de4fdcae9" providerId="LiveId" clId="{25BD1244-2B99-4CAB-BF74-D1CE71ED95DE}" dt="2022-06-05T18:58:33.038" v="11580" actId="14100"/>
          <ac:cxnSpMkLst>
            <pc:docMk/>
            <pc:sldMk cId="4062458956" sldId="272"/>
            <ac:cxnSpMk id="91" creationId="{B2942574-2E63-11CB-BE73-93AEF0B63BAE}"/>
          </ac:cxnSpMkLst>
        </pc:cxnChg>
        <pc:cxnChg chg="add mod">
          <ac:chgData name="joshianubhav789@gmail.com" userId="50dfd16de4fdcae9" providerId="LiveId" clId="{25BD1244-2B99-4CAB-BF74-D1CE71ED95DE}" dt="2022-06-05T18:58:39.678" v="11583" actId="14100"/>
          <ac:cxnSpMkLst>
            <pc:docMk/>
            <pc:sldMk cId="4062458956" sldId="272"/>
            <ac:cxnSpMk id="94" creationId="{B29C73C1-4FF8-C8DB-773A-DB890F1C9811}"/>
          </ac:cxnSpMkLst>
        </pc:cxnChg>
        <pc:cxnChg chg="add mod">
          <ac:chgData name="joshianubhav789@gmail.com" userId="50dfd16de4fdcae9" providerId="LiveId" clId="{25BD1244-2B99-4CAB-BF74-D1CE71ED95DE}" dt="2022-06-05T18:59:01.812" v="11589" actId="14100"/>
          <ac:cxnSpMkLst>
            <pc:docMk/>
            <pc:sldMk cId="4062458956" sldId="272"/>
            <ac:cxnSpMk id="98" creationId="{8C3009D6-3DB5-8441-6328-30E62253EF1F}"/>
          </ac:cxnSpMkLst>
        </pc:cxnChg>
        <pc:cxnChg chg="add mod">
          <ac:chgData name="joshianubhav789@gmail.com" userId="50dfd16de4fdcae9" providerId="LiveId" clId="{25BD1244-2B99-4CAB-BF74-D1CE71ED95DE}" dt="2022-06-05T18:59:19.558" v="11592" actId="14100"/>
          <ac:cxnSpMkLst>
            <pc:docMk/>
            <pc:sldMk cId="4062458956" sldId="272"/>
            <ac:cxnSpMk id="102" creationId="{4DAA17CF-DE44-1C40-2FD1-206C1C8FAD2C}"/>
          </ac:cxnSpMkLst>
        </pc:cxnChg>
        <pc:cxnChg chg="add mod">
          <ac:chgData name="joshianubhav789@gmail.com" userId="50dfd16de4fdcae9" providerId="LiveId" clId="{25BD1244-2B99-4CAB-BF74-D1CE71ED95DE}" dt="2022-06-05T18:59:24.855" v="11595" actId="14100"/>
          <ac:cxnSpMkLst>
            <pc:docMk/>
            <pc:sldMk cId="4062458956" sldId="272"/>
            <ac:cxnSpMk id="105" creationId="{D089F7F9-845B-4266-9C42-975E5334E291}"/>
          </ac:cxnSpMkLst>
        </pc:cxnChg>
        <pc:cxnChg chg="add mod">
          <ac:chgData name="joshianubhav789@gmail.com" userId="50dfd16de4fdcae9" providerId="LiveId" clId="{25BD1244-2B99-4CAB-BF74-D1CE71ED95DE}" dt="2022-06-05T18:59:30.779" v="11598" actId="14100"/>
          <ac:cxnSpMkLst>
            <pc:docMk/>
            <pc:sldMk cId="4062458956" sldId="272"/>
            <ac:cxnSpMk id="108" creationId="{D3AD4EAD-35C8-BB11-0796-6B8A2F3C5D34}"/>
          </ac:cxnSpMkLst>
        </pc:cxnChg>
        <pc:cxnChg chg="add mod">
          <ac:chgData name="joshianubhav789@gmail.com" userId="50dfd16de4fdcae9" providerId="LiveId" clId="{25BD1244-2B99-4CAB-BF74-D1CE71ED95DE}" dt="2022-06-05T18:59:36.347" v="11601" actId="14100"/>
          <ac:cxnSpMkLst>
            <pc:docMk/>
            <pc:sldMk cId="4062458956" sldId="272"/>
            <ac:cxnSpMk id="111" creationId="{6963E536-AC34-07A1-70E5-ED8423B51101}"/>
          </ac:cxnSpMkLst>
        </pc:cxnChg>
        <pc:cxnChg chg="add mod">
          <ac:chgData name="joshianubhav789@gmail.com" userId="50dfd16de4fdcae9" providerId="LiveId" clId="{25BD1244-2B99-4CAB-BF74-D1CE71ED95DE}" dt="2022-06-05T18:59:42.468" v="11604" actId="14100"/>
          <ac:cxnSpMkLst>
            <pc:docMk/>
            <pc:sldMk cId="4062458956" sldId="272"/>
            <ac:cxnSpMk id="114" creationId="{E7B9D289-1F74-7EBF-6168-E9BA456685E5}"/>
          </ac:cxnSpMkLst>
        </pc:cxnChg>
        <pc:cxnChg chg="add mod">
          <ac:chgData name="joshianubhav789@gmail.com" userId="50dfd16de4fdcae9" providerId="LiveId" clId="{25BD1244-2B99-4CAB-BF74-D1CE71ED95DE}" dt="2022-06-05T19:05:54.813" v="11686" actId="14100"/>
          <ac:cxnSpMkLst>
            <pc:docMk/>
            <pc:sldMk cId="4062458956" sldId="272"/>
            <ac:cxnSpMk id="124" creationId="{B5438BCE-7C03-C795-09F9-9B8364147AAA}"/>
          </ac:cxnSpMkLst>
        </pc:cxnChg>
        <pc:cxnChg chg="add mod">
          <ac:chgData name="joshianubhav789@gmail.com" userId="50dfd16de4fdcae9" providerId="LiveId" clId="{25BD1244-2B99-4CAB-BF74-D1CE71ED95DE}" dt="2022-06-05T19:06:02.937" v="11689" actId="14100"/>
          <ac:cxnSpMkLst>
            <pc:docMk/>
            <pc:sldMk cId="4062458956" sldId="272"/>
            <ac:cxnSpMk id="127" creationId="{29A951F2-6B80-BD37-D0C4-619533B2F56B}"/>
          </ac:cxnSpMkLst>
        </pc:cxnChg>
        <pc:cxnChg chg="add mod">
          <ac:chgData name="joshianubhav789@gmail.com" userId="50dfd16de4fdcae9" providerId="LiveId" clId="{25BD1244-2B99-4CAB-BF74-D1CE71ED95DE}" dt="2022-06-05T19:06:10.801" v="11692" actId="14100"/>
          <ac:cxnSpMkLst>
            <pc:docMk/>
            <pc:sldMk cId="4062458956" sldId="272"/>
            <ac:cxnSpMk id="130" creationId="{4B6F1575-306F-9FC1-CEDE-D96002E06BEE}"/>
          </ac:cxnSpMkLst>
        </pc:cxnChg>
        <pc:cxnChg chg="add mod">
          <ac:chgData name="joshianubhav789@gmail.com" userId="50dfd16de4fdcae9" providerId="LiveId" clId="{25BD1244-2B99-4CAB-BF74-D1CE71ED95DE}" dt="2022-06-05T19:06:20.359" v="11695" actId="14100"/>
          <ac:cxnSpMkLst>
            <pc:docMk/>
            <pc:sldMk cId="4062458956" sldId="272"/>
            <ac:cxnSpMk id="133" creationId="{792EBB6F-74BB-61C0-DADB-A1B4452CFB17}"/>
          </ac:cxnSpMkLst>
        </pc:cxnChg>
        <pc:cxnChg chg="add mod">
          <ac:chgData name="joshianubhav789@gmail.com" userId="50dfd16de4fdcae9" providerId="LiveId" clId="{25BD1244-2B99-4CAB-BF74-D1CE71ED95DE}" dt="2022-06-05T19:08:14.992" v="11733" actId="14100"/>
          <ac:cxnSpMkLst>
            <pc:docMk/>
            <pc:sldMk cId="4062458956" sldId="272"/>
            <ac:cxnSpMk id="142" creationId="{E3F87265-CE7C-20B5-4482-A80DC32C71C2}"/>
          </ac:cxnSpMkLst>
        </pc:cxnChg>
        <pc:cxnChg chg="add mod">
          <ac:chgData name="joshianubhav789@gmail.com" userId="50dfd16de4fdcae9" providerId="LiveId" clId="{25BD1244-2B99-4CAB-BF74-D1CE71ED95DE}" dt="2022-06-05T19:08:20.979" v="11736" actId="14100"/>
          <ac:cxnSpMkLst>
            <pc:docMk/>
            <pc:sldMk cId="4062458956" sldId="272"/>
            <ac:cxnSpMk id="145" creationId="{2E14E8E9-85A2-4DDD-89AA-C35E18A64C11}"/>
          </ac:cxnSpMkLst>
        </pc:cxnChg>
        <pc:cxnChg chg="add mod">
          <ac:chgData name="joshianubhav789@gmail.com" userId="50dfd16de4fdcae9" providerId="LiveId" clId="{25BD1244-2B99-4CAB-BF74-D1CE71ED95DE}" dt="2022-06-05T19:10:00.524" v="11765" actId="1076"/>
          <ac:cxnSpMkLst>
            <pc:docMk/>
            <pc:sldMk cId="4062458956" sldId="272"/>
            <ac:cxnSpMk id="148" creationId="{8D584DA2-EAB6-673D-4220-C67F03B8F4A5}"/>
          </ac:cxnSpMkLst>
        </pc:cxnChg>
        <pc:cxnChg chg="add mod">
          <ac:chgData name="joshianubhav789@gmail.com" userId="50dfd16de4fdcae9" providerId="LiveId" clId="{25BD1244-2B99-4CAB-BF74-D1CE71ED95DE}" dt="2022-06-05T19:10:00.524" v="11765" actId="1076"/>
          <ac:cxnSpMkLst>
            <pc:docMk/>
            <pc:sldMk cId="4062458956" sldId="272"/>
            <ac:cxnSpMk id="151" creationId="{1656F0CD-E7B4-DC2F-3AD6-9E27B78041B7}"/>
          </ac:cxnSpMkLst>
        </pc:cxnChg>
        <pc:cxnChg chg="add mod">
          <ac:chgData name="joshianubhav789@gmail.com" userId="50dfd16de4fdcae9" providerId="LiveId" clId="{25BD1244-2B99-4CAB-BF74-D1CE71ED95DE}" dt="2022-06-05T19:10:00.524" v="11765" actId="1076"/>
          <ac:cxnSpMkLst>
            <pc:docMk/>
            <pc:sldMk cId="4062458956" sldId="272"/>
            <ac:cxnSpMk id="154" creationId="{9AC231DF-4F0B-8DB7-5E8A-0C001F2E0D2A}"/>
          </ac:cxnSpMkLst>
        </pc:cxnChg>
        <pc:cxnChg chg="add mod">
          <ac:chgData name="joshianubhav789@gmail.com" userId="50dfd16de4fdcae9" providerId="LiveId" clId="{25BD1244-2B99-4CAB-BF74-D1CE71ED95DE}" dt="2022-06-05T19:10:00.524" v="11765" actId="1076"/>
          <ac:cxnSpMkLst>
            <pc:docMk/>
            <pc:sldMk cId="4062458956" sldId="272"/>
            <ac:cxnSpMk id="157" creationId="{B68AB1B0-9BB3-0611-62C2-5C1D255D72AC}"/>
          </ac:cxnSpMkLst>
        </pc:cxnChg>
      </pc:sldChg>
      <pc:sldChg chg="addSp delSp modSp new mod modAnim">
        <pc:chgData name="joshianubhav789@gmail.com" userId="50dfd16de4fdcae9" providerId="LiveId" clId="{25BD1244-2B99-4CAB-BF74-D1CE71ED95DE}" dt="2022-07-23T17:28:53.975" v="20550" actId="1076"/>
        <pc:sldMkLst>
          <pc:docMk/>
          <pc:sldMk cId="78207198" sldId="273"/>
        </pc:sldMkLst>
        <pc:spChg chg="del">
          <ac:chgData name="joshianubhav789@gmail.com" userId="50dfd16de4fdcae9" providerId="LiveId" clId="{25BD1244-2B99-4CAB-BF74-D1CE71ED95DE}" dt="2022-06-06T16:03:48.362" v="12047" actId="478"/>
          <ac:spMkLst>
            <pc:docMk/>
            <pc:sldMk cId="78207198" sldId="273"/>
            <ac:spMk id="2" creationId="{F99CA5C9-2013-ABBD-A99C-A149CFBC1277}"/>
          </ac:spMkLst>
        </pc:spChg>
        <pc:spChg chg="del">
          <ac:chgData name="joshianubhav789@gmail.com" userId="50dfd16de4fdcae9" providerId="LiveId" clId="{25BD1244-2B99-4CAB-BF74-D1CE71ED95DE}" dt="2022-06-06T16:03:51.399" v="12048" actId="478"/>
          <ac:spMkLst>
            <pc:docMk/>
            <pc:sldMk cId="78207198" sldId="273"/>
            <ac:spMk id="3" creationId="{097E3BC6-3BA6-2A85-6636-E5F68FE9DB6B}"/>
          </ac:spMkLst>
        </pc:spChg>
        <pc:spChg chg="add mod">
          <ac:chgData name="joshianubhav789@gmail.com" userId="50dfd16de4fdcae9" providerId="LiveId" clId="{25BD1244-2B99-4CAB-BF74-D1CE71ED95DE}" dt="2022-06-06T16:15:13.281" v="12228" actId="21"/>
          <ac:spMkLst>
            <pc:docMk/>
            <pc:sldMk cId="78207198" sldId="273"/>
            <ac:spMk id="5" creationId="{BC4D563A-84A0-53DA-1DE1-8008E7567D85}"/>
          </ac:spMkLst>
        </pc:spChg>
        <pc:spChg chg="add mod">
          <ac:chgData name="joshianubhav789@gmail.com" userId="50dfd16de4fdcae9" providerId="LiveId" clId="{25BD1244-2B99-4CAB-BF74-D1CE71ED95DE}" dt="2022-06-06T16:05:10.921" v="12085" actId="1076"/>
          <ac:spMkLst>
            <pc:docMk/>
            <pc:sldMk cId="78207198" sldId="273"/>
            <ac:spMk id="6" creationId="{C338887E-6B76-C9E5-DA42-B43A623075F8}"/>
          </ac:spMkLst>
        </pc:spChg>
        <pc:spChg chg="add del mod">
          <ac:chgData name="joshianubhav789@gmail.com" userId="50dfd16de4fdcae9" providerId="LiveId" clId="{25BD1244-2B99-4CAB-BF74-D1CE71ED95DE}" dt="2022-07-23T17:28:25.679" v="20543" actId="478"/>
          <ac:spMkLst>
            <pc:docMk/>
            <pc:sldMk cId="78207198" sldId="273"/>
            <ac:spMk id="7" creationId="{30CE29EF-7B1A-FE57-FBA8-77A64ABAE769}"/>
          </ac:spMkLst>
        </pc:spChg>
        <pc:spChg chg="add del mod">
          <ac:chgData name="joshianubhav789@gmail.com" userId="50dfd16de4fdcae9" providerId="LiveId" clId="{25BD1244-2B99-4CAB-BF74-D1CE71ED95DE}" dt="2022-07-23T17:28:25.679" v="20543" actId="478"/>
          <ac:spMkLst>
            <pc:docMk/>
            <pc:sldMk cId="78207198" sldId="273"/>
            <ac:spMk id="9" creationId="{BA1F2387-2A82-EEFB-4DC7-0D0FA182A089}"/>
          </ac:spMkLst>
        </pc:spChg>
        <pc:spChg chg="add del mod">
          <ac:chgData name="joshianubhav789@gmail.com" userId="50dfd16de4fdcae9" providerId="LiveId" clId="{25BD1244-2B99-4CAB-BF74-D1CE71ED95DE}" dt="2022-07-23T17:28:25.679" v="20543" actId="478"/>
          <ac:spMkLst>
            <pc:docMk/>
            <pc:sldMk cId="78207198" sldId="273"/>
            <ac:spMk id="11" creationId="{18557FDC-E80C-9F66-B58C-626B157BC87E}"/>
          </ac:spMkLst>
        </pc:spChg>
        <pc:spChg chg="add mod">
          <ac:chgData name="joshianubhav789@gmail.com" userId="50dfd16de4fdcae9" providerId="LiveId" clId="{25BD1244-2B99-4CAB-BF74-D1CE71ED95DE}" dt="2022-06-07T17:23:23.147" v="13935" actId="20577"/>
          <ac:spMkLst>
            <pc:docMk/>
            <pc:sldMk cId="78207198" sldId="273"/>
            <ac:spMk id="12" creationId="{234E7C21-F25F-9D75-3FBB-B3E4AD4B084E}"/>
          </ac:spMkLst>
        </pc:spChg>
        <pc:spChg chg="add mod">
          <ac:chgData name="joshianubhav789@gmail.com" userId="50dfd16de4fdcae9" providerId="LiveId" clId="{25BD1244-2B99-4CAB-BF74-D1CE71ED95DE}" dt="2022-06-07T17:12:06.286" v="13732" actId="1076"/>
          <ac:spMkLst>
            <pc:docMk/>
            <pc:sldMk cId="78207198" sldId="273"/>
            <ac:spMk id="13" creationId="{3F4DA662-9844-4EB6-7126-5D4D2ACC2D96}"/>
          </ac:spMkLst>
        </pc:spChg>
        <pc:spChg chg="add mod ord">
          <ac:chgData name="joshianubhav789@gmail.com" userId="50dfd16de4fdcae9" providerId="LiveId" clId="{25BD1244-2B99-4CAB-BF74-D1CE71ED95DE}" dt="2022-07-23T17:28:33.246" v="20547" actId="1076"/>
          <ac:spMkLst>
            <pc:docMk/>
            <pc:sldMk cId="78207198" sldId="273"/>
            <ac:spMk id="14" creationId="{0ECF0FC6-5A11-675A-DD0E-FF1681F35B96}"/>
          </ac:spMkLst>
        </pc:spChg>
        <pc:spChg chg="add mod">
          <ac:chgData name="joshianubhav789@gmail.com" userId="50dfd16de4fdcae9" providerId="LiveId" clId="{25BD1244-2B99-4CAB-BF74-D1CE71ED95DE}" dt="2022-07-23T17:28:36.756" v="20548" actId="1076"/>
          <ac:spMkLst>
            <pc:docMk/>
            <pc:sldMk cId="78207198" sldId="273"/>
            <ac:spMk id="15" creationId="{91646489-13F1-A083-B0B8-BEBFB8474C0B}"/>
          </ac:spMkLst>
        </pc:spChg>
        <pc:spChg chg="add mod">
          <ac:chgData name="joshianubhav789@gmail.com" userId="50dfd16de4fdcae9" providerId="LiveId" clId="{25BD1244-2B99-4CAB-BF74-D1CE71ED95DE}" dt="2022-06-07T17:11:01.977" v="13615" actId="1076"/>
          <ac:spMkLst>
            <pc:docMk/>
            <pc:sldMk cId="78207198" sldId="273"/>
            <ac:spMk id="16" creationId="{689C99C9-33CF-A09C-ED42-C13863411B11}"/>
          </ac:spMkLst>
        </pc:spChg>
        <pc:spChg chg="add mod">
          <ac:chgData name="joshianubhav789@gmail.com" userId="50dfd16de4fdcae9" providerId="LiveId" clId="{25BD1244-2B99-4CAB-BF74-D1CE71ED95DE}" dt="2022-07-23T17:28:53.975" v="20550" actId="1076"/>
          <ac:spMkLst>
            <pc:docMk/>
            <pc:sldMk cId="78207198" sldId="273"/>
            <ac:spMk id="17" creationId="{533475A0-214C-3B4B-A84C-009918BE3E54}"/>
          </ac:spMkLst>
        </pc:spChg>
        <pc:spChg chg="add mod">
          <ac:chgData name="joshianubhav789@gmail.com" userId="50dfd16de4fdcae9" providerId="LiveId" clId="{25BD1244-2B99-4CAB-BF74-D1CE71ED95DE}" dt="2022-07-23T17:28:41.699" v="20549" actId="1076"/>
          <ac:spMkLst>
            <pc:docMk/>
            <pc:sldMk cId="78207198" sldId="273"/>
            <ac:spMk id="19" creationId="{32C183F2-7F19-1BD2-B39B-3D286278D40D}"/>
          </ac:spMkLst>
        </pc:spChg>
        <pc:spChg chg="add mod">
          <ac:chgData name="joshianubhav789@gmail.com" userId="50dfd16de4fdcae9" providerId="LiveId" clId="{25BD1244-2B99-4CAB-BF74-D1CE71ED95DE}" dt="2022-06-07T17:21:42.283" v="13882" actId="207"/>
          <ac:spMkLst>
            <pc:docMk/>
            <pc:sldMk cId="78207198" sldId="273"/>
            <ac:spMk id="20" creationId="{98DE64E9-1463-4340-F37E-3B535C6A8C65}"/>
          </ac:spMkLst>
        </pc:spChg>
        <pc:picChg chg="add mod modCrop">
          <ac:chgData name="joshianubhav789@gmail.com" userId="50dfd16de4fdcae9" providerId="LiveId" clId="{25BD1244-2B99-4CAB-BF74-D1CE71ED95DE}" dt="2022-06-07T17:11:17.172" v="13617" actId="732"/>
          <ac:picMkLst>
            <pc:docMk/>
            <pc:sldMk cId="78207198" sldId="273"/>
            <ac:picMk id="18" creationId="{94192CC7-FE8A-7B97-A62D-E5DA97090BC2}"/>
          </ac:picMkLst>
        </pc:picChg>
        <pc:cxnChg chg="add del">
          <ac:chgData name="joshianubhav789@gmail.com" userId="50dfd16de4fdcae9" providerId="LiveId" clId="{25BD1244-2B99-4CAB-BF74-D1CE71ED95DE}" dt="2022-06-06T16:09:02.313" v="12168" actId="11529"/>
          <ac:cxnSpMkLst>
            <pc:docMk/>
            <pc:sldMk cId="78207198" sldId="273"/>
            <ac:cxnSpMk id="13" creationId="{2B2883B8-4033-7291-A3D8-777769AF709B}"/>
          </ac:cxnSpMkLst>
        </pc:cxnChg>
      </pc:sldChg>
      <pc:sldChg chg="addSp delSp modSp new del mod">
        <pc:chgData name="joshianubhav789@gmail.com" userId="50dfd16de4fdcae9" providerId="LiveId" clId="{25BD1244-2B99-4CAB-BF74-D1CE71ED95DE}" dt="2022-07-23T17:27:25.030" v="20536" actId="47"/>
        <pc:sldMkLst>
          <pc:docMk/>
          <pc:sldMk cId="2993923573" sldId="274"/>
        </pc:sldMkLst>
        <pc:spChg chg="add mod ord">
          <ac:chgData name="joshianubhav789@gmail.com" userId="50dfd16de4fdcae9" providerId="LiveId" clId="{25BD1244-2B99-4CAB-BF74-D1CE71ED95DE}" dt="2022-07-01T09:49:47.772" v="18759" actId="1037"/>
          <ac:spMkLst>
            <pc:docMk/>
            <pc:sldMk cId="2993923573" sldId="274"/>
            <ac:spMk id="2" creationId="{854E2FAF-DED7-EB61-8A3E-D240994B604F}"/>
          </ac:spMkLst>
        </pc:spChg>
        <pc:spChg chg="del">
          <ac:chgData name="joshianubhav789@gmail.com" userId="50dfd16de4fdcae9" providerId="LiveId" clId="{25BD1244-2B99-4CAB-BF74-D1CE71ED95DE}" dt="2022-06-06T16:19:58.428" v="12329" actId="478"/>
          <ac:spMkLst>
            <pc:docMk/>
            <pc:sldMk cId="2993923573" sldId="274"/>
            <ac:spMk id="2" creationId="{F3AF2C38-564B-9D3E-8AB1-2D8CF514D3CB}"/>
          </ac:spMkLst>
        </pc:spChg>
        <pc:spChg chg="mod ord">
          <ac:chgData name="joshianubhav789@gmail.com" userId="50dfd16de4fdcae9" providerId="LiveId" clId="{25BD1244-2B99-4CAB-BF74-D1CE71ED95DE}" dt="2022-07-01T09:49:32.552" v="18742" actId="167"/>
          <ac:spMkLst>
            <pc:docMk/>
            <pc:sldMk cId="2993923573" sldId="274"/>
            <ac:spMk id="3" creationId="{BE30241B-366F-9AA2-7112-A5BBAE807D2F}"/>
          </ac:spMkLst>
        </pc:spChg>
        <pc:spChg chg="add del mod ord">
          <ac:chgData name="joshianubhav789@gmail.com" userId="50dfd16de4fdcae9" providerId="LiveId" clId="{25BD1244-2B99-4CAB-BF74-D1CE71ED95DE}" dt="2022-07-01T04:44:04.448" v="17036" actId="21"/>
          <ac:spMkLst>
            <pc:docMk/>
            <pc:sldMk cId="2993923573" sldId="274"/>
            <ac:spMk id="6" creationId="{D0ABD972-4257-989F-0A3F-B73EF6B36F55}"/>
          </ac:spMkLst>
        </pc:spChg>
        <pc:spChg chg="add mod">
          <ac:chgData name="joshianubhav789@gmail.com" userId="50dfd16de4fdcae9" providerId="LiveId" clId="{25BD1244-2B99-4CAB-BF74-D1CE71ED95DE}" dt="2022-07-01T09:49:24.636" v="18741" actId="255"/>
          <ac:spMkLst>
            <pc:docMk/>
            <pc:sldMk cId="2993923573" sldId="274"/>
            <ac:spMk id="13" creationId="{B81EFE7D-6D50-F56B-EBE4-130D596AD47E}"/>
          </ac:spMkLst>
        </pc:spChg>
        <pc:spChg chg="add mod">
          <ac:chgData name="joshianubhav789@gmail.com" userId="50dfd16de4fdcae9" providerId="LiveId" clId="{25BD1244-2B99-4CAB-BF74-D1CE71ED95DE}" dt="2022-07-01T09:49:12.028" v="18739" actId="255"/>
          <ac:spMkLst>
            <pc:docMk/>
            <pc:sldMk cId="2993923573" sldId="274"/>
            <ac:spMk id="14" creationId="{1A6960EA-B52A-72D5-D571-F5B354E46C81}"/>
          </ac:spMkLst>
        </pc:spChg>
        <pc:spChg chg="add mod">
          <ac:chgData name="joshianubhav789@gmail.com" userId="50dfd16de4fdcae9" providerId="LiveId" clId="{25BD1244-2B99-4CAB-BF74-D1CE71ED95DE}" dt="2022-06-06T16:53:57.125" v="12716" actId="571"/>
          <ac:spMkLst>
            <pc:docMk/>
            <pc:sldMk cId="2993923573" sldId="274"/>
            <ac:spMk id="15" creationId="{7C5127C6-A7D2-EBF4-523B-D3AD645C36F0}"/>
          </ac:spMkLst>
        </pc:spChg>
        <pc:spChg chg="add mod">
          <ac:chgData name="joshianubhav789@gmail.com" userId="50dfd16de4fdcae9" providerId="LiveId" clId="{25BD1244-2B99-4CAB-BF74-D1CE71ED95DE}" dt="2022-07-01T04:44:23.137" v="17039" actId="1076"/>
          <ac:spMkLst>
            <pc:docMk/>
            <pc:sldMk cId="2993923573" sldId="274"/>
            <ac:spMk id="15" creationId="{E79D7064-8E8D-F5B4-1A96-29F9E82D6054}"/>
          </ac:spMkLst>
        </pc:spChg>
        <pc:spChg chg="add mod">
          <ac:chgData name="joshianubhav789@gmail.com" userId="50dfd16de4fdcae9" providerId="LiveId" clId="{25BD1244-2B99-4CAB-BF74-D1CE71ED95DE}" dt="2022-06-06T16:53:57.125" v="12716" actId="571"/>
          <ac:spMkLst>
            <pc:docMk/>
            <pc:sldMk cId="2993923573" sldId="274"/>
            <ac:spMk id="16" creationId="{1EBFDFDF-0FFF-2227-F74A-4F6815767ED7}"/>
          </ac:spMkLst>
        </pc:spChg>
        <pc:spChg chg="add mod">
          <ac:chgData name="joshianubhav789@gmail.com" userId="50dfd16de4fdcae9" providerId="LiveId" clId="{25BD1244-2B99-4CAB-BF74-D1CE71ED95DE}" dt="2022-07-01T09:49:20.008" v="18740" actId="255"/>
          <ac:spMkLst>
            <pc:docMk/>
            <pc:sldMk cId="2993923573" sldId="274"/>
            <ac:spMk id="17" creationId="{B40555E8-DF17-0AE7-22B8-D312E49A7544}"/>
          </ac:spMkLst>
        </pc:spChg>
        <pc:spChg chg="add mod">
          <ac:chgData name="joshianubhav789@gmail.com" userId="50dfd16de4fdcae9" providerId="LiveId" clId="{25BD1244-2B99-4CAB-BF74-D1CE71ED95DE}" dt="2022-06-07T17:25:38.535" v="13944" actId="20577"/>
          <ac:spMkLst>
            <pc:docMk/>
            <pc:sldMk cId="2993923573" sldId="274"/>
            <ac:spMk id="18" creationId="{ED1C170D-3F01-457A-DBD9-F1748F113D3F}"/>
          </ac:spMkLst>
        </pc:spChg>
        <pc:graphicFrameChg chg="add del mod ord modGraphic">
          <ac:chgData name="joshianubhav789@gmail.com" userId="50dfd16de4fdcae9" providerId="LiveId" clId="{25BD1244-2B99-4CAB-BF74-D1CE71ED95DE}" dt="2022-07-01T04:44:04.448" v="17036" actId="21"/>
          <ac:graphicFrameMkLst>
            <pc:docMk/>
            <pc:sldMk cId="2993923573" sldId="274"/>
            <ac:graphicFrameMk id="5" creationId="{3A501898-F7D3-950E-0CC3-01005BAF3AD8}"/>
          </ac:graphicFrameMkLst>
        </pc:graphicFrameChg>
        <pc:graphicFrameChg chg="add del mod">
          <ac:chgData name="joshianubhav789@gmail.com" userId="50dfd16de4fdcae9" providerId="LiveId" clId="{25BD1244-2B99-4CAB-BF74-D1CE71ED95DE}" dt="2022-06-30T19:22:03.070" v="16114"/>
          <ac:graphicFrameMkLst>
            <pc:docMk/>
            <pc:sldMk cId="2993923573" sldId="274"/>
            <ac:graphicFrameMk id="15" creationId="{8954B43E-F4CB-12FA-19F3-13E6B4B81F42}"/>
          </ac:graphicFrameMkLst>
        </pc:graphicFrameChg>
        <pc:graphicFrameChg chg="add mod">
          <ac:chgData name="joshianubhav789@gmail.com" userId="50dfd16de4fdcae9" providerId="LiveId" clId="{25BD1244-2B99-4CAB-BF74-D1CE71ED95DE}" dt="2022-07-01T04:44:23.137" v="17039" actId="1076"/>
          <ac:graphicFrameMkLst>
            <pc:docMk/>
            <pc:sldMk cId="2993923573" sldId="274"/>
            <ac:graphicFrameMk id="19" creationId="{301CDE1E-8531-B090-5A01-70EA0A1AD59B}"/>
          </ac:graphicFrameMkLst>
        </pc:graphicFrameChg>
        <pc:picChg chg="add mod">
          <ac:chgData name="joshianubhav789@gmail.com" userId="50dfd16de4fdcae9" providerId="LiveId" clId="{25BD1244-2B99-4CAB-BF74-D1CE71ED95DE}" dt="2022-06-30T09:15:05.376" v="15302" actId="1076"/>
          <ac:picMkLst>
            <pc:docMk/>
            <pc:sldMk cId="2993923573" sldId="274"/>
            <ac:picMk id="7" creationId="{763C4612-90C8-B7DB-3112-841245B193CE}"/>
          </ac:picMkLst>
        </pc:picChg>
        <pc:picChg chg="add del mod ord modCrop">
          <ac:chgData name="joshianubhav789@gmail.com" userId="50dfd16de4fdcae9" providerId="LiveId" clId="{25BD1244-2B99-4CAB-BF74-D1CE71ED95DE}" dt="2022-06-30T09:14:43.886" v="15299" actId="478"/>
          <ac:picMkLst>
            <pc:docMk/>
            <pc:sldMk cId="2993923573" sldId="274"/>
            <ac:picMk id="8" creationId="{A778C227-96CE-E5FC-FAED-E67691916D08}"/>
          </ac:picMkLst>
        </pc:picChg>
        <pc:picChg chg="add del mod modCrop">
          <ac:chgData name="joshianubhav789@gmail.com" userId="50dfd16de4fdcae9" providerId="LiveId" clId="{25BD1244-2B99-4CAB-BF74-D1CE71ED95DE}" dt="2022-06-30T09:14:40.395" v="15297" actId="478"/>
          <ac:picMkLst>
            <pc:docMk/>
            <pc:sldMk cId="2993923573" sldId="274"/>
            <ac:picMk id="10" creationId="{10849996-AE59-0E50-6A3F-E32C298A86AA}"/>
          </ac:picMkLst>
        </pc:picChg>
        <pc:picChg chg="add mod">
          <ac:chgData name="joshianubhav789@gmail.com" userId="50dfd16de4fdcae9" providerId="LiveId" clId="{25BD1244-2B99-4CAB-BF74-D1CE71ED95DE}" dt="2022-06-30T09:16:06.540" v="15313" actId="1036"/>
          <ac:picMkLst>
            <pc:docMk/>
            <pc:sldMk cId="2993923573" sldId="274"/>
            <ac:picMk id="11" creationId="{03D7428F-B8F4-0FAD-6977-C807E7F3278B}"/>
          </ac:picMkLst>
        </pc:picChg>
        <pc:picChg chg="add del mod modCrop">
          <ac:chgData name="joshianubhav789@gmail.com" userId="50dfd16de4fdcae9" providerId="LiveId" clId="{25BD1244-2B99-4CAB-BF74-D1CE71ED95DE}" dt="2022-06-30T09:14:42.215" v="15298" actId="478"/>
          <ac:picMkLst>
            <pc:docMk/>
            <pc:sldMk cId="2993923573" sldId="274"/>
            <ac:picMk id="12" creationId="{CE94CECB-1821-0AAF-BC74-F9982D73773C}"/>
          </ac:picMkLst>
        </pc:picChg>
        <pc:picChg chg="add mod">
          <ac:chgData name="joshianubhav789@gmail.com" userId="50dfd16de4fdcae9" providerId="LiveId" clId="{25BD1244-2B99-4CAB-BF74-D1CE71ED95DE}" dt="2022-06-30T09:18:14.442" v="15352" actId="1037"/>
          <ac:picMkLst>
            <pc:docMk/>
            <pc:sldMk cId="2993923573" sldId="274"/>
            <ac:picMk id="16" creationId="{A410AA11-4375-EC00-D738-3FF226421266}"/>
          </ac:picMkLst>
        </pc:picChg>
      </pc:sldChg>
      <pc:sldChg chg="addSp delSp modSp new del mod">
        <pc:chgData name="joshianubhav789@gmail.com" userId="50dfd16de4fdcae9" providerId="LiveId" clId="{25BD1244-2B99-4CAB-BF74-D1CE71ED95DE}" dt="2022-07-23T17:27:27.728" v="20537" actId="47"/>
        <pc:sldMkLst>
          <pc:docMk/>
          <pc:sldMk cId="2238227119" sldId="275"/>
        </pc:sldMkLst>
        <pc:spChg chg="del">
          <ac:chgData name="joshianubhav789@gmail.com" userId="50dfd16de4fdcae9" providerId="LiveId" clId="{25BD1244-2B99-4CAB-BF74-D1CE71ED95DE}" dt="2022-06-06T16:51:55.467" v="12581" actId="478"/>
          <ac:spMkLst>
            <pc:docMk/>
            <pc:sldMk cId="2238227119" sldId="275"/>
            <ac:spMk id="2" creationId="{DD7DDD27-BA23-D62F-FDC2-CDC62BE7072A}"/>
          </ac:spMkLst>
        </pc:spChg>
        <pc:spChg chg="del">
          <ac:chgData name="joshianubhav789@gmail.com" userId="50dfd16de4fdcae9" providerId="LiveId" clId="{25BD1244-2B99-4CAB-BF74-D1CE71ED95DE}" dt="2022-06-06T16:52:53.916" v="12601" actId="478"/>
          <ac:spMkLst>
            <pc:docMk/>
            <pc:sldMk cId="2238227119" sldId="275"/>
            <ac:spMk id="3" creationId="{38AA3ACD-FF60-51F7-E13D-DC67C2ADA555}"/>
          </ac:spMkLst>
        </pc:spChg>
        <pc:spChg chg="add mod">
          <ac:chgData name="joshianubhav789@gmail.com" userId="50dfd16de4fdcae9" providerId="LiveId" clId="{25BD1244-2B99-4CAB-BF74-D1CE71ED95DE}" dt="2022-06-06T16:53:15.886" v="12613" actId="20577"/>
          <ac:spMkLst>
            <pc:docMk/>
            <pc:sldMk cId="2238227119" sldId="275"/>
            <ac:spMk id="6" creationId="{BE44CA45-6F4E-542D-9B5A-68625A386EF7}"/>
          </ac:spMkLst>
        </pc:spChg>
        <pc:spChg chg="add del mod">
          <ac:chgData name="joshianubhav789@gmail.com" userId="50dfd16de4fdcae9" providerId="LiveId" clId="{25BD1244-2B99-4CAB-BF74-D1CE71ED95DE}" dt="2022-07-01T04:44:51.105" v="17040" actId="21"/>
          <ac:spMkLst>
            <pc:docMk/>
            <pc:sldMk cId="2238227119" sldId="275"/>
            <ac:spMk id="7" creationId="{62044732-CB93-D8D3-B2F6-FF74AB8C6EEE}"/>
          </ac:spMkLst>
        </pc:spChg>
        <pc:spChg chg="add mod">
          <ac:chgData name="joshianubhav789@gmail.com" userId="50dfd16de4fdcae9" providerId="LiveId" clId="{25BD1244-2B99-4CAB-BF74-D1CE71ED95DE}" dt="2022-07-01T04:45:02.211" v="17041" actId="1076"/>
          <ac:spMkLst>
            <pc:docMk/>
            <pc:sldMk cId="2238227119" sldId="275"/>
            <ac:spMk id="11" creationId="{294C1952-13C7-98CF-53A4-B0796BE73965}"/>
          </ac:spMkLst>
        </pc:spChg>
        <pc:spChg chg="add mod">
          <ac:chgData name="joshianubhav789@gmail.com" userId="50dfd16de4fdcae9" providerId="LiveId" clId="{25BD1244-2B99-4CAB-BF74-D1CE71ED95DE}" dt="2022-07-01T04:45:02.211" v="17041" actId="1076"/>
          <ac:spMkLst>
            <pc:docMk/>
            <pc:sldMk cId="2238227119" sldId="275"/>
            <ac:spMk id="12" creationId="{9AE9505F-8024-B94A-9D38-ED4A894E6055}"/>
          </ac:spMkLst>
        </pc:spChg>
        <pc:spChg chg="add mod ord">
          <ac:chgData name="joshianubhav789@gmail.com" userId="50dfd16de4fdcae9" providerId="LiveId" clId="{25BD1244-2B99-4CAB-BF74-D1CE71ED95DE}" dt="2022-07-01T06:40:00.277" v="17047" actId="14100"/>
          <ac:spMkLst>
            <pc:docMk/>
            <pc:sldMk cId="2238227119" sldId="275"/>
            <ac:spMk id="13" creationId="{31AA4ACD-5558-0AB1-44EC-5FC81C95831A}"/>
          </ac:spMkLst>
        </pc:spChg>
        <pc:spChg chg="add mod">
          <ac:chgData name="joshianubhav789@gmail.com" userId="50dfd16de4fdcae9" providerId="LiveId" clId="{25BD1244-2B99-4CAB-BF74-D1CE71ED95DE}" dt="2022-07-01T04:45:02.211" v="17041" actId="1076"/>
          <ac:spMkLst>
            <pc:docMk/>
            <pc:sldMk cId="2238227119" sldId="275"/>
            <ac:spMk id="14" creationId="{CCD6C4FC-1C04-378E-4B94-D99794233C1B}"/>
          </ac:spMkLst>
        </pc:spChg>
        <pc:spChg chg="add mod">
          <ac:chgData name="joshianubhav789@gmail.com" userId="50dfd16de4fdcae9" providerId="LiveId" clId="{25BD1244-2B99-4CAB-BF74-D1CE71ED95DE}" dt="2022-07-01T09:50:03.652" v="18760" actId="255"/>
          <ac:spMkLst>
            <pc:docMk/>
            <pc:sldMk cId="2238227119" sldId="275"/>
            <ac:spMk id="15" creationId="{4F578B96-4F7B-4497-A6D5-8FB7AE71A35D}"/>
          </ac:spMkLst>
        </pc:spChg>
        <pc:spChg chg="add mod ord">
          <ac:chgData name="joshianubhav789@gmail.com" userId="50dfd16de4fdcae9" providerId="LiveId" clId="{25BD1244-2B99-4CAB-BF74-D1CE71ED95DE}" dt="2022-07-01T06:43:30.587" v="17070" actId="167"/>
          <ac:spMkLst>
            <pc:docMk/>
            <pc:sldMk cId="2238227119" sldId="275"/>
            <ac:spMk id="16" creationId="{DAB5DF23-9CAC-2739-5958-F22A4A3D1285}"/>
          </ac:spMkLst>
        </pc:spChg>
        <pc:spChg chg="add mod">
          <ac:chgData name="joshianubhav789@gmail.com" userId="50dfd16de4fdcae9" providerId="LiveId" clId="{25BD1244-2B99-4CAB-BF74-D1CE71ED95DE}" dt="2022-07-01T04:45:29.982" v="17046" actId="1076"/>
          <ac:spMkLst>
            <pc:docMk/>
            <pc:sldMk cId="2238227119" sldId="275"/>
            <ac:spMk id="17" creationId="{375E8378-242E-CEB0-2A26-39A97DC95501}"/>
          </ac:spMkLst>
        </pc:spChg>
        <pc:spChg chg="add mod">
          <ac:chgData name="joshianubhav789@gmail.com" userId="50dfd16de4fdcae9" providerId="LiveId" clId="{25BD1244-2B99-4CAB-BF74-D1CE71ED95DE}" dt="2022-07-01T07:13:52.481" v="17467" actId="20577"/>
          <ac:spMkLst>
            <pc:docMk/>
            <pc:sldMk cId="2238227119" sldId="275"/>
            <ac:spMk id="19" creationId="{D57C1000-2BA2-7EA1-4030-628C353042EA}"/>
          </ac:spMkLst>
        </pc:spChg>
        <pc:spChg chg="add mod">
          <ac:chgData name="joshianubhav789@gmail.com" userId="50dfd16de4fdcae9" providerId="LiveId" clId="{25BD1244-2B99-4CAB-BF74-D1CE71ED95DE}" dt="2022-07-13T08:04:12.321" v="20340" actId="1038"/>
          <ac:spMkLst>
            <pc:docMk/>
            <pc:sldMk cId="2238227119" sldId="275"/>
            <ac:spMk id="20" creationId="{58C4B8CA-B070-6051-DD6E-EE71DFC2E3A2}"/>
          </ac:spMkLst>
        </pc:spChg>
        <pc:spChg chg="add mod">
          <ac:chgData name="joshianubhav789@gmail.com" userId="50dfd16de4fdcae9" providerId="LiveId" clId="{25BD1244-2B99-4CAB-BF74-D1CE71ED95DE}" dt="2022-07-01T06:42:20.170" v="17063" actId="1076"/>
          <ac:spMkLst>
            <pc:docMk/>
            <pc:sldMk cId="2238227119" sldId="275"/>
            <ac:spMk id="21" creationId="{D468FC08-C832-C644-7D39-63668FE7E0C1}"/>
          </ac:spMkLst>
        </pc:spChg>
        <pc:graphicFrameChg chg="add del mod modGraphic">
          <ac:chgData name="joshianubhav789@gmail.com" userId="50dfd16de4fdcae9" providerId="LiveId" clId="{25BD1244-2B99-4CAB-BF74-D1CE71ED95DE}" dt="2022-07-01T04:44:51.105" v="17040" actId="21"/>
          <ac:graphicFrameMkLst>
            <pc:docMk/>
            <pc:sldMk cId="2238227119" sldId="275"/>
            <ac:graphicFrameMk id="8" creationId="{EA2DA6E0-0448-C44C-4DB2-D52614B2F3C8}"/>
          </ac:graphicFrameMkLst>
        </pc:graphicFrameChg>
        <pc:graphicFrameChg chg="add mod ord">
          <ac:chgData name="joshianubhav789@gmail.com" userId="50dfd16de4fdcae9" providerId="LiveId" clId="{25BD1244-2B99-4CAB-BF74-D1CE71ED95DE}" dt="2022-07-01T06:43:21.096" v="17068" actId="1076"/>
          <ac:graphicFrameMkLst>
            <pc:docMk/>
            <pc:sldMk cId="2238227119" sldId="275"/>
            <ac:graphicFrameMk id="18" creationId="{6F10F27F-7F2A-27C3-C4AA-B75DAA51CADB}"/>
          </ac:graphicFrameMkLst>
        </pc:graphicFrameChg>
        <pc:picChg chg="add mod modCrop">
          <ac:chgData name="joshianubhav789@gmail.com" userId="50dfd16de4fdcae9" providerId="LiveId" clId="{25BD1244-2B99-4CAB-BF74-D1CE71ED95DE}" dt="2022-07-01T06:42:30.261" v="17065" actId="14100"/>
          <ac:picMkLst>
            <pc:docMk/>
            <pc:sldMk cId="2238227119" sldId="275"/>
            <ac:picMk id="3" creationId="{FACB965B-8EE6-FE10-D396-623399F7F69F}"/>
          </ac:picMkLst>
        </pc:picChg>
        <pc:picChg chg="add mod modCrop">
          <ac:chgData name="joshianubhav789@gmail.com" userId="50dfd16de4fdcae9" providerId="LiveId" clId="{25BD1244-2B99-4CAB-BF74-D1CE71ED95DE}" dt="2022-07-01T04:45:19.007" v="17044" actId="1076"/>
          <ac:picMkLst>
            <pc:docMk/>
            <pc:sldMk cId="2238227119" sldId="275"/>
            <ac:picMk id="10" creationId="{F8C8D33C-7F61-7414-E3CE-54F9539C2E36}"/>
          </ac:picMkLst>
        </pc:picChg>
        <pc:picChg chg="add del mod">
          <ac:chgData name="joshianubhav789@gmail.com" userId="50dfd16de4fdcae9" providerId="LiveId" clId="{25BD1244-2B99-4CAB-BF74-D1CE71ED95DE}" dt="2022-06-08T06:13:53.262" v="15025" actId="478"/>
          <ac:picMkLst>
            <pc:docMk/>
            <pc:sldMk cId="2238227119" sldId="275"/>
            <ac:picMk id="19" creationId="{91D05B56-A65C-E7A9-0FB1-29B59981AE3C}"/>
          </ac:picMkLst>
        </pc:picChg>
      </pc:sldChg>
      <pc:sldChg chg="addSp delSp modSp new mod">
        <pc:chgData name="joshianubhav789@gmail.com" userId="50dfd16de4fdcae9" providerId="LiveId" clId="{25BD1244-2B99-4CAB-BF74-D1CE71ED95DE}" dt="2022-07-13T07:58:02.712" v="20251" actId="20577"/>
        <pc:sldMkLst>
          <pc:docMk/>
          <pc:sldMk cId="1392814737" sldId="276"/>
        </pc:sldMkLst>
        <pc:spChg chg="add mod">
          <ac:chgData name="joshianubhav789@gmail.com" userId="50dfd16de4fdcae9" providerId="LiveId" clId="{25BD1244-2B99-4CAB-BF74-D1CE71ED95DE}" dt="2022-07-01T09:50:45.277" v="18764" actId="1076"/>
          <ac:spMkLst>
            <pc:docMk/>
            <pc:sldMk cId="1392814737" sldId="276"/>
            <ac:spMk id="2" creationId="{0CE726F9-306B-D166-B908-D66106D06E57}"/>
          </ac:spMkLst>
        </pc:spChg>
        <pc:spChg chg="del">
          <ac:chgData name="joshianubhav789@gmail.com" userId="50dfd16de4fdcae9" providerId="LiveId" clId="{25BD1244-2B99-4CAB-BF74-D1CE71ED95DE}" dt="2022-06-06T17:24:30.454" v="12948" actId="478"/>
          <ac:spMkLst>
            <pc:docMk/>
            <pc:sldMk cId="1392814737" sldId="276"/>
            <ac:spMk id="2" creationId="{44DF0A75-A1F7-C375-6D93-23311CB36075}"/>
          </ac:spMkLst>
        </pc:spChg>
        <pc:spChg chg="add mod ord">
          <ac:chgData name="joshianubhav789@gmail.com" userId="50dfd16de4fdcae9" providerId="LiveId" clId="{25BD1244-2B99-4CAB-BF74-D1CE71ED95DE}" dt="2022-07-01T09:51:10.550" v="18771" actId="167"/>
          <ac:spMkLst>
            <pc:docMk/>
            <pc:sldMk cId="1392814737" sldId="276"/>
            <ac:spMk id="3" creationId="{102742C3-1CEA-0E32-D9C1-C2D0F3E7DDFF}"/>
          </ac:spMkLst>
        </pc:spChg>
        <pc:spChg chg="del">
          <ac:chgData name="joshianubhav789@gmail.com" userId="50dfd16de4fdcae9" providerId="LiveId" clId="{25BD1244-2B99-4CAB-BF74-D1CE71ED95DE}" dt="2022-06-06T17:24:50.224" v="12960" actId="478"/>
          <ac:spMkLst>
            <pc:docMk/>
            <pc:sldMk cId="1392814737" sldId="276"/>
            <ac:spMk id="3" creationId="{33DCEDD7-B858-2892-BFFC-5FE5DCCC03B2}"/>
          </ac:spMkLst>
        </pc:spChg>
        <pc:spChg chg="add del mod">
          <ac:chgData name="joshianubhav789@gmail.com" userId="50dfd16de4fdcae9" providerId="LiveId" clId="{25BD1244-2B99-4CAB-BF74-D1CE71ED95DE}" dt="2022-06-07T17:41:41.449" v="14190" actId="21"/>
          <ac:spMkLst>
            <pc:docMk/>
            <pc:sldMk cId="1392814737" sldId="276"/>
            <ac:spMk id="5" creationId="{4D5F44EA-ED9E-8100-918B-0E7C6F3D8C0B}"/>
          </ac:spMkLst>
        </pc:spChg>
        <pc:spChg chg="add mod">
          <ac:chgData name="joshianubhav789@gmail.com" userId="50dfd16de4fdcae9" providerId="LiveId" clId="{25BD1244-2B99-4CAB-BF74-D1CE71ED95DE}" dt="2022-07-13T07:58:02.712" v="20251" actId="20577"/>
          <ac:spMkLst>
            <pc:docMk/>
            <pc:sldMk cId="1392814737" sldId="276"/>
            <ac:spMk id="6" creationId="{EEB7EF87-D4C9-4918-D679-7DE8D48CED8C}"/>
          </ac:spMkLst>
        </pc:spChg>
        <pc:spChg chg="add mod">
          <ac:chgData name="joshianubhav789@gmail.com" userId="50dfd16de4fdcae9" providerId="LiveId" clId="{25BD1244-2B99-4CAB-BF74-D1CE71ED95DE}" dt="2022-07-01T09:50:40.696" v="18763" actId="1076"/>
          <ac:spMkLst>
            <pc:docMk/>
            <pc:sldMk cId="1392814737" sldId="276"/>
            <ac:spMk id="7" creationId="{6FCCE88D-60B9-3EC7-7BE8-97F4F834C5CC}"/>
          </ac:spMkLst>
        </pc:spChg>
        <pc:spChg chg="add mod">
          <ac:chgData name="joshianubhav789@gmail.com" userId="50dfd16de4fdcae9" providerId="LiveId" clId="{25BD1244-2B99-4CAB-BF74-D1CE71ED95DE}" dt="2022-07-01T09:50:19.994" v="18761" actId="255"/>
          <ac:spMkLst>
            <pc:docMk/>
            <pc:sldMk cId="1392814737" sldId="276"/>
            <ac:spMk id="8" creationId="{794A9B30-7607-2EF8-B95D-7AA1861E7313}"/>
          </ac:spMkLst>
        </pc:spChg>
        <pc:spChg chg="add del mod">
          <ac:chgData name="joshianubhav789@gmail.com" userId="50dfd16de4fdcae9" providerId="LiveId" clId="{25BD1244-2B99-4CAB-BF74-D1CE71ED95DE}" dt="2022-06-07T17:01:56.624" v="13132" actId="21"/>
          <ac:spMkLst>
            <pc:docMk/>
            <pc:sldMk cId="1392814737" sldId="276"/>
            <ac:spMk id="10" creationId="{0B9DB68C-D9AB-F526-AA57-F44849F9058C}"/>
          </ac:spMkLst>
        </pc:spChg>
        <pc:spChg chg="add del mod">
          <ac:chgData name="joshianubhav789@gmail.com" userId="50dfd16de4fdcae9" providerId="LiveId" clId="{25BD1244-2B99-4CAB-BF74-D1CE71ED95DE}" dt="2022-06-06T17:51:52.375" v="13098" actId="478"/>
          <ac:spMkLst>
            <pc:docMk/>
            <pc:sldMk cId="1392814737" sldId="276"/>
            <ac:spMk id="10" creationId="{B315CE49-18FC-F8A2-400E-113D5965BDA2}"/>
          </ac:spMkLst>
        </pc:spChg>
        <pc:spChg chg="add del mod">
          <ac:chgData name="joshianubhav789@gmail.com" userId="50dfd16de4fdcae9" providerId="LiveId" clId="{25BD1244-2B99-4CAB-BF74-D1CE71ED95DE}" dt="2022-06-07T17:08:55.119" v="13593" actId="21"/>
          <ac:spMkLst>
            <pc:docMk/>
            <pc:sldMk cId="1392814737" sldId="276"/>
            <ac:spMk id="11" creationId="{5D1995C7-5236-9382-A68D-8116D2526FE7}"/>
          </ac:spMkLst>
        </pc:spChg>
        <pc:spChg chg="add mod">
          <ac:chgData name="joshianubhav789@gmail.com" userId="50dfd16de4fdcae9" providerId="LiveId" clId="{25BD1244-2B99-4CAB-BF74-D1CE71ED95DE}" dt="2022-07-01T06:56:21.087" v="17354" actId="20577"/>
          <ac:spMkLst>
            <pc:docMk/>
            <pc:sldMk cId="1392814737" sldId="276"/>
            <ac:spMk id="11" creationId="{7844E95A-4CE7-E767-F9BE-C1F8025C4EEE}"/>
          </ac:spMkLst>
        </pc:spChg>
        <pc:spChg chg="add del mod">
          <ac:chgData name="joshianubhav789@gmail.com" userId="50dfd16de4fdcae9" providerId="LiveId" clId="{25BD1244-2B99-4CAB-BF74-D1CE71ED95DE}" dt="2022-06-07T17:41:41.449" v="14190" actId="21"/>
          <ac:spMkLst>
            <pc:docMk/>
            <pc:sldMk cId="1392814737" sldId="276"/>
            <ac:spMk id="12" creationId="{FF35875A-AC72-8F10-37B4-CEBFEF4E7371}"/>
          </ac:spMkLst>
        </pc:spChg>
        <pc:graphicFrameChg chg="add mod modGraphic">
          <ac:chgData name="joshianubhav789@gmail.com" userId="50dfd16de4fdcae9" providerId="LiveId" clId="{25BD1244-2B99-4CAB-BF74-D1CE71ED95DE}" dt="2022-07-01T09:50:34.265" v="18762" actId="1076"/>
          <ac:graphicFrameMkLst>
            <pc:docMk/>
            <pc:sldMk cId="1392814737" sldId="276"/>
            <ac:graphicFrameMk id="14" creationId="{08FFB35A-4C0A-651F-FED9-4372B629A703}"/>
          </ac:graphicFrameMkLst>
        </pc:graphicFrameChg>
        <pc:picChg chg="add mod modCrop">
          <ac:chgData name="joshianubhav789@gmail.com" userId="50dfd16de4fdcae9" providerId="LiveId" clId="{25BD1244-2B99-4CAB-BF74-D1CE71ED95DE}" dt="2022-06-07T17:32:32.210" v="14139" actId="1076"/>
          <ac:picMkLst>
            <pc:docMk/>
            <pc:sldMk cId="1392814737" sldId="276"/>
            <ac:picMk id="13" creationId="{FF36C140-35E7-C5F8-1940-5B816C87D306}"/>
          </ac:picMkLst>
        </pc:picChg>
      </pc:sldChg>
      <pc:sldChg chg="addSp delSp modSp new mod">
        <pc:chgData name="joshianubhav789@gmail.com" userId="50dfd16de4fdcae9" providerId="LiveId" clId="{25BD1244-2B99-4CAB-BF74-D1CE71ED95DE}" dt="2022-07-19T17:25:01.854" v="20530" actId="20577"/>
        <pc:sldMkLst>
          <pc:docMk/>
          <pc:sldMk cId="2634358930" sldId="277"/>
        </pc:sldMkLst>
        <pc:spChg chg="del">
          <ac:chgData name="joshianubhav789@gmail.com" userId="50dfd16de4fdcae9" providerId="LiveId" clId="{25BD1244-2B99-4CAB-BF74-D1CE71ED95DE}" dt="2022-06-07T17:40:59.858" v="14180" actId="478"/>
          <ac:spMkLst>
            <pc:docMk/>
            <pc:sldMk cId="2634358930" sldId="277"/>
            <ac:spMk id="2" creationId="{FE88975C-3AEE-8B36-FC3A-628B635DCEFD}"/>
          </ac:spMkLst>
        </pc:spChg>
        <pc:spChg chg="add del">
          <ac:chgData name="joshianubhav789@gmail.com" userId="50dfd16de4fdcae9" providerId="LiveId" clId="{25BD1244-2B99-4CAB-BF74-D1CE71ED95DE}" dt="2022-06-07T17:41:24.901" v="14188" actId="478"/>
          <ac:spMkLst>
            <pc:docMk/>
            <pc:sldMk cId="2634358930" sldId="277"/>
            <ac:spMk id="3" creationId="{BDE4E180-60AA-0B76-7F8D-5FCD69C0497E}"/>
          </ac:spMkLst>
        </pc:spChg>
        <pc:spChg chg="add del mod">
          <ac:chgData name="joshianubhav789@gmail.com" userId="50dfd16de4fdcae9" providerId="LiveId" clId="{25BD1244-2B99-4CAB-BF74-D1CE71ED95DE}" dt="2022-07-01T07:08:37.410" v="17463" actId="1076"/>
          <ac:spMkLst>
            <pc:docMk/>
            <pc:sldMk cId="2634358930" sldId="277"/>
            <ac:spMk id="5" creationId="{7F0094C0-F1D2-A1B3-6768-759EBB94F461}"/>
          </ac:spMkLst>
        </pc:spChg>
        <pc:spChg chg="add mod">
          <ac:chgData name="joshianubhav789@gmail.com" userId="50dfd16de4fdcae9" providerId="LiveId" clId="{25BD1244-2B99-4CAB-BF74-D1CE71ED95DE}" dt="2022-07-01T08:44:45.036" v="17977" actId="14100"/>
          <ac:spMkLst>
            <pc:docMk/>
            <pc:sldMk cId="2634358930" sldId="277"/>
            <ac:spMk id="6" creationId="{85737996-5ABD-459D-A04B-F003DB5E43C7}"/>
          </ac:spMkLst>
        </pc:spChg>
        <pc:spChg chg="add mod">
          <ac:chgData name="joshianubhav789@gmail.com" userId="50dfd16de4fdcae9" providerId="LiveId" clId="{25BD1244-2B99-4CAB-BF74-D1CE71ED95DE}" dt="2022-07-01T08:44:42.078" v="17975" actId="14100"/>
          <ac:spMkLst>
            <pc:docMk/>
            <pc:sldMk cId="2634358930" sldId="277"/>
            <ac:spMk id="7" creationId="{94BDD72D-84C4-E215-CE87-E0F13948214E}"/>
          </ac:spMkLst>
        </pc:spChg>
        <pc:spChg chg="add mod">
          <ac:chgData name="joshianubhav789@gmail.com" userId="50dfd16de4fdcae9" providerId="LiveId" clId="{25BD1244-2B99-4CAB-BF74-D1CE71ED95DE}" dt="2022-07-01T08:44:40.930" v="17973" actId="1076"/>
          <ac:spMkLst>
            <pc:docMk/>
            <pc:sldMk cId="2634358930" sldId="277"/>
            <ac:spMk id="12" creationId="{8586B53A-1891-A7F4-C735-55AEFF24D3F1}"/>
          </ac:spMkLst>
        </pc:spChg>
        <pc:spChg chg="add mod">
          <ac:chgData name="joshianubhav789@gmail.com" userId="50dfd16de4fdcae9" providerId="LiveId" clId="{25BD1244-2B99-4CAB-BF74-D1CE71ED95DE}" dt="2022-07-19T17:25:01.854" v="20530" actId="20577"/>
          <ac:spMkLst>
            <pc:docMk/>
            <pc:sldMk cId="2634358930" sldId="277"/>
            <ac:spMk id="18" creationId="{CB6EDE1F-115B-6E6B-2E40-250C40DDBB47}"/>
          </ac:spMkLst>
        </pc:spChg>
        <pc:picChg chg="add del mod">
          <ac:chgData name="joshianubhav789@gmail.com" userId="50dfd16de4fdcae9" providerId="LiveId" clId="{25BD1244-2B99-4CAB-BF74-D1CE71ED95DE}" dt="2022-07-01T07:00:32.911" v="17373" actId="478"/>
          <ac:picMkLst>
            <pc:docMk/>
            <pc:sldMk cId="2634358930" sldId="277"/>
            <ac:picMk id="3" creationId="{3E84CE20-B880-D5CB-8611-E4FE25C85A5C}"/>
          </ac:picMkLst>
        </pc:picChg>
        <pc:picChg chg="add del mod">
          <ac:chgData name="joshianubhav789@gmail.com" userId="50dfd16de4fdcae9" providerId="LiveId" clId="{25BD1244-2B99-4CAB-BF74-D1CE71ED95DE}" dt="2022-07-01T06:57:51.662" v="17362" actId="478"/>
          <ac:picMkLst>
            <pc:docMk/>
            <pc:sldMk cId="2634358930" sldId="277"/>
            <ac:picMk id="9" creationId="{FFC8BD28-FBA5-7495-8EDD-9A8B67A3DB16}"/>
          </ac:picMkLst>
        </pc:picChg>
        <pc:picChg chg="add del mod">
          <ac:chgData name="joshianubhav789@gmail.com" userId="50dfd16de4fdcae9" providerId="LiveId" clId="{25BD1244-2B99-4CAB-BF74-D1CE71ED95DE}" dt="2022-07-01T07:00:30.482" v="17372" actId="478"/>
          <ac:picMkLst>
            <pc:docMk/>
            <pc:sldMk cId="2634358930" sldId="277"/>
            <ac:picMk id="10" creationId="{AC4400FC-E932-8AFB-6984-292086F69A6E}"/>
          </ac:picMkLst>
        </pc:picChg>
        <pc:picChg chg="add del mod">
          <ac:chgData name="joshianubhav789@gmail.com" userId="50dfd16de4fdcae9" providerId="LiveId" clId="{25BD1244-2B99-4CAB-BF74-D1CE71ED95DE}" dt="2022-07-01T06:57:53.642" v="17363" actId="478"/>
          <ac:picMkLst>
            <pc:docMk/>
            <pc:sldMk cId="2634358930" sldId="277"/>
            <ac:picMk id="11" creationId="{1DC7FB40-582F-E998-3C13-B9C4B8CE44D6}"/>
          </ac:picMkLst>
        </pc:picChg>
        <pc:picChg chg="add mod ord">
          <ac:chgData name="joshianubhav789@gmail.com" userId="50dfd16de4fdcae9" providerId="LiveId" clId="{25BD1244-2B99-4CAB-BF74-D1CE71ED95DE}" dt="2022-07-01T08:44:40.494" v="17972" actId="1076"/>
          <ac:picMkLst>
            <pc:docMk/>
            <pc:sldMk cId="2634358930" sldId="277"/>
            <ac:picMk id="14" creationId="{1637A5B5-D004-F093-9301-8CDC5E0E2EB5}"/>
          </ac:picMkLst>
        </pc:picChg>
        <pc:picChg chg="add mod">
          <ac:chgData name="joshianubhav789@gmail.com" userId="50dfd16de4fdcae9" providerId="LiveId" clId="{25BD1244-2B99-4CAB-BF74-D1CE71ED95DE}" dt="2022-07-01T08:44:39.206" v="17969" actId="1076"/>
          <ac:picMkLst>
            <pc:docMk/>
            <pc:sldMk cId="2634358930" sldId="277"/>
            <ac:picMk id="16" creationId="{859FDF95-D54D-F5C6-144B-0254D7734F02}"/>
          </ac:picMkLst>
        </pc:picChg>
      </pc:sldChg>
      <pc:sldChg chg="addSp delSp modSp new mod">
        <pc:chgData name="joshianubhav789@gmail.com" userId="50dfd16de4fdcae9" providerId="LiveId" clId="{25BD1244-2B99-4CAB-BF74-D1CE71ED95DE}" dt="2022-07-13T08:04:29.447" v="20344" actId="478"/>
        <pc:sldMkLst>
          <pc:docMk/>
          <pc:sldMk cId="3282323263" sldId="278"/>
        </pc:sldMkLst>
        <pc:spChg chg="del">
          <ac:chgData name="joshianubhav789@gmail.com" userId="50dfd16de4fdcae9" providerId="LiveId" clId="{25BD1244-2B99-4CAB-BF74-D1CE71ED95DE}" dt="2022-06-07T17:50:01.407" v="14300" actId="478"/>
          <ac:spMkLst>
            <pc:docMk/>
            <pc:sldMk cId="3282323263" sldId="278"/>
            <ac:spMk id="2" creationId="{5FD778E4-5B92-0C21-F0F5-DFB9AF3F5116}"/>
          </ac:spMkLst>
        </pc:spChg>
        <pc:spChg chg="del mod">
          <ac:chgData name="joshianubhav789@gmail.com" userId="50dfd16de4fdcae9" providerId="LiveId" clId="{25BD1244-2B99-4CAB-BF74-D1CE71ED95DE}" dt="2022-07-01T07:21:54.519" v="17493" actId="478"/>
          <ac:spMkLst>
            <pc:docMk/>
            <pc:sldMk cId="3282323263" sldId="278"/>
            <ac:spMk id="3" creationId="{34BD3AA3-13B5-697D-8A84-B6909FACB4E3}"/>
          </ac:spMkLst>
        </pc:spChg>
        <pc:spChg chg="add del mod">
          <ac:chgData name="joshianubhav789@gmail.com" userId="50dfd16de4fdcae9" providerId="LiveId" clId="{25BD1244-2B99-4CAB-BF74-D1CE71ED95DE}" dt="2022-06-08T06:13:41.803" v="15024" actId="478"/>
          <ac:spMkLst>
            <pc:docMk/>
            <pc:sldMk cId="3282323263" sldId="278"/>
            <ac:spMk id="7" creationId="{676E1FFD-FEF1-6413-D649-454D5F98BB57}"/>
          </ac:spMkLst>
        </pc:spChg>
        <pc:spChg chg="add mod">
          <ac:chgData name="joshianubhav789@gmail.com" userId="50dfd16de4fdcae9" providerId="LiveId" clId="{25BD1244-2B99-4CAB-BF74-D1CE71ED95DE}" dt="2022-07-01T07:22:02.873" v="17531" actId="1035"/>
          <ac:spMkLst>
            <pc:docMk/>
            <pc:sldMk cId="3282323263" sldId="278"/>
            <ac:spMk id="10" creationId="{B1B1259A-FA60-6F02-50F0-156168802C15}"/>
          </ac:spMkLst>
        </pc:spChg>
        <pc:spChg chg="add mod">
          <ac:chgData name="joshianubhav789@gmail.com" userId="50dfd16de4fdcae9" providerId="LiveId" clId="{25BD1244-2B99-4CAB-BF74-D1CE71ED95DE}" dt="2022-07-01T07:22:57.621" v="17542" actId="1076"/>
          <ac:spMkLst>
            <pc:docMk/>
            <pc:sldMk cId="3282323263" sldId="278"/>
            <ac:spMk id="13" creationId="{85FD6556-40DD-45BC-A90C-1005416AB4BA}"/>
          </ac:spMkLst>
        </pc:spChg>
        <pc:spChg chg="add del mod">
          <ac:chgData name="joshianubhav789@gmail.com" userId="50dfd16de4fdcae9" providerId="LiveId" clId="{25BD1244-2B99-4CAB-BF74-D1CE71ED95DE}" dt="2022-07-01T07:35:42.981" v="17918" actId="21"/>
          <ac:spMkLst>
            <pc:docMk/>
            <pc:sldMk cId="3282323263" sldId="278"/>
            <ac:spMk id="14" creationId="{1B69D7D4-40F6-8F77-7ABA-A92E078028EA}"/>
          </ac:spMkLst>
        </pc:spChg>
        <pc:spChg chg="add del mod ord">
          <ac:chgData name="joshianubhav789@gmail.com" userId="50dfd16de4fdcae9" providerId="LiveId" clId="{25BD1244-2B99-4CAB-BF74-D1CE71ED95DE}" dt="2022-07-13T08:02:53.110" v="20256" actId="21"/>
          <ac:spMkLst>
            <pc:docMk/>
            <pc:sldMk cId="3282323263" sldId="278"/>
            <ac:spMk id="15" creationId="{3C7A3FB9-902F-F7D0-112D-8853810989C5}"/>
          </ac:spMkLst>
        </pc:spChg>
        <pc:spChg chg="add del mod">
          <ac:chgData name="joshianubhav789@gmail.com" userId="50dfd16de4fdcae9" providerId="LiveId" clId="{25BD1244-2B99-4CAB-BF74-D1CE71ED95DE}" dt="2022-07-13T08:04:25.711" v="20342" actId="478"/>
          <ac:spMkLst>
            <pc:docMk/>
            <pc:sldMk cId="3282323263" sldId="278"/>
            <ac:spMk id="16" creationId="{8DD53C30-1140-B443-08A4-8BFE120A69DD}"/>
          </ac:spMkLst>
        </pc:spChg>
        <pc:spChg chg="add del mod">
          <ac:chgData name="joshianubhav789@gmail.com" userId="50dfd16de4fdcae9" providerId="LiveId" clId="{25BD1244-2B99-4CAB-BF74-D1CE71ED95DE}" dt="2022-07-13T08:04:29.447" v="20344" actId="478"/>
          <ac:spMkLst>
            <pc:docMk/>
            <pc:sldMk cId="3282323263" sldId="278"/>
            <ac:spMk id="18" creationId="{DD7C6E81-597B-182C-B7F5-4F2EB734E8DB}"/>
          </ac:spMkLst>
        </pc:spChg>
        <pc:spChg chg="add del mod ord">
          <ac:chgData name="joshianubhav789@gmail.com" userId="50dfd16de4fdcae9" providerId="LiveId" clId="{25BD1244-2B99-4CAB-BF74-D1CE71ED95DE}" dt="2022-07-13T08:04:24.042" v="20341" actId="478"/>
          <ac:spMkLst>
            <pc:docMk/>
            <pc:sldMk cId="3282323263" sldId="278"/>
            <ac:spMk id="19" creationId="{DA484344-DA70-2651-CB8B-40A2B0D5FA49}"/>
          </ac:spMkLst>
        </pc:spChg>
        <pc:picChg chg="add del mod ord">
          <ac:chgData name="joshianubhav789@gmail.com" userId="50dfd16de4fdcae9" providerId="LiveId" clId="{25BD1244-2B99-4CAB-BF74-D1CE71ED95DE}" dt="2022-07-01T07:19:13.469" v="17475" actId="478"/>
          <ac:picMkLst>
            <pc:docMk/>
            <pc:sldMk cId="3282323263" sldId="278"/>
            <ac:picMk id="5" creationId="{4D44F1A8-FA8B-2367-808D-90AA010BA8A0}"/>
          </ac:picMkLst>
        </pc:picChg>
        <pc:picChg chg="add del mod">
          <ac:chgData name="joshianubhav789@gmail.com" userId="50dfd16de4fdcae9" providerId="LiveId" clId="{25BD1244-2B99-4CAB-BF74-D1CE71ED95DE}" dt="2022-07-01T06:57:38.703" v="17361" actId="478"/>
          <ac:picMkLst>
            <pc:docMk/>
            <pc:sldMk cId="3282323263" sldId="278"/>
            <ac:picMk id="6" creationId="{664E75B8-4616-E815-C032-B40CA95AD8E1}"/>
          </ac:picMkLst>
        </pc:picChg>
        <pc:picChg chg="add mod ord">
          <ac:chgData name="joshianubhav789@gmail.com" userId="50dfd16de4fdcae9" providerId="LiveId" clId="{25BD1244-2B99-4CAB-BF74-D1CE71ED95DE}" dt="2022-07-01T07:22:33.131" v="17536" actId="1076"/>
          <ac:picMkLst>
            <pc:docMk/>
            <pc:sldMk cId="3282323263" sldId="278"/>
            <ac:picMk id="9" creationId="{599CA9E7-6E78-5A68-800F-4F5402951C1C}"/>
          </ac:picMkLst>
        </pc:picChg>
        <pc:cxnChg chg="add mod">
          <ac:chgData name="joshianubhav789@gmail.com" userId="50dfd16de4fdcae9" providerId="LiveId" clId="{25BD1244-2B99-4CAB-BF74-D1CE71ED95DE}" dt="2022-07-01T07:22:02.873" v="17531" actId="1035"/>
          <ac:cxnSpMkLst>
            <pc:docMk/>
            <pc:sldMk cId="3282323263" sldId="278"/>
            <ac:cxnSpMk id="8" creationId="{DFC5A1EC-052B-D58F-8C14-BC15BE92B8F1}"/>
          </ac:cxnSpMkLst>
        </pc:cxnChg>
      </pc:sldChg>
      <pc:sldChg chg="addSp modSp new mod">
        <pc:chgData name="joshianubhav789@gmail.com" userId="50dfd16de4fdcae9" providerId="LiveId" clId="{25BD1244-2B99-4CAB-BF74-D1CE71ED95DE}" dt="2022-07-01T06:45:13.507" v="17077" actId="20577"/>
        <pc:sldMkLst>
          <pc:docMk/>
          <pc:sldMk cId="3065698277" sldId="279"/>
        </pc:sldMkLst>
        <pc:spChg chg="mod">
          <ac:chgData name="joshianubhav789@gmail.com" userId="50dfd16de4fdcae9" providerId="LiveId" clId="{25BD1244-2B99-4CAB-BF74-D1CE71ED95DE}" dt="2022-06-30T09:18:58.282" v="15353" actId="20577"/>
          <ac:spMkLst>
            <pc:docMk/>
            <pc:sldMk cId="3065698277" sldId="279"/>
            <ac:spMk id="2" creationId="{A7552BD7-09F3-B065-BE08-3721DFC8CE0E}"/>
          </ac:spMkLst>
        </pc:spChg>
        <pc:spChg chg="mod">
          <ac:chgData name="joshianubhav789@gmail.com" userId="50dfd16de4fdcae9" providerId="LiveId" clId="{25BD1244-2B99-4CAB-BF74-D1CE71ED95DE}" dt="2022-06-30T18:42:08.564" v="15366" actId="11"/>
          <ac:spMkLst>
            <pc:docMk/>
            <pc:sldMk cId="3065698277" sldId="279"/>
            <ac:spMk id="3" creationId="{BEC7DDF3-8A1C-CB3A-051C-EC7F5CE437BE}"/>
          </ac:spMkLst>
        </pc:spChg>
        <pc:graphicFrameChg chg="add mod modGraphic">
          <ac:chgData name="joshianubhav789@gmail.com" userId="50dfd16de4fdcae9" providerId="LiveId" clId="{25BD1244-2B99-4CAB-BF74-D1CE71ED95DE}" dt="2022-07-01T06:45:13.507" v="17077" actId="20577"/>
          <ac:graphicFrameMkLst>
            <pc:docMk/>
            <pc:sldMk cId="3065698277" sldId="279"/>
            <ac:graphicFrameMk id="5" creationId="{06298685-0210-EDCA-14D0-5A55646883CB}"/>
          </ac:graphicFrameMkLst>
        </pc:graphicFrameChg>
      </pc:sldChg>
      <pc:sldChg chg="delSp modSp new del mod">
        <pc:chgData name="joshianubhav789@gmail.com" userId="50dfd16de4fdcae9" providerId="LiveId" clId="{25BD1244-2B99-4CAB-BF74-D1CE71ED95DE}" dt="2022-06-08T06:19:31.911" v="15115" actId="2696"/>
        <pc:sldMkLst>
          <pc:docMk/>
          <pc:sldMk cId="191704769" sldId="280"/>
        </pc:sldMkLst>
        <pc:spChg chg="del">
          <ac:chgData name="joshianubhav789@gmail.com" userId="50dfd16de4fdcae9" providerId="LiveId" clId="{25BD1244-2B99-4CAB-BF74-D1CE71ED95DE}" dt="2022-06-08T05:58:02.407" v="14885" actId="478"/>
          <ac:spMkLst>
            <pc:docMk/>
            <pc:sldMk cId="191704769" sldId="280"/>
            <ac:spMk id="2" creationId="{4BF221EF-41D2-86BD-2341-79ABE64F7917}"/>
          </ac:spMkLst>
        </pc:spChg>
        <pc:spChg chg="mod">
          <ac:chgData name="joshianubhav789@gmail.com" userId="50dfd16de4fdcae9" providerId="LiveId" clId="{25BD1244-2B99-4CAB-BF74-D1CE71ED95DE}" dt="2022-06-08T06:17:58.954" v="15074" actId="21"/>
          <ac:spMkLst>
            <pc:docMk/>
            <pc:sldMk cId="191704769" sldId="280"/>
            <ac:spMk id="3" creationId="{8D5A79E8-FA6A-1CED-83BE-CDA859CF0FBA}"/>
          </ac:spMkLst>
        </pc:spChg>
      </pc:sldChg>
      <pc:sldChg chg="addSp delSp modSp new mod ord">
        <pc:chgData name="joshianubhav789@gmail.com" userId="50dfd16de4fdcae9" providerId="LiveId" clId="{25BD1244-2B99-4CAB-BF74-D1CE71ED95DE}" dt="2022-07-01T06:55:45.403" v="17352" actId="20577"/>
        <pc:sldMkLst>
          <pc:docMk/>
          <pc:sldMk cId="470066183" sldId="281"/>
        </pc:sldMkLst>
        <pc:spChg chg="mod">
          <ac:chgData name="joshianubhav789@gmail.com" userId="50dfd16de4fdcae9" providerId="LiveId" clId="{25BD1244-2B99-4CAB-BF74-D1CE71ED95DE}" dt="2022-06-08T06:13:33.129" v="15023" actId="1076"/>
          <ac:spMkLst>
            <pc:docMk/>
            <pc:sldMk cId="470066183" sldId="281"/>
            <ac:spMk id="2" creationId="{D27FE510-63CA-2F06-9012-AA6B2FD8A359}"/>
          </ac:spMkLst>
        </pc:spChg>
        <pc:spChg chg="del mod">
          <ac:chgData name="joshianubhav789@gmail.com" userId="50dfd16de4fdcae9" providerId="LiveId" clId="{25BD1244-2B99-4CAB-BF74-D1CE71ED95DE}" dt="2022-06-08T06:13:22.654" v="15019" actId="478"/>
          <ac:spMkLst>
            <pc:docMk/>
            <pc:sldMk cId="470066183" sldId="281"/>
            <ac:spMk id="3" creationId="{30E08B57-E657-9335-2CF5-A9B63C7F983E}"/>
          </ac:spMkLst>
        </pc:spChg>
        <pc:spChg chg="add mod">
          <ac:chgData name="joshianubhav789@gmail.com" userId="50dfd16de4fdcae9" providerId="LiveId" clId="{25BD1244-2B99-4CAB-BF74-D1CE71ED95DE}" dt="2022-07-01T06:55:45.403" v="17352" actId="20577"/>
          <ac:spMkLst>
            <pc:docMk/>
            <pc:sldMk cId="470066183" sldId="281"/>
            <ac:spMk id="6" creationId="{0F5EC5DE-1969-4F9D-6521-E2A4C363FE15}"/>
          </ac:spMkLst>
        </pc:spChg>
      </pc:sldChg>
      <pc:sldChg chg="addSp delSp modSp new mod">
        <pc:chgData name="joshianubhav789@gmail.com" userId="50dfd16de4fdcae9" providerId="LiveId" clId="{25BD1244-2B99-4CAB-BF74-D1CE71ED95DE}" dt="2022-06-30T19:35:07.153" v="16701" actId="20577"/>
        <pc:sldMkLst>
          <pc:docMk/>
          <pc:sldMk cId="543777359" sldId="282"/>
        </pc:sldMkLst>
        <pc:spChg chg="del">
          <ac:chgData name="joshianubhav789@gmail.com" userId="50dfd16de4fdcae9" providerId="LiveId" clId="{25BD1244-2B99-4CAB-BF74-D1CE71ED95DE}" dt="2022-06-30T09:19:12.978" v="15358" actId="478"/>
          <ac:spMkLst>
            <pc:docMk/>
            <pc:sldMk cId="543777359" sldId="282"/>
            <ac:spMk id="2" creationId="{A2A8ABE3-7B21-D806-A693-6FB0C791AAA2}"/>
          </ac:spMkLst>
        </pc:spChg>
        <pc:spChg chg="mod">
          <ac:chgData name="joshianubhav789@gmail.com" userId="50dfd16de4fdcae9" providerId="LiveId" clId="{25BD1244-2B99-4CAB-BF74-D1CE71ED95DE}" dt="2022-06-30T19:35:07.153" v="16701" actId="20577"/>
          <ac:spMkLst>
            <pc:docMk/>
            <pc:sldMk cId="543777359" sldId="282"/>
            <ac:spMk id="3" creationId="{56C1A045-CFD6-B89A-D0BC-2EFC9F2974B9}"/>
          </ac:spMkLst>
        </pc:spChg>
        <pc:spChg chg="add mod">
          <ac:chgData name="joshianubhav789@gmail.com" userId="50dfd16de4fdcae9" providerId="LiveId" clId="{25BD1244-2B99-4CAB-BF74-D1CE71ED95DE}" dt="2022-06-30T19:34:50.105" v="16693" actId="1076"/>
          <ac:spMkLst>
            <pc:docMk/>
            <pc:sldMk cId="543777359" sldId="282"/>
            <ac:spMk id="9" creationId="{CE941EA0-605F-97A3-4BEA-18A5456D8F88}"/>
          </ac:spMkLst>
        </pc:spChg>
        <pc:picChg chg="add del mod">
          <ac:chgData name="joshianubhav789@gmail.com" userId="50dfd16de4fdcae9" providerId="LiveId" clId="{25BD1244-2B99-4CAB-BF74-D1CE71ED95DE}" dt="2022-06-30T19:06:57.198" v="15997" actId="478"/>
          <ac:picMkLst>
            <pc:docMk/>
            <pc:sldMk cId="543777359" sldId="282"/>
            <ac:picMk id="5" creationId="{C287CE4C-B65D-9BA0-B521-1441A05E1183}"/>
          </ac:picMkLst>
        </pc:picChg>
        <pc:picChg chg="add del mod">
          <ac:chgData name="joshianubhav789@gmail.com" userId="50dfd16de4fdcae9" providerId="LiveId" clId="{25BD1244-2B99-4CAB-BF74-D1CE71ED95DE}" dt="2022-06-30T19:28:41.798" v="16203" actId="478"/>
          <ac:picMkLst>
            <pc:docMk/>
            <pc:sldMk cId="543777359" sldId="282"/>
            <ac:picMk id="7" creationId="{19E7D824-8A3E-81E7-99B2-242CF3D2DE8F}"/>
          </ac:picMkLst>
        </pc:picChg>
        <pc:picChg chg="add mod ord">
          <ac:chgData name="joshianubhav789@gmail.com" userId="50dfd16de4fdcae9" providerId="LiveId" clId="{25BD1244-2B99-4CAB-BF74-D1CE71ED95DE}" dt="2022-06-30T19:30:33.005" v="16248" actId="167"/>
          <ac:picMkLst>
            <pc:docMk/>
            <pc:sldMk cId="543777359" sldId="282"/>
            <ac:picMk id="11" creationId="{5A162977-B3FC-700B-4395-4715806FC110}"/>
          </ac:picMkLst>
        </pc:picChg>
      </pc:sldChg>
      <pc:sldChg chg="addSp delSp modSp new del mod modNotesTx">
        <pc:chgData name="joshianubhav789@gmail.com" userId="50dfd16de4fdcae9" providerId="LiveId" clId="{25BD1244-2B99-4CAB-BF74-D1CE71ED95DE}" dt="2022-06-30T09:05:58.414" v="15296" actId="47"/>
        <pc:sldMkLst>
          <pc:docMk/>
          <pc:sldMk cId="3439717160" sldId="282"/>
        </pc:sldMkLst>
        <pc:spChg chg="del">
          <ac:chgData name="joshianubhav789@gmail.com" userId="50dfd16de4fdcae9" providerId="LiveId" clId="{25BD1244-2B99-4CAB-BF74-D1CE71ED95DE}" dt="2022-06-12T08:51:40.106" v="15259" actId="478"/>
          <ac:spMkLst>
            <pc:docMk/>
            <pc:sldMk cId="3439717160" sldId="282"/>
            <ac:spMk id="2" creationId="{5B9DC641-7229-0037-4B4C-82FC2754DD5A}"/>
          </ac:spMkLst>
        </pc:spChg>
        <pc:spChg chg="del">
          <ac:chgData name="joshianubhav789@gmail.com" userId="50dfd16de4fdcae9" providerId="LiveId" clId="{25BD1244-2B99-4CAB-BF74-D1CE71ED95DE}" dt="2022-06-12T08:51:42.126" v="15260" actId="478"/>
          <ac:spMkLst>
            <pc:docMk/>
            <pc:sldMk cId="3439717160" sldId="282"/>
            <ac:spMk id="3" creationId="{A1889B00-4E2B-159E-170B-C4E85DE97C09}"/>
          </ac:spMkLst>
        </pc:spChg>
        <pc:spChg chg="del">
          <ac:chgData name="joshianubhav789@gmail.com" userId="50dfd16de4fdcae9" providerId="LiveId" clId="{25BD1244-2B99-4CAB-BF74-D1CE71ED95DE}" dt="2022-06-12T08:52:27.094" v="15272" actId="478"/>
          <ac:spMkLst>
            <pc:docMk/>
            <pc:sldMk cId="3439717160" sldId="282"/>
            <ac:spMk id="4" creationId="{DF0DDFBA-3A19-B0C9-09E0-F68E5737D3D2}"/>
          </ac:spMkLst>
        </pc:spChg>
        <pc:spChg chg="add mod">
          <ac:chgData name="joshianubhav789@gmail.com" userId="50dfd16de4fdcae9" providerId="LiveId" clId="{25BD1244-2B99-4CAB-BF74-D1CE71ED95DE}" dt="2022-06-12T08:51:43.655" v="15261"/>
          <ac:spMkLst>
            <pc:docMk/>
            <pc:sldMk cId="3439717160" sldId="282"/>
            <ac:spMk id="5" creationId="{7C6C5BAF-2B8D-980F-8E03-E768BA0A7963}"/>
          </ac:spMkLst>
        </pc:spChg>
        <pc:spChg chg="add del mod">
          <ac:chgData name="joshianubhav789@gmail.com" userId="50dfd16de4fdcae9" providerId="LiveId" clId="{25BD1244-2B99-4CAB-BF74-D1CE71ED95DE}" dt="2022-06-12T08:52:30.059" v="15273" actId="478"/>
          <ac:spMkLst>
            <pc:docMk/>
            <pc:sldMk cId="3439717160" sldId="282"/>
            <ac:spMk id="6" creationId="{D53452A1-5AED-4EE3-4270-7520EF19FC2E}"/>
          </ac:spMkLst>
        </pc:spChg>
        <pc:spChg chg="add mod">
          <ac:chgData name="joshianubhav789@gmail.com" userId="50dfd16de4fdcae9" providerId="LiveId" clId="{25BD1244-2B99-4CAB-BF74-D1CE71ED95DE}" dt="2022-06-12T08:51:43.655" v="15261"/>
          <ac:spMkLst>
            <pc:docMk/>
            <pc:sldMk cId="3439717160" sldId="282"/>
            <ac:spMk id="7" creationId="{7A357C53-73EF-FBE7-09E1-2399B43F84D9}"/>
          </ac:spMkLst>
        </pc:spChg>
        <pc:spChg chg="add mod">
          <ac:chgData name="joshianubhav789@gmail.com" userId="50dfd16de4fdcae9" providerId="LiveId" clId="{25BD1244-2B99-4CAB-BF74-D1CE71ED95DE}" dt="2022-06-12T08:51:43.655" v="15261"/>
          <ac:spMkLst>
            <pc:docMk/>
            <pc:sldMk cId="3439717160" sldId="282"/>
            <ac:spMk id="8" creationId="{50413997-5E8A-DC98-14FA-5009118F0D73}"/>
          </ac:spMkLst>
        </pc:spChg>
        <pc:spChg chg="add mod">
          <ac:chgData name="joshianubhav789@gmail.com" userId="50dfd16de4fdcae9" providerId="LiveId" clId="{25BD1244-2B99-4CAB-BF74-D1CE71ED95DE}" dt="2022-06-12T08:51:43.655" v="15261"/>
          <ac:spMkLst>
            <pc:docMk/>
            <pc:sldMk cId="3439717160" sldId="282"/>
            <ac:spMk id="9" creationId="{4FC0BE43-769C-33AC-8D38-235B018D9EE1}"/>
          </ac:spMkLst>
        </pc:spChg>
        <pc:spChg chg="add mod">
          <ac:chgData name="joshianubhav789@gmail.com" userId="50dfd16de4fdcae9" providerId="LiveId" clId="{25BD1244-2B99-4CAB-BF74-D1CE71ED95DE}" dt="2022-06-12T08:51:43.655" v="15261"/>
          <ac:spMkLst>
            <pc:docMk/>
            <pc:sldMk cId="3439717160" sldId="282"/>
            <ac:spMk id="10" creationId="{163ECAAA-4784-0129-A765-5205DB567ADE}"/>
          </ac:spMkLst>
        </pc:spChg>
        <pc:spChg chg="add mod">
          <ac:chgData name="joshianubhav789@gmail.com" userId="50dfd16de4fdcae9" providerId="LiveId" clId="{25BD1244-2B99-4CAB-BF74-D1CE71ED95DE}" dt="2022-06-12T08:51:43.655" v="15261"/>
          <ac:spMkLst>
            <pc:docMk/>
            <pc:sldMk cId="3439717160" sldId="282"/>
            <ac:spMk id="11" creationId="{24B1C1C7-8059-FD72-1BCD-A1797471E883}"/>
          </ac:spMkLst>
        </pc:spChg>
        <pc:spChg chg="add mod">
          <ac:chgData name="joshianubhav789@gmail.com" userId="50dfd16de4fdcae9" providerId="LiveId" clId="{25BD1244-2B99-4CAB-BF74-D1CE71ED95DE}" dt="2022-06-12T08:51:43.655" v="15261"/>
          <ac:spMkLst>
            <pc:docMk/>
            <pc:sldMk cId="3439717160" sldId="282"/>
            <ac:spMk id="12" creationId="{B68B78E8-EEA4-EADA-92DD-183B5ED79FC1}"/>
          </ac:spMkLst>
        </pc:spChg>
        <pc:spChg chg="add mod">
          <ac:chgData name="joshianubhav789@gmail.com" userId="50dfd16de4fdcae9" providerId="LiveId" clId="{25BD1244-2B99-4CAB-BF74-D1CE71ED95DE}" dt="2022-06-12T08:51:43.655" v="15261"/>
          <ac:spMkLst>
            <pc:docMk/>
            <pc:sldMk cId="3439717160" sldId="282"/>
            <ac:spMk id="13" creationId="{C2E086F5-77C0-0659-D3C6-7D043F6BED30}"/>
          </ac:spMkLst>
        </pc:spChg>
        <pc:spChg chg="add mod">
          <ac:chgData name="joshianubhav789@gmail.com" userId="50dfd16de4fdcae9" providerId="LiveId" clId="{25BD1244-2B99-4CAB-BF74-D1CE71ED95DE}" dt="2022-06-12T08:51:43.655" v="15261"/>
          <ac:spMkLst>
            <pc:docMk/>
            <pc:sldMk cId="3439717160" sldId="282"/>
            <ac:spMk id="14" creationId="{270250B0-28AE-F388-AACB-6BB6F076AE3C}"/>
          </ac:spMkLst>
        </pc:spChg>
        <pc:spChg chg="add mod">
          <ac:chgData name="joshianubhav789@gmail.com" userId="50dfd16de4fdcae9" providerId="LiveId" clId="{25BD1244-2B99-4CAB-BF74-D1CE71ED95DE}" dt="2022-06-12T08:51:43.655" v="15261"/>
          <ac:spMkLst>
            <pc:docMk/>
            <pc:sldMk cId="3439717160" sldId="282"/>
            <ac:spMk id="15" creationId="{DD49303C-82CC-BD69-9814-B2222A5DDED0}"/>
          </ac:spMkLst>
        </pc:spChg>
        <pc:spChg chg="add mod">
          <ac:chgData name="joshianubhav789@gmail.com" userId="50dfd16de4fdcae9" providerId="LiveId" clId="{25BD1244-2B99-4CAB-BF74-D1CE71ED95DE}" dt="2022-06-12T08:51:43.655" v="15261"/>
          <ac:spMkLst>
            <pc:docMk/>
            <pc:sldMk cId="3439717160" sldId="282"/>
            <ac:spMk id="25" creationId="{A162FBA3-D690-AB74-AC14-3CF9B8AE3F6A}"/>
          </ac:spMkLst>
        </pc:spChg>
        <pc:spChg chg="add mod">
          <ac:chgData name="joshianubhav789@gmail.com" userId="50dfd16de4fdcae9" providerId="LiveId" clId="{25BD1244-2B99-4CAB-BF74-D1CE71ED95DE}" dt="2022-06-12T08:51:43.655" v="15261"/>
          <ac:spMkLst>
            <pc:docMk/>
            <pc:sldMk cId="3439717160" sldId="282"/>
            <ac:spMk id="26" creationId="{DCCF6E48-A0A3-3EF7-4090-0971116CFF2D}"/>
          </ac:spMkLst>
        </pc:spChg>
        <pc:spChg chg="add mod">
          <ac:chgData name="joshianubhav789@gmail.com" userId="50dfd16de4fdcae9" providerId="LiveId" clId="{25BD1244-2B99-4CAB-BF74-D1CE71ED95DE}" dt="2022-06-12T08:51:43.655" v="15261"/>
          <ac:spMkLst>
            <pc:docMk/>
            <pc:sldMk cId="3439717160" sldId="282"/>
            <ac:spMk id="27" creationId="{678A216E-CFD3-1B27-E23B-3D17F7CAC2C5}"/>
          </ac:spMkLst>
        </pc:spChg>
        <pc:spChg chg="add mod">
          <ac:chgData name="joshianubhav789@gmail.com" userId="50dfd16de4fdcae9" providerId="LiveId" clId="{25BD1244-2B99-4CAB-BF74-D1CE71ED95DE}" dt="2022-06-12T08:51:43.655" v="15261"/>
          <ac:spMkLst>
            <pc:docMk/>
            <pc:sldMk cId="3439717160" sldId="282"/>
            <ac:spMk id="28" creationId="{70C16C85-318F-D909-5655-FE6EA09100A9}"/>
          </ac:spMkLst>
        </pc:spChg>
        <pc:spChg chg="add mod">
          <ac:chgData name="joshianubhav789@gmail.com" userId="50dfd16de4fdcae9" providerId="LiveId" clId="{25BD1244-2B99-4CAB-BF74-D1CE71ED95DE}" dt="2022-06-12T08:51:43.655" v="15261"/>
          <ac:spMkLst>
            <pc:docMk/>
            <pc:sldMk cId="3439717160" sldId="282"/>
            <ac:spMk id="29" creationId="{84CA1F5C-8EE7-2C42-4D51-ABE88DD86BAD}"/>
          </ac:spMkLst>
        </pc:spChg>
        <pc:spChg chg="add mod">
          <ac:chgData name="joshianubhav789@gmail.com" userId="50dfd16de4fdcae9" providerId="LiveId" clId="{25BD1244-2B99-4CAB-BF74-D1CE71ED95DE}" dt="2022-06-12T08:51:43.655" v="15261"/>
          <ac:spMkLst>
            <pc:docMk/>
            <pc:sldMk cId="3439717160" sldId="282"/>
            <ac:spMk id="30" creationId="{08941FB0-27AC-08F6-5335-577015B5617D}"/>
          </ac:spMkLst>
        </pc:spChg>
        <pc:spChg chg="add mod">
          <ac:chgData name="joshianubhav789@gmail.com" userId="50dfd16de4fdcae9" providerId="LiveId" clId="{25BD1244-2B99-4CAB-BF74-D1CE71ED95DE}" dt="2022-06-12T08:51:43.655" v="15261"/>
          <ac:spMkLst>
            <pc:docMk/>
            <pc:sldMk cId="3439717160" sldId="282"/>
            <ac:spMk id="31" creationId="{4DBCB7CF-3A9A-8623-53E8-7EC932B4899C}"/>
          </ac:spMkLst>
        </pc:spChg>
        <pc:spChg chg="add mod">
          <ac:chgData name="joshianubhav789@gmail.com" userId="50dfd16de4fdcae9" providerId="LiveId" clId="{25BD1244-2B99-4CAB-BF74-D1CE71ED95DE}" dt="2022-06-12T08:51:43.655" v="15261"/>
          <ac:spMkLst>
            <pc:docMk/>
            <pc:sldMk cId="3439717160" sldId="282"/>
            <ac:spMk id="32" creationId="{72D093BF-B1B8-2872-7A9F-C1236CA6E010}"/>
          </ac:spMkLst>
        </pc:spChg>
        <pc:spChg chg="add mod">
          <ac:chgData name="joshianubhav789@gmail.com" userId="50dfd16de4fdcae9" providerId="LiveId" clId="{25BD1244-2B99-4CAB-BF74-D1CE71ED95DE}" dt="2022-06-12T08:51:43.655" v="15261"/>
          <ac:spMkLst>
            <pc:docMk/>
            <pc:sldMk cId="3439717160" sldId="282"/>
            <ac:spMk id="33" creationId="{DA724FD2-DA18-249F-EDAD-4F2581D819A9}"/>
          </ac:spMkLst>
        </pc:spChg>
        <pc:spChg chg="add mod">
          <ac:chgData name="joshianubhav789@gmail.com" userId="50dfd16de4fdcae9" providerId="LiveId" clId="{25BD1244-2B99-4CAB-BF74-D1CE71ED95DE}" dt="2022-06-12T08:51:43.655" v="15261"/>
          <ac:spMkLst>
            <pc:docMk/>
            <pc:sldMk cId="3439717160" sldId="282"/>
            <ac:spMk id="34" creationId="{F4DC46C8-6D78-C482-3AF9-47177C589B92}"/>
          </ac:spMkLst>
        </pc:spChg>
        <pc:spChg chg="add mod">
          <ac:chgData name="joshianubhav789@gmail.com" userId="50dfd16de4fdcae9" providerId="LiveId" clId="{25BD1244-2B99-4CAB-BF74-D1CE71ED95DE}" dt="2022-06-12T08:51:43.655" v="15261"/>
          <ac:spMkLst>
            <pc:docMk/>
            <pc:sldMk cId="3439717160" sldId="282"/>
            <ac:spMk id="35" creationId="{892420A9-DED1-8065-0AE4-07C279B521C1}"/>
          </ac:spMkLst>
        </pc:spChg>
        <pc:spChg chg="add mod">
          <ac:chgData name="joshianubhav789@gmail.com" userId="50dfd16de4fdcae9" providerId="LiveId" clId="{25BD1244-2B99-4CAB-BF74-D1CE71ED95DE}" dt="2022-06-12T08:51:43.655" v="15261"/>
          <ac:spMkLst>
            <pc:docMk/>
            <pc:sldMk cId="3439717160" sldId="282"/>
            <ac:spMk id="36" creationId="{088C093B-9B28-F095-9E21-6C9DE7739FB1}"/>
          </ac:spMkLst>
        </pc:spChg>
        <pc:spChg chg="add mod">
          <ac:chgData name="joshianubhav789@gmail.com" userId="50dfd16de4fdcae9" providerId="LiveId" clId="{25BD1244-2B99-4CAB-BF74-D1CE71ED95DE}" dt="2022-06-12T08:51:43.655" v="15261"/>
          <ac:spMkLst>
            <pc:docMk/>
            <pc:sldMk cId="3439717160" sldId="282"/>
            <ac:spMk id="37" creationId="{8655680F-37C0-260C-A001-DD10B94F933C}"/>
          </ac:spMkLst>
        </pc:spChg>
        <pc:spChg chg="add mod">
          <ac:chgData name="joshianubhav789@gmail.com" userId="50dfd16de4fdcae9" providerId="LiveId" clId="{25BD1244-2B99-4CAB-BF74-D1CE71ED95DE}" dt="2022-06-12T08:51:43.655" v="15261"/>
          <ac:spMkLst>
            <pc:docMk/>
            <pc:sldMk cId="3439717160" sldId="282"/>
            <ac:spMk id="38" creationId="{855CFCFD-A1BB-1F56-0490-25AFD49ED2F6}"/>
          </ac:spMkLst>
        </pc:spChg>
        <pc:spChg chg="add mod">
          <ac:chgData name="joshianubhav789@gmail.com" userId="50dfd16de4fdcae9" providerId="LiveId" clId="{25BD1244-2B99-4CAB-BF74-D1CE71ED95DE}" dt="2022-06-12T08:51:43.655" v="15261"/>
          <ac:spMkLst>
            <pc:docMk/>
            <pc:sldMk cId="3439717160" sldId="282"/>
            <ac:spMk id="50" creationId="{C55CBD4E-0B44-E22C-4A04-5110C5D79EC9}"/>
          </ac:spMkLst>
        </pc:spChg>
        <pc:spChg chg="add mod">
          <ac:chgData name="joshianubhav789@gmail.com" userId="50dfd16de4fdcae9" providerId="LiveId" clId="{25BD1244-2B99-4CAB-BF74-D1CE71ED95DE}" dt="2022-06-12T08:51:43.655" v="15261"/>
          <ac:spMkLst>
            <pc:docMk/>
            <pc:sldMk cId="3439717160" sldId="282"/>
            <ac:spMk id="57" creationId="{CFA054CF-A06D-98A1-8F25-8A5EDD94E0B3}"/>
          </ac:spMkLst>
        </pc:spChg>
        <pc:spChg chg="add mod">
          <ac:chgData name="joshianubhav789@gmail.com" userId="50dfd16de4fdcae9" providerId="LiveId" clId="{25BD1244-2B99-4CAB-BF74-D1CE71ED95DE}" dt="2022-06-12T08:51:43.655" v="15261"/>
          <ac:spMkLst>
            <pc:docMk/>
            <pc:sldMk cId="3439717160" sldId="282"/>
            <ac:spMk id="58" creationId="{10617E65-ED4F-7654-9883-F76F8AAF9F11}"/>
          </ac:spMkLst>
        </pc:spChg>
        <pc:spChg chg="add mod">
          <ac:chgData name="joshianubhav789@gmail.com" userId="50dfd16de4fdcae9" providerId="LiveId" clId="{25BD1244-2B99-4CAB-BF74-D1CE71ED95DE}" dt="2022-06-12T08:51:43.655" v="15261"/>
          <ac:spMkLst>
            <pc:docMk/>
            <pc:sldMk cId="3439717160" sldId="282"/>
            <ac:spMk id="59" creationId="{779F274B-5223-20CB-C7D0-C099C9E3B616}"/>
          </ac:spMkLst>
        </pc:spChg>
        <pc:spChg chg="add mod">
          <ac:chgData name="joshianubhav789@gmail.com" userId="50dfd16de4fdcae9" providerId="LiveId" clId="{25BD1244-2B99-4CAB-BF74-D1CE71ED95DE}" dt="2022-06-12T08:51:43.655" v="15261"/>
          <ac:spMkLst>
            <pc:docMk/>
            <pc:sldMk cId="3439717160" sldId="282"/>
            <ac:spMk id="60" creationId="{C6F90357-7ACC-73DD-9FCD-C12980387D3B}"/>
          </ac:spMkLst>
        </pc:spChg>
        <pc:spChg chg="add mod">
          <ac:chgData name="joshianubhav789@gmail.com" userId="50dfd16de4fdcae9" providerId="LiveId" clId="{25BD1244-2B99-4CAB-BF74-D1CE71ED95DE}" dt="2022-06-12T08:51:43.655" v="15261"/>
          <ac:spMkLst>
            <pc:docMk/>
            <pc:sldMk cId="3439717160" sldId="282"/>
            <ac:spMk id="61" creationId="{6C11F36B-E85E-38B5-87F5-DEB482D73AE0}"/>
          </ac:spMkLst>
        </pc:spChg>
        <pc:spChg chg="add mod">
          <ac:chgData name="joshianubhav789@gmail.com" userId="50dfd16de4fdcae9" providerId="LiveId" clId="{25BD1244-2B99-4CAB-BF74-D1CE71ED95DE}" dt="2022-06-12T08:52:14.565" v="15269" actId="1076"/>
          <ac:spMkLst>
            <pc:docMk/>
            <pc:sldMk cId="3439717160" sldId="282"/>
            <ac:spMk id="66" creationId="{68AFD05F-8596-790E-8F44-FD5B51BA6F60}"/>
          </ac:spMkLst>
        </pc:spChg>
        <pc:spChg chg="add mod">
          <ac:chgData name="joshianubhav789@gmail.com" userId="50dfd16de4fdcae9" providerId="LiveId" clId="{25BD1244-2B99-4CAB-BF74-D1CE71ED95DE}" dt="2022-06-12T08:52:08.946" v="15268" actId="1076"/>
          <ac:spMkLst>
            <pc:docMk/>
            <pc:sldMk cId="3439717160" sldId="282"/>
            <ac:spMk id="67" creationId="{7EB922D3-4924-5550-8EC4-D05FDCE437FE}"/>
          </ac:spMkLst>
        </pc:spChg>
        <pc:spChg chg="add mod">
          <ac:chgData name="joshianubhav789@gmail.com" userId="50dfd16de4fdcae9" providerId="LiveId" clId="{25BD1244-2B99-4CAB-BF74-D1CE71ED95DE}" dt="2022-06-12T12:07:16.226" v="15295" actId="20577"/>
          <ac:spMkLst>
            <pc:docMk/>
            <pc:sldMk cId="3439717160" sldId="282"/>
            <ac:spMk id="68" creationId="{BE9CA687-C428-4D55-1D5E-70C19BE83AE3}"/>
          </ac:spMkLst>
        </pc:spChg>
        <pc:spChg chg="add del mod">
          <ac:chgData name="joshianubhav789@gmail.com" userId="50dfd16de4fdcae9" providerId="LiveId" clId="{25BD1244-2B99-4CAB-BF74-D1CE71ED95DE}" dt="2022-06-12T08:51:48.354" v="15262" actId="478"/>
          <ac:spMkLst>
            <pc:docMk/>
            <pc:sldMk cId="3439717160" sldId="282"/>
            <ac:spMk id="75" creationId="{952104DD-21DD-BBF7-162C-14A29F34D0CA}"/>
          </ac:spMkLst>
        </pc:spChg>
        <pc:spChg chg="add del mod">
          <ac:chgData name="joshianubhav789@gmail.com" userId="50dfd16de4fdcae9" providerId="LiveId" clId="{25BD1244-2B99-4CAB-BF74-D1CE71ED95DE}" dt="2022-06-12T08:51:51.049" v="15263" actId="478"/>
          <ac:spMkLst>
            <pc:docMk/>
            <pc:sldMk cId="3439717160" sldId="282"/>
            <ac:spMk id="76" creationId="{CB99B4B6-4411-8520-76BC-FBD86124369A}"/>
          </ac:spMkLst>
        </pc:spChg>
        <pc:spChg chg="add del mod">
          <ac:chgData name="joshianubhav789@gmail.com" userId="50dfd16de4fdcae9" providerId="LiveId" clId="{25BD1244-2B99-4CAB-BF74-D1CE71ED95DE}" dt="2022-06-12T08:51:53.332" v="15264" actId="478"/>
          <ac:spMkLst>
            <pc:docMk/>
            <pc:sldMk cId="3439717160" sldId="282"/>
            <ac:spMk id="77" creationId="{BF653D5D-9F3A-F59B-1FB9-E00D82107B11}"/>
          </ac:spMkLst>
        </pc:spChg>
        <pc:spChg chg="add mod">
          <ac:chgData name="joshianubhav789@gmail.com" userId="50dfd16de4fdcae9" providerId="LiveId" clId="{25BD1244-2B99-4CAB-BF74-D1CE71ED95DE}" dt="2022-06-12T08:51:43.655" v="15261"/>
          <ac:spMkLst>
            <pc:docMk/>
            <pc:sldMk cId="3439717160" sldId="282"/>
            <ac:spMk id="78" creationId="{6A6598E3-56FF-E539-8B11-FF23F335B103}"/>
          </ac:spMkLst>
        </pc:spChg>
        <pc:spChg chg="add mod">
          <ac:chgData name="joshianubhav789@gmail.com" userId="50dfd16de4fdcae9" providerId="LiveId" clId="{25BD1244-2B99-4CAB-BF74-D1CE71ED95DE}" dt="2022-06-12T08:51:43.655" v="15261"/>
          <ac:spMkLst>
            <pc:docMk/>
            <pc:sldMk cId="3439717160" sldId="282"/>
            <ac:spMk id="79" creationId="{F3D60424-EEEA-86C1-6F13-28166EC1A3E3}"/>
          </ac:spMkLst>
        </pc:spChg>
        <pc:spChg chg="add mod">
          <ac:chgData name="joshianubhav789@gmail.com" userId="50dfd16de4fdcae9" providerId="LiveId" clId="{25BD1244-2B99-4CAB-BF74-D1CE71ED95DE}" dt="2022-06-12T08:51:43.655" v="15261"/>
          <ac:spMkLst>
            <pc:docMk/>
            <pc:sldMk cId="3439717160" sldId="282"/>
            <ac:spMk id="80" creationId="{3F3FE732-3925-32A8-2A2D-488D06AACBC3}"/>
          </ac:spMkLst>
        </pc:spChg>
        <pc:spChg chg="add mod">
          <ac:chgData name="joshianubhav789@gmail.com" userId="50dfd16de4fdcae9" providerId="LiveId" clId="{25BD1244-2B99-4CAB-BF74-D1CE71ED95DE}" dt="2022-06-12T08:52:22.548" v="15271" actId="6549"/>
          <ac:spMkLst>
            <pc:docMk/>
            <pc:sldMk cId="3439717160" sldId="282"/>
            <ac:spMk id="81" creationId="{995D5194-2BAE-1063-F7AD-A43542117A24}"/>
          </ac:spMkLst>
        </pc:spChg>
        <pc:spChg chg="add mod">
          <ac:chgData name="joshianubhav789@gmail.com" userId="50dfd16de4fdcae9" providerId="LiveId" clId="{25BD1244-2B99-4CAB-BF74-D1CE71ED95DE}" dt="2022-06-12T08:51:43.655" v="15261"/>
          <ac:spMkLst>
            <pc:docMk/>
            <pc:sldMk cId="3439717160" sldId="282"/>
            <ac:spMk id="82" creationId="{CBCB708A-378E-62B3-A89E-9081399918B5}"/>
          </ac:spMkLst>
        </pc:spChg>
        <pc:cxnChg chg="add mod">
          <ac:chgData name="joshianubhav789@gmail.com" userId="50dfd16de4fdcae9" providerId="LiveId" clId="{25BD1244-2B99-4CAB-BF74-D1CE71ED95DE}" dt="2022-06-12T08:51:43.655" v="15261"/>
          <ac:cxnSpMkLst>
            <pc:docMk/>
            <pc:sldMk cId="3439717160" sldId="282"/>
            <ac:cxnSpMk id="16" creationId="{0C1BD2EF-53BB-184A-FB1D-04665A1AEC20}"/>
          </ac:cxnSpMkLst>
        </pc:cxnChg>
        <pc:cxnChg chg="add mod">
          <ac:chgData name="joshianubhav789@gmail.com" userId="50dfd16de4fdcae9" providerId="LiveId" clId="{25BD1244-2B99-4CAB-BF74-D1CE71ED95DE}" dt="2022-06-12T08:51:43.655" v="15261"/>
          <ac:cxnSpMkLst>
            <pc:docMk/>
            <pc:sldMk cId="3439717160" sldId="282"/>
            <ac:cxnSpMk id="17" creationId="{D1FFCC20-A23D-327B-C066-3898FDBD2867}"/>
          </ac:cxnSpMkLst>
        </pc:cxnChg>
        <pc:cxnChg chg="add mod">
          <ac:chgData name="joshianubhav789@gmail.com" userId="50dfd16de4fdcae9" providerId="LiveId" clId="{25BD1244-2B99-4CAB-BF74-D1CE71ED95DE}" dt="2022-06-12T08:51:43.655" v="15261"/>
          <ac:cxnSpMkLst>
            <pc:docMk/>
            <pc:sldMk cId="3439717160" sldId="282"/>
            <ac:cxnSpMk id="18" creationId="{D576D47D-17AA-BF49-C113-5086B00B43F5}"/>
          </ac:cxnSpMkLst>
        </pc:cxnChg>
        <pc:cxnChg chg="add mod">
          <ac:chgData name="joshianubhav789@gmail.com" userId="50dfd16de4fdcae9" providerId="LiveId" clId="{25BD1244-2B99-4CAB-BF74-D1CE71ED95DE}" dt="2022-06-12T08:51:43.655" v="15261"/>
          <ac:cxnSpMkLst>
            <pc:docMk/>
            <pc:sldMk cId="3439717160" sldId="282"/>
            <ac:cxnSpMk id="19" creationId="{E7A46D8D-98A7-2EC5-AED9-4A3E24FB92EC}"/>
          </ac:cxnSpMkLst>
        </pc:cxnChg>
        <pc:cxnChg chg="add mod">
          <ac:chgData name="joshianubhav789@gmail.com" userId="50dfd16de4fdcae9" providerId="LiveId" clId="{25BD1244-2B99-4CAB-BF74-D1CE71ED95DE}" dt="2022-06-12T08:51:43.655" v="15261"/>
          <ac:cxnSpMkLst>
            <pc:docMk/>
            <pc:sldMk cId="3439717160" sldId="282"/>
            <ac:cxnSpMk id="20" creationId="{16922664-1CAF-2E5F-78D3-CB6B413DE6F3}"/>
          </ac:cxnSpMkLst>
        </pc:cxnChg>
        <pc:cxnChg chg="add mod">
          <ac:chgData name="joshianubhav789@gmail.com" userId="50dfd16de4fdcae9" providerId="LiveId" clId="{25BD1244-2B99-4CAB-BF74-D1CE71ED95DE}" dt="2022-06-12T08:51:43.655" v="15261"/>
          <ac:cxnSpMkLst>
            <pc:docMk/>
            <pc:sldMk cId="3439717160" sldId="282"/>
            <ac:cxnSpMk id="21" creationId="{CEDC2B3E-59D6-5AD3-7A9E-D5EA402378BC}"/>
          </ac:cxnSpMkLst>
        </pc:cxnChg>
        <pc:cxnChg chg="add mod">
          <ac:chgData name="joshianubhav789@gmail.com" userId="50dfd16de4fdcae9" providerId="LiveId" clId="{25BD1244-2B99-4CAB-BF74-D1CE71ED95DE}" dt="2022-06-12T08:51:43.655" v="15261"/>
          <ac:cxnSpMkLst>
            <pc:docMk/>
            <pc:sldMk cId="3439717160" sldId="282"/>
            <ac:cxnSpMk id="22" creationId="{2C76B66C-647E-DFE8-6449-25B455CFD202}"/>
          </ac:cxnSpMkLst>
        </pc:cxnChg>
        <pc:cxnChg chg="add mod">
          <ac:chgData name="joshianubhav789@gmail.com" userId="50dfd16de4fdcae9" providerId="LiveId" clId="{25BD1244-2B99-4CAB-BF74-D1CE71ED95DE}" dt="2022-06-12T08:51:43.655" v="15261"/>
          <ac:cxnSpMkLst>
            <pc:docMk/>
            <pc:sldMk cId="3439717160" sldId="282"/>
            <ac:cxnSpMk id="23" creationId="{9310A75F-313E-F4F7-28D1-2400D4932D49}"/>
          </ac:cxnSpMkLst>
        </pc:cxnChg>
        <pc:cxnChg chg="add mod">
          <ac:chgData name="joshianubhav789@gmail.com" userId="50dfd16de4fdcae9" providerId="LiveId" clId="{25BD1244-2B99-4CAB-BF74-D1CE71ED95DE}" dt="2022-06-12T08:51:43.655" v="15261"/>
          <ac:cxnSpMkLst>
            <pc:docMk/>
            <pc:sldMk cId="3439717160" sldId="282"/>
            <ac:cxnSpMk id="24" creationId="{AA077DC1-038F-A59B-171F-8C79210F9F5D}"/>
          </ac:cxnSpMkLst>
        </pc:cxnChg>
        <pc:cxnChg chg="add mod">
          <ac:chgData name="joshianubhav789@gmail.com" userId="50dfd16de4fdcae9" providerId="LiveId" clId="{25BD1244-2B99-4CAB-BF74-D1CE71ED95DE}" dt="2022-06-12T08:51:43.655" v="15261"/>
          <ac:cxnSpMkLst>
            <pc:docMk/>
            <pc:sldMk cId="3439717160" sldId="282"/>
            <ac:cxnSpMk id="39" creationId="{DC602D08-F556-793A-704C-BC25C8AE94DF}"/>
          </ac:cxnSpMkLst>
        </pc:cxnChg>
        <pc:cxnChg chg="add mod">
          <ac:chgData name="joshianubhav789@gmail.com" userId="50dfd16de4fdcae9" providerId="LiveId" clId="{25BD1244-2B99-4CAB-BF74-D1CE71ED95DE}" dt="2022-06-12T08:51:43.655" v="15261"/>
          <ac:cxnSpMkLst>
            <pc:docMk/>
            <pc:sldMk cId="3439717160" sldId="282"/>
            <ac:cxnSpMk id="40" creationId="{BFC66741-ACD2-8618-82E7-5FF24F2BF664}"/>
          </ac:cxnSpMkLst>
        </pc:cxnChg>
        <pc:cxnChg chg="add mod">
          <ac:chgData name="joshianubhav789@gmail.com" userId="50dfd16de4fdcae9" providerId="LiveId" clId="{25BD1244-2B99-4CAB-BF74-D1CE71ED95DE}" dt="2022-06-12T08:51:43.655" v="15261"/>
          <ac:cxnSpMkLst>
            <pc:docMk/>
            <pc:sldMk cId="3439717160" sldId="282"/>
            <ac:cxnSpMk id="41" creationId="{0E31F27C-C31E-E845-18A7-ECDF0671D0E0}"/>
          </ac:cxnSpMkLst>
        </pc:cxnChg>
        <pc:cxnChg chg="add mod">
          <ac:chgData name="joshianubhav789@gmail.com" userId="50dfd16de4fdcae9" providerId="LiveId" clId="{25BD1244-2B99-4CAB-BF74-D1CE71ED95DE}" dt="2022-06-12T08:51:43.655" v="15261"/>
          <ac:cxnSpMkLst>
            <pc:docMk/>
            <pc:sldMk cId="3439717160" sldId="282"/>
            <ac:cxnSpMk id="42" creationId="{A12AA08D-E411-734F-BE1F-C385D0F61AAE}"/>
          </ac:cxnSpMkLst>
        </pc:cxnChg>
        <pc:cxnChg chg="add mod">
          <ac:chgData name="joshianubhav789@gmail.com" userId="50dfd16de4fdcae9" providerId="LiveId" clId="{25BD1244-2B99-4CAB-BF74-D1CE71ED95DE}" dt="2022-06-12T08:51:43.655" v="15261"/>
          <ac:cxnSpMkLst>
            <pc:docMk/>
            <pc:sldMk cId="3439717160" sldId="282"/>
            <ac:cxnSpMk id="43" creationId="{71D5296C-EE21-0D78-D2BC-CC0CAD2DFE68}"/>
          </ac:cxnSpMkLst>
        </pc:cxnChg>
        <pc:cxnChg chg="add mod">
          <ac:chgData name="joshianubhav789@gmail.com" userId="50dfd16de4fdcae9" providerId="LiveId" clId="{25BD1244-2B99-4CAB-BF74-D1CE71ED95DE}" dt="2022-06-12T08:51:43.655" v="15261"/>
          <ac:cxnSpMkLst>
            <pc:docMk/>
            <pc:sldMk cId="3439717160" sldId="282"/>
            <ac:cxnSpMk id="44" creationId="{553D1F6B-5901-6B13-0F95-559533EB69BD}"/>
          </ac:cxnSpMkLst>
        </pc:cxnChg>
        <pc:cxnChg chg="add mod">
          <ac:chgData name="joshianubhav789@gmail.com" userId="50dfd16de4fdcae9" providerId="LiveId" clId="{25BD1244-2B99-4CAB-BF74-D1CE71ED95DE}" dt="2022-06-12T08:51:43.655" v="15261"/>
          <ac:cxnSpMkLst>
            <pc:docMk/>
            <pc:sldMk cId="3439717160" sldId="282"/>
            <ac:cxnSpMk id="45" creationId="{5C3DA741-089D-D52E-5264-42CD81AD70E2}"/>
          </ac:cxnSpMkLst>
        </pc:cxnChg>
        <pc:cxnChg chg="add mod">
          <ac:chgData name="joshianubhav789@gmail.com" userId="50dfd16de4fdcae9" providerId="LiveId" clId="{25BD1244-2B99-4CAB-BF74-D1CE71ED95DE}" dt="2022-06-12T08:51:43.655" v="15261"/>
          <ac:cxnSpMkLst>
            <pc:docMk/>
            <pc:sldMk cId="3439717160" sldId="282"/>
            <ac:cxnSpMk id="46" creationId="{1C122F2F-5D14-E963-4F8A-FAD2E53FF97D}"/>
          </ac:cxnSpMkLst>
        </pc:cxnChg>
        <pc:cxnChg chg="add mod">
          <ac:chgData name="joshianubhav789@gmail.com" userId="50dfd16de4fdcae9" providerId="LiveId" clId="{25BD1244-2B99-4CAB-BF74-D1CE71ED95DE}" dt="2022-06-12T08:51:43.655" v="15261"/>
          <ac:cxnSpMkLst>
            <pc:docMk/>
            <pc:sldMk cId="3439717160" sldId="282"/>
            <ac:cxnSpMk id="47" creationId="{DDD8B5C3-331C-554D-84A0-668D9D43556E}"/>
          </ac:cxnSpMkLst>
        </pc:cxnChg>
        <pc:cxnChg chg="add mod">
          <ac:chgData name="joshianubhav789@gmail.com" userId="50dfd16de4fdcae9" providerId="LiveId" clId="{25BD1244-2B99-4CAB-BF74-D1CE71ED95DE}" dt="2022-06-12T08:51:43.655" v="15261"/>
          <ac:cxnSpMkLst>
            <pc:docMk/>
            <pc:sldMk cId="3439717160" sldId="282"/>
            <ac:cxnSpMk id="48" creationId="{A488E932-4664-7AB5-7088-0CAC1496A3AC}"/>
          </ac:cxnSpMkLst>
        </pc:cxnChg>
        <pc:cxnChg chg="add mod">
          <ac:chgData name="joshianubhav789@gmail.com" userId="50dfd16de4fdcae9" providerId="LiveId" clId="{25BD1244-2B99-4CAB-BF74-D1CE71ED95DE}" dt="2022-06-12T08:51:43.655" v="15261"/>
          <ac:cxnSpMkLst>
            <pc:docMk/>
            <pc:sldMk cId="3439717160" sldId="282"/>
            <ac:cxnSpMk id="49" creationId="{572736D6-0BA7-B1F3-DEAD-A4FD9DB45AAB}"/>
          </ac:cxnSpMkLst>
        </pc:cxnChg>
        <pc:cxnChg chg="add mod">
          <ac:chgData name="joshianubhav789@gmail.com" userId="50dfd16de4fdcae9" providerId="LiveId" clId="{25BD1244-2B99-4CAB-BF74-D1CE71ED95DE}" dt="2022-06-12T08:51:43.655" v="15261"/>
          <ac:cxnSpMkLst>
            <pc:docMk/>
            <pc:sldMk cId="3439717160" sldId="282"/>
            <ac:cxnSpMk id="51" creationId="{F45595F1-7164-6807-F094-23B1652AA951}"/>
          </ac:cxnSpMkLst>
        </pc:cxnChg>
        <pc:cxnChg chg="add mod">
          <ac:chgData name="joshianubhav789@gmail.com" userId="50dfd16de4fdcae9" providerId="LiveId" clId="{25BD1244-2B99-4CAB-BF74-D1CE71ED95DE}" dt="2022-06-12T08:51:43.655" v="15261"/>
          <ac:cxnSpMkLst>
            <pc:docMk/>
            <pc:sldMk cId="3439717160" sldId="282"/>
            <ac:cxnSpMk id="52" creationId="{4F7703FA-02BA-3888-4786-87F527BE2716}"/>
          </ac:cxnSpMkLst>
        </pc:cxnChg>
        <pc:cxnChg chg="add mod">
          <ac:chgData name="joshianubhav789@gmail.com" userId="50dfd16de4fdcae9" providerId="LiveId" clId="{25BD1244-2B99-4CAB-BF74-D1CE71ED95DE}" dt="2022-06-12T08:51:43.655" v="15261"/>
          <ac:cxnSpMkLst>
            <pc:docMk/>
            <pc:sldMk cId="3439717160" sldId="282"/>
            <ac:cxnSpMk id="53" creationId="{D3541246-7CFF-0D60-3E93-F67E6EE67586}"/>
          </ac:cxnSpMkLst>
        </pc:cxnChg>
        <pc:cxnChg chg="add mod">
          <ac:chgData name="joshianubhav789@gmail.com" userId="50dfd16de4fdcae9" providerId="LiveId" clId="{25BD1244-2B99-4CAB-BF74-D1CE71ED95DE}" dt="2022-06-12T08:51:43.655" v="15261"/>
          <ac:cxnSpMkLst>
            <pc:docMk/>
            <pc:sldMk cId="3439717160" sldId="282"/>
            <ac:cxnSpMk id="54" creationId="{23642821-0401-470A-E9FA-4564CEE1731D}"/>
          </ac:cxnSpMkLst>
        </pc:cxnChg>
        <pc:cxnChg chg="add mod">
          <ac:chgData name="joshianubhav789@gmail.com" userId="50dfd16de4fdcae9" providerId="LiveId" clId="{25BD1244-2B99-4CAB-BF74-D1CE71ED95DE}" dt="2022-06-12T08:51:43.655" v="15261"/>
          <ac:cxnSpMkLst>
            <pc:docMk/>
            <pc:sldMk cId="3439717160" sldId="282"/>
            <ac:cxnSpMk id="55" creationId="{D5E67BDE-9B80-0E8A-7915-16029E57E5CD}"/>
          </ac:cxnSpMkLst>
        </pc:cxnChg>
        <pc:cxnChg chg="add mod">
          <ac:chgData name="joshianubhav789@gmail.com" userId="50dfd16de4fdcae9" providerId="LiveId" clId="{25BD1244-2B99-4CAB-BF74-D1CE71ED95DE}" dt="2022-06-12T08:51:43.655" v="15261"/>
          <ac:cxnSpMkLst>
            <pc:docMk/>
            <pc:sldMk cId="3439717160" sldId="282"/>
            <ac:cxnSpMk id="56" creationId="{6E7393B4-54C7-0A97-CF3E-14C8B71BDB5D}"/>
          </ac:cxnSpMkLst>
        </pc:cxnChg>
        <pc:cxnChg chg="add mod">
          <ac:chgData name="joshianubhav789@gmail.com" userId="50dfd16de4fdcae9" providerId="LiveId" clId="{25BD1244-2B99-4CAB-BF74-D1CE71ED95DE}" dt="2022-06-12T08:51:43.655" v="15261"/>
          <ac:cxnSpMkLst>
            <pc:docMk/>
            <pc:sldMk cId="3439717160" sldId="282"/>
            <ac:cxnSpMk id="62" creationId="{F69A8DF0-3F65-DDA5-E399-00E874C5A9AC}"/>
          </ac:cxnSpMkLst>
        </pc:cxnChg>
        <pc:cxnChg chg="add mod">
          <ac:chgData name="joshianubhav789@gmail.com" userId="50dfd16de4fdcae9" providerId="LiveId" clId="{25BD1244-2B99-4CAB-BF74-D1CE71ED95DE}" dt="2022-06-12T08:51:43.655" v="15261"/>
          <ac:cxnSpMkLst>
            <pc:docMk/>
            <pc:sldMk cId="3439717160" sldId="282"/>
            <ac:cxnSpMk id="63" creationId="{7551E5A9-D24B-F144-BEEB-7B0B50053E62}"/>
          </ac:cxnSpMkLst>
        </pc:cxnChg>
        <pc:cxnChg chg="add mod">
          <ac:chgData name="joshianubhav789@gmail.com" userId="50dfd16de4fdcae9" providerId="LiveId" clId="{25BD1244-2B99-4CAB-BF74-D1CE71ED95DE}" dt="2022-06-12T08:51:43.655" v="15261"/>
          <ac:cxnSpMkLst>
            <pc:docMk/>
            <pc:sldMk cId="3439717160" sldId="282"/>
            <ac:cxnSpMk id="64" creationId="{AACD0A65-6C7D-540C-4723-365D298AB4E4}"/>
          </ac:cxnSpMkLst>
        </pc:cxnChg>
        <pc:cxnChg chg="add mod">
          <ac:chgData name="joshianubhav789@gmail.com" userId="50dfd16de4fdcae9" providerId="LiveId" clId="{25BD1244-2B99-4CAB-BF74-D1CE71ED95DE}" dt="2022-06-12T08:51:43.655" v="15261"/>
          <ac:cxnSpMkLst>
            <pc:docMk/>
            <pc:sldMk cId="3439717160" sldId="282"/>
            <ac:cxnSpMk id="65" creationId="{47255449-1EF9-D5A8-40EB-C018196ACBCC}"/>
          </ac:cxnSpMkLst>
        </pc:cxnChg>
        <pc:cxnChg chg="add mod">
          <ac:chgData name="joshianubhav789@gmail.com" userId="50dfd16de4fdcae9" providerId="LiveId" clId="{25BD1244-2B99-4CAB-BF74-D1CE71ED95DE}" dt="2022-06-12T08:52:14.565" v="15269" actId="1076"/>
          <ac:cxnSpMkLst>
            <pc:docMk/>
            <pc:sldMk cId="3439717160" sldId="282"/>
            <ac:cxnSpMk id="69" creationId="{ACC3BD39-6459-E3C7-ECCA-EE3FE2370D28}"/>
          </ac:cxnSpMkLst>
        </pc:cxnChg>
        <pc:cxnChg chg="add mod">
          <ac:chgData name="joshianubhav789@gmail.com" userId="50dfd16de4fdcae9" providerId="LiveId" clId="{25BD1244-2B99-4CAB-BF74-D1CE71ED95DE}" dt="2022-06-12T08:52:08.946" v="15268" actId="1076"/>
          <ac:cxnSpMkLst>
            <pc:docMk/>
            <pc:sldMk cId="3439717160" sldId="282"/>
            <ac:cxnSpMk id="70" creationId="{C144B656-E540-B562-023C-50D6ABD1DB52}"/>
          </ac:cxnSpMkLst>
        </pc:cxnChg>
        <pc:cxnChg chg="add mod">
          <ac:chgData name="joshianubhav789@gmail.com" userId="50dfd16de4fdcae9" providerId="LiveId" clId="{25BD1244-2B99-4CAB-BF74-D1CE71ED95DE}" dt="2022-06-12T12:07:10.793" v="15287" actId="20577"/>
          <ac:cxnSpMkLst>
            <pc:docMk/>
            <pc:sldMk cId="3439717160" sldId="282"/>
            <ac:cxnSpMk id="71" creationId="{4BD1DB30-EBDA-85CE-EB9F-9B438C4325D5}"/>
          </ac:cxnSpMkLst>
        </pc:cxnChg>
        <pc:cxnChg chg="add mod">
          <ac:chgData name="joshianubhav789@gmail.com" userId="50dfd16de4fdcae9" providerId="LiveId" clId="{25BD1244-2B99-4CAB-BF74-D1CE71ED95DE}" dt="2022-06-12T12:07:10.793" v="15287" actId="20577"/>
          <ac:cxnSpMkLst>
            <pc:docMk/>
            <pc:sldMk cId="3439717160" sldId="282"/>
            <ac:cxnSpMk id="72" creationId="{79178AE6-C4F9-0894-8333-AC0F1AA70E6D}"/>
          </ac:cxnSpMkLst>
        </pc:cxnChg>
        <pc:cxnChg chg="add mod">
          <ac:chgData name="joshianubhav789@gmail.com" userId="50dfd16de4fdcae9" providerId="LiveId" clId="{25BD1244-2B99-4CAB-BF74-D1CE71ED95DE}" dt="2022-06-12T12:07:10.793" v="15287" actId="20577"/>
          <ac:cxnSpMkLst>
            <pc:docMk/>
            <pc:sldMk cId="3439717160" sldId="282"/>
            <ac:cxnSpMk id="73" creationId="{F93FC6D6-F3DF-AC06-7C23-2BB442F6E633}"/>
          </ac:cxnSpMkLst>
        </pc:cxnChg>
        <pc:cxnChg chg="add mod">
          <ac:chgData name="joshianubhav789@gmail.com" userId="50dfd16de4fdcae9" providerId="LiveId" clId="{25BD1244-2B99-4CAB-BF74-D1CE71ED95DE}" dt="2022-06-12T12:07:10.793" v="15287" actId="20577"/>
          <ac:cxnSpMkLst>
            <pc:docMk/>
            <pc:sldMk cId="3439717160" sldId="282"/>
            <ac:cxnSpMk id="74" creationId="{D81CF007-96B9-90F1-50D8-DC3BDAE9CC20}"/>
          </ac:cxnSpMkLst>
        </pc:cxnChg>
      </pc:sldChg>
      <pc:sldChg chg="addSp delSp modSp new del mod">
        <pc:chgData name="joshianubhav789@gmail.com" userId="50dfd16de4fdcae9" providerId="LiveId" clId="{25BD1244-2B99-4CAB-BF74-D1CE71ED95DE}" dt="2022-06-30T19:38:28.500" v="16707" actId="47"/>
        <pc:sldMkLst>
          <pc:docMk/>
          <pc:sldMk cId="628525244" sldId="283"/>
        </pc:sldMkLst>
        <pc:spChg chg="del">
          <ac:chgData name="joshianubhav789@gmail.com" userId="50dfd16de4fdcae9" providerId="LiveId" clId="{25BD1244-2B99-4CAB-BF74-D1CE71ED95DE}" dt="2022-06-30T19:35:29.265" v="16703" actId="478"/>
          <ac:spMkLst>
            <pc:docMk/>
            <pc:sldMk cId="628525244" sldId="283"/>
            <ac:spMk id="2" creationId="{97D6BE23-3F89-0E4B-A237-A51C8A337026}"/>
          </ac:spMkLst>
        </pc:spChg>
        <pc:spChg chg="del">
          <ac:chgData name="joshianubhav789@gmail.com" userId="50dfd16de4fdcae9" providerId="LiveId" clId="{25BD1244-2B99-4CAB-BF74-D1CE71ED95DE}" dt="2022-06-30T19:35:54.576" v="16706" actId="478"/>
          <ac:spMkLst>
            <pc:docMk/>
            <pc:sldMk cId="628525244" sldId="283"/>
            <ac:spMk id="3" creationId="{7CB178DD-8065-88F4-B475-61055FFC052D}"/>
          </ac:spMkLst>
        </pc:spChg>
        <pc:spChg chg="add mod ord">
          <ac:chgData name="joshianubhav789@gmail.com" userId="50dfd16de4fdcae9" providerId="LiveId" clId="{25BD1244-2B99-4CAB-BF74-D1CE71ED95DE}" dt="2022-06-30T19:35:45.244" v="16705" actId="167"/>
          <ac:spMkLst>
            <pc:docMk/>
            <pc:sldMk cId="628525244" sldId="283"/>
            <ac:spMk id="5" creationId="{66C36B50-0A72-0971-3876-3E10D5DF75B5}"/>
          </ac:spMkLst>
        </pc:spChg>
      </pc:sldChg>
      <pc:sldChg chg="addSp delSp modSp new mod ord">
        <pc:chgData name="joshianubhav789@gmail.com" userId="50dfd16de4fdcae9" providerId="LiveId" clId="{25BD1244-2B99-4CAB-BF74-D1CE71ED95DE}" dt="2022-07-13T07:48:20.445" v="20249" actId="20577"/>
        <pc:sldMkLst>
          <pc:docMk/>
          <pc:sldMk cId="1662001954" sldId="283"/>
        </pc:sldMkLst>
        <pc:spChg chg="add del mod">
          <ac:chgData name="joshianubhav789@gmail.com" userId="50dfd16de4fdcae9" providerId="LiveId" clId="{25BD1244-2B99-4CAB-BF74-D1CE71ED95DE}" dt="2022-07-01T07:35:47.786" v="17919" actId="478"/>
          <ac:spMkLst>
            <pc:docMk/>
            <pc:sldMk cId="1662001954" sldId="283"/>
            <ac:spMk id="2" creationId="{B2206649-E282-3046-20CE-1AF1F681649D}"/>
          </ac:spMkLst>
        </pc:spChg>
        <pc:spChg chg="del">
          <ac:chgData name="joshianubhav789@gmail.com" userId="50dfd16de4fdcae9" providerId="LiveId" clId="{25BD1244-2B99-4CAB-BF74-D1CE71ED95DE}" dt="2022-07-01T07:35:47.786" v="17919" actId="478"/>
          <ac:spMkLst>
            <pc:docMk/>
            <pc:sldMk cId="1662001954" sldId="283"/>
            <ac:spMk id="3" creationId="{12D3734A-1203-7120-2787-B992A0C72DF3}"/>
          </ac:spMkLst>
        </pc:spChg>
        <pc:spChg chg="add mod">
          <ac:chgData name="joshianubhav789@gmail.com" userId="50dfd16de4fdcae9" providerId="LiveId" clId="{25BD1244-2B99-4CAB-BF74-D1CE71ED95DE}" dt="2022-07-13T07:48:20.445" v="20249" actId="20577"/>
          <ac:spMkLst>
            <pc:docMk/>
            <pc:sldMk cId="1662001954" sldId="283"/>
            <ac:spMk id="5" creationId="{C8AAB798-F456-FBFF-0DB4-55C5B8AFBC9D}"/>
          </ac:spMkLst>
        </pc:spChg>
        <pc:spChg chg="add mod">
          <ac:chgData name="joshianubhav789@gmail.com" userId="50dfd16de4fdcae9" providerId="LiveId" clId="{25BD1244-2B99-4CAB-BF74-D1CE71ED95DE}" dt="2022-07-02T12:09:34.275" v="19568" actId="122"/>
          <ac:spMkLst>
            <pc:docMk/>
            <pc:sldMk cId="1662001954" sldId="283"/>
            <ac:spMk id="6" creationId="{DCA77521-23C3-6667-D466-00378F48E476}"/>
          </ac:spMkLst>
        </pc:spChg>
        <pc:spChg chg="add mod">
          <ac:chgData name="joshianubhav789@gmail.com" userId="50dfd16de4fdcae9" providerId="LiveId" clId="{25BD1244-2B99-4CAB-BF74-D1CE71ED95DE}" dt="2022-07-02T12:44:40.676" v="19747" actId="255"/>
          <ac:spMkLst>
            <pc:docMk/>
            <pc:sldMk cId="1662001954" sldId="283"/>
            <ac:spMk id="7" creationId="{3F0A9DC4-F67F-7B65-DDE1-F9C82115EC04}"/>
          </ac:spMkLst>
        </pc:spChg>
        <pc:spChg chg="add mod">
          <ac:chgData name="joshianubhav789@gmail.com" userId="50dfd16de4fdcae9" providerId="LiveId" clId="{25BD1244-2B99-4CAB-BF74-D1CE71ED95DE}" dt="2022-07-02T12:48:52.634" v="19886" actId="20577"/>
          <ac:spMkLst>
            <pc:docMk/>
            <pc:sldMk cId="1662001954" sldId="283"/>
            <ac:spMk id="10" creationId="{F9D6A1DF-4C9A-3961-B57E-F8AC90D238A8}"/>
          </ac:spMkLst>
        </pc:spChg>
        <pc:picChg chg="add mod ord modCrop">
          <ac:chgData name="joshianubhav789@gmail.com" userId="50dfd16de4fdcae9" providerId="LiveId" clId="{25BD1244-2B99-4CAB-BF74-D1CE71ED95DE}" dt="2022-07-02T12:09:28.408" v="19566" actId="1076"/>
          <ac:picMkLst>
            <pc:docMk/>
            <pc:sldMk cId="1662001954" sldId="283"/>
            <ac:picMk id="3" creationId="{5F18255F-4D1C-43F4-E744-CE35822A4097}"/>
          </ac:picMkLst>
        </pc:picChg>
        <pc:picChg chg="add mod">
          <ac:chgData name="joshianubhav789@gmail.com" userId="50dfd16de4fdcae9" providerId="LiveId" clId="{25BD1244-2B99-4CAB-BF74-D1CE71ED95DE}" dt="2022-07-02T12:49:02.995" v="19887" actId="1076"/>
          <ac:picMkLst>
            <pc:docMk/>
            <pc:sldMk cId="1662001954" sldId="283"/>
            <ac:picMk id="9" creationId="{F2ABDDC1-EE24-A0D1-1BBF-F014F812833A}"/>
          </ac:picMkLst>
        </pc:picChg>
      </pc:sldChg>
      <pc:sldChg chg="addSp delSp modSp new mod">
        <pc:chgData name="joshianubhav789@gmail.com" userId="50dfd16de4fdcae9" providerId="LiveId" clId="{25BD1244-2B99-4CAB-BF74-D1CE71ED95DE}" dt="2022-07-13T10:58:57.899" v="20346" actId="14100"/>
        <pc:sldMkLst>
          <pc:docMk/>
          <pc:sldMk cId="3486325815" sldId="284"/>
        </pc:sldMkLst>
        <pc:spChg chg="del">
          <ac:chgData name="joshianubhav789@gmail.com" userId="50dfd16de4fdcae9" providerId="LiveId" clId="{25BD1244-2B99-4CAB-BF74-D1CE71ED95DE}" dt="2022-07-02T08:20:12.391" v="18888" actId="478"/>
          <ac:spMkLst>
            <pc:docMk/>
            <pc:sldMk cId="3486325815" sldId="284"/>
            <ac:spMk id="2" creationId="{BE1D4313-C66B-7F10-FCFD-0EC38F31A2DA}"/>
          </ac:spMkLst>
        </pc:spChg>
        <pc:spChg chg="del">
          <ac:chgData name="joshianubhav789@gmail.com" userId="50dfd16de4fdcae9" providerId="LiveId" clId="{25BD1244-2B99-4CAB-BF74-D1CE71ED95DE}" dt="2022-07-02T08:22:39.065" v="18939" actId="478"/>
          <ac:spMkLst>
            <pc:docMk/>
            <pc:sldMk cId="3486325815" sldId="284"/>
            <ac:spMk id="3" creationId="{9BD19CD3-D252-51C7-C9AC-0766B1E68B5D}"/>
          </ac:spMkLst>
        </pc:spChg>
        <pc:spChg chg="add mod">
          <ac:chgData name="joshianubhav789@gmail.com" userId="50dfd16de4fdcae9" providerId="LiveId" clId="{25BD1244-2B99-4CAB-BF74-D1CE71ED95DE}" dt="2022-07-13T10:58:57.899" v="20346" actId="14100"/>
          <ac:spMkLst>
            <pc:docMk/>
            <pc:sldMk cId="3486325815" sldId="284"/>
            <ac:spMk id="5" creationId="{3086A01B-669E-F6E8-26EF-2E41B2632271}"/>
          </ac:spMkLst>
        </pc:spChg>
        <pc:spChg chg="add mod">
          <ac:chgData name="joshianubhav789@gmail.com" userId="50dfd16de4fdcae9" providerId="LiveId" clId="{25BD1244-2B99-4CAB-BF74-D1CE71ED95DE}" dt="2022-07-02T08:38:33.746" v="19265" actId="1076"/>
          <ac:spMkLst>
            <pc:docMk/>
            <pc:sldMk cId="3486325815" sldId="284"/>
            <ac:spMk id="13" creationId="{4609D002-A3D6-F57F-358B-37371D38EC6C}"/>
          </ac:spMkLst>
        </pc:spChg>
        <pc:spChg chg="add mod">
          <ac:chgData name="joshianubhav789@gmail.com" userId="50dfd16de4fdcae9" providerId="LiveId" clId="{25BD1244-2B99-4CAB-BF74-D1CE71ED95DE}" dt="2022-07-02T08:34:56.737" v="19228" actId="1076"/>
          <ac:spMkLst>
            <pc:docMk/>
            <pc:sldMk cId="3486325815" sldId="284"/>
            <ac:spMk id="14" creationId="{3F3D7CE0-1615-5EB0-4AAB-626F86C3A26F}"/>
          </ac:spMkLst>
        </pc:spChg>
        <pc:spChg chg="add mod">
          <ac:chgData name="joshianubhav789@gmail.com" userId="50dfd16de4fdcae9" providerId="LiveId" clId="{25BD1244-2B99-4CAB-BF74-D1CE71ED95DE}" dt="2022-07-02T08:38:46.834" v="19275" actId="1036"/>
          <ac:spMkLst>
            <pc:docMk/>
            <pc:sldMk cId="3486325815" sldId="284"/>
            <ac:spMk id="15" creationId="{3230C6DD-8B3D-9283-C75D-F205F89D2359}"/>
          </ac:spMkLst>
        </pc:spChg>
        <pc:spChg chg="add mod">
          <ac:chgData name="joshianubhav789@gmail.com" userId="50dfd16de4fdcae9" providerId="LiveId" clId="{25BD1244-2B99-4CAB-BF74-D1CE71ED95DE}" dt="2022-07-02T08:38:17.401" v="19263" actId="1076"/>
          <ac:spMkLst>
            <pc:docMk/>
            <pc:sldMk cId="3486325815" sldId="284"/>
            <ac:spMk id="16" creationId="{E94B1693-5F1A-6656-B92C-E8139827D2E1}"/>
          </ac:spMkLst>
        </pc:spChg>
        <pc:picChg chg="add mod ord">
          <ac:chgData name="joshianubhav789@gmail.com" userId="50dfd16de4fdcae9" providerId="LiveId" clId="{25BD1244-2B99-4CAB-BF74-D1CE71ED95DE}" dt="2022-07-03T08:09:11.698" v="19928" actId="14100"/>
          <ac:picMkLst>
            <pc:docMk/>
            <pc:sldMk cId="3486325815" sldId="284"/>
            <ac:picMk id="3" creationId="{D0E9E2F2-A0B1-B225-F0C3-CBADC0EBD182}"/>
          </ac:picMkLst>
        </pc:picChg>
        <pc:picChg chg="add mod ord modCrop">
          <ac:chgData name="joshianubhav789@gmail.com" userId="50dfd16de4fdcae9" providerId="LiveId" clId="{25BD1244-2B99-4CAB-BF74-D1CE71ED95DE}" dt="2022-07-02T08:24:56.424" v="18975" actId="14100"/>
          <ac:picMkLst>
            <pc:docMk/>
            <pc:sldMk cId="3486325815" sldId="284"/>
            <ac:picMk id="7" creationId="{FE465CE3-16A6-86CC-95AA-8E6A3187A011}"/>
          </ac:picMkLst>
        </pc:picChg>
        <pc:picChg chg="add mod">
          <ac:chgData name="joshianubhav789@gmail.com" userId="50dfd16de4fdcae9" providerId="LiveId" clId="{25BD1244-2B99-4CAB-BF74-D1CE71ED95DE}" dt="2022-07-02T08:37:40.350" v="19253" actId="1076"/>
          <ac:picMkLst>
            <pc:docMk/>
            <pc:sldMk cId="3486325815" sldId="284"/>
            <ac:picMk id="9" creationId="{5E77E79E-DD69-5C74-D697-FC24A8CE9C02}"/>
          </ac:picMkLst>
        </pc:picChg>
        <pc:picChg chg="add mod">
          <ac:chgData name="joshianubhav789@gmail.com" userId="50dfd16de4fdcae9" providerId="LiveId" clId="{25BD1244-2B99-4CAB-BF74-D1CE71ED95DE}" dt="2022-07-02T08:24:41.709" v="18974" actId="1076"/>
          <ac:picMkLst>
            <pc:docMk/>
            <pc:sldMk cId="3486325815" sldId="284"/>
            <ac:picMk id="11" creationId="{1687F714-7EC4-ED79-7781-FE98B78A8B1D}"/>
          </ac:picMkLst>
        </pc:picChg>
        <pc:picChg chg="add del mod">
          <ac:chgData name="joshianubhav789@gmail.com" userId="50dfd16de4fdcae9" providerId="LiveId" clId="{25BD1244-2B99-4CAB-BF74-D1CE71ED95DE}" dt="2022-07-02T08:23:59.897" v="18948" actId="478"/>
          <ac:picMkLst>
            <pc:docMk/>
            <pc:sldMk cId="3486325815" sldId="284"/>
            <ac:picMk id="12" creationId="{8537BABC-308C-F537-B001-66D0EC046204}"/>
          </ac:picMkLst>
        </pc:picChg>
      </pc:sldChg>
      <pc:sldChg chg="addSp delSp modSp new mod ord addAnim delAnim modAnim">
        <pc:chgData name="joshianubhav789@gmail.com" userId="50dfd16de4fdcae9" providerId="LiveId" clId="{25BD1244-2B99-4CAB-BF74-D1CE71ED95DE}" dt="2022-07-23T17:28:12.721" v="20542" actId="21"/>
        <pc:sldMkLst>
          <pc:docMk/>
          <pc:sldMk cId="1159217032" sldId="285"/>
        </pc:sldMkLst>
        <pc:spChg chg="del">
          <ac:chgData name="joshianubhav789@gmail.com" userId="50dfd16de4fdcae9" providerId="LiveId" clId="{25BD1244-2B99-4CAB-BF74-D1CE71ED95DE}" dt="2022-07-16T15:03:39.432" v="20350" actId="478"/>
          <ac:spMkLst>
            <pc:docMk/>
            <pc:sldMk cId="1159217032" sldId="285"/>
            <ac:spMk id="2" creationId="{30BB9B4F-36C3-E945-A4DD-1893ED55E420}"/>
          </ac:spMkLst>
        </pc:spChg>
        <pc:spChg chg="del">
          <ac:chgData name="joshianubhav789@gmail.com" userId="50dfd16de4fdcae9" providerId="LiveId" clId="{25BD1244-2B99-4CAB-BF74-D1CE71ED95DE}" dt="2022-07-16T15:03:44.761" v="20351" actId="478"/>
          <ac:spMkLst>
            <pc:docMk/>
            <pc:sldMk cId="1159217032" sldId="285"/>
            <ac:spMk id="3" creationId="{7E817E03-155F-95F2-8950-6CB7B5EEB393}"/>
          </ac:spMkLst>
        </pc:spChg>
        <pc:spChg chg="del">
          <ac:chgData name="joshianubhav789@gmail.com" userId="50dfd16de4fdcae9" providerId="LiveId" clId="{25BD1244-2B99-4CAB-BF74-D1CE71ED95DE}" dt="2022-07-16T15:03:55.156" v="20354" actId="478"/>
          <ac:spMkLst>
            <pc:docMk/>
            <pc:sldMk cId="1159217032" sldId="285"/>
            <ac:spMk id="4" creationId="{9A4AF25B-D47C-2F08-200E-56410327885F}"/>
          </ac:spMkLst>
        </pc:spChg>
        <pc:spChg chg="add mod">
          <ac:chgData name="joshianubhav789@gmail.com" userId="50dfd16de4fdcae9" providerId="LiveId" clId="{25BD1244-2B99-4CAB-BF74-D1CE71ED95DE}" dt="2022-07-19T06:07:56.028" v="20509" actId="1582"/>
          <ac:spMkLst>
            <pc:docMk/>
            <pc:sldMk cId="1159217032" sldId="285"/>
            <ac:spMk id="5" creationId="{41BFDDC5-8174-AD2E-037F-D3C5A4E8C547}"/>
          </ac:spMkLst>
        </pc:spChg>
        <pc:spChg chg="add del mod">
          <ac:chgData name="joshianubhav789@gmail.com" userId="50dfd16de4fdcae9" providerId="LiveId" clId="{25BD1244-2B99-4CAB-BF74-D1CE71ED95DE}" dt="2022-07-16T15:03:50.863" v="20353" actId="478"/>
          <ac:spMkLst>
            <pc:docMk/>
            <pc:sldMk cId="1159217032" sldId="285"/>
            <ac:spMk id="6" creationId="{813B81FD-3457-0075-3AE5-004A1591BEE5}"/>
          </ac:spMkLst>
        </pc:spChg>
        <pc:spChg chg="add mod">
          <ac:chgData name="joshianubhav789@gmail.com" userId="50dfd16de4fdcae9" providerId="LiveId" clId="{25BD1244-2B99-4CAB-BF74-D1CE71ED95DE}" dt="2022-07-19T06:07:56.028" v="20509" actId="1582"/>
          <ac:spMkLst>
            <pc:docMk/>
            <pc:sldMk cId="1159217032" sldId="285"/>
            <ac:spMk id="7" creationId="{8AE1998C-EECD-FA2B-34CC-999F37AEC47F}"/>
          </ac:spMkLst>
        </pc:spChg>
        <pc:spChg chg="add mod">
          <ac:chgData name="joshianubhav789@gmail.com" userId="50dfd16de4fdcae9" providerId="LiveId" clId="{25BD1244-2B99-4CAB-BF74-D1CE71ED95DE}" dt="2022-07-19T06:07:56.028" v="20509" actId="1582"/>
          <ac:spMkLst>
            <pc:docMk/>
            <pc:sldMk cId="1159217032" sldId="285"/>
            <ac:spMk id="8" creationId="{BA29F2EC-C7C2-0529-E420-463D64B72A07}"/>
          </ac:spMkLst>
        </pc:spChg>
        <pc:spChg chg="add mod">
          <ac:chgData name="joshianubhav789@gmail.com" userId="50dfd16de4fdcae9" providerId="LiveId" clId="{25BD1244-2B99-4CAB-BF74-D1CE71ED95DE}" dt="2022-07-19T06:07:56.028" v="20509" actId="1582"/>
          <ac:spMkLst>
            <pc:docMk/>
            <pc:sldMk cId="1159217032" sldId="285"/>
            <ac:spMk id="9" creationId="{CB20FE73-CEC7-BB15-1B1A-60BB69C6C961}"/>
          </ac:spMkLst>
        </pc:spChg>
        <pc:spChg chg="add mod">
          <ac:chgData name="joshianubhav789@gmail.com" userId="50dfd16de4fdcae9" providerId="LiveId" clId="{25BD1244-2B99-4CAB-BF74-D1CE71ED95DE}" dt="2022-07-19T06:07:56.028" v="20509" actId="1582"/>
          <ac:spMkLst>
            <pc:docMk/>
            <pc:sldMk cId="1159217032" sldId="285"/>
            <ac:spMk id="10" creationId="{DC9C508B-DEF4-A2B4-2343-CA9722C19999}"/>
          </ac:spMkLst>
        </pc:spChg>
        <pc:spChg chg="add mod">
          <ac:chgData name="joshianubhav789@gmail.com" userId="50dfd16de4fdcae9" providerId="LiveId" clId="{25BD1244-2B99-4CAB-BF74-D1CE71ED95DE}" dt="2022-07-19T06:07:56.028" v="20509" actId="1582"/>
          <ac:spMkLst>
            <pc:docMk/>
            <pc:sldMk cId="1159217032" sldId="285"/>
            <ac:spMk id="11" creationId="{1FC04390-8EEE-FD1A-A587-EBD305BB161D}"/>
          </ac:spMkLst>
        </pc:spChg>
        <pc:spChg chg="add mod">
          <ac:chgData name="joshianubhav789@gmail.com" userId="50dfd16de4fdcae9" providerId="LiveId" clId="{25BD1244-2B99-4CAB-BF74-D1CE71ED95DE}" dt="2022-07-19T06:07:56.028" v="20509" actId="1582"/>
          <ac:spMkLst>
            <pc:docMk/>
            <pc:sldMk cId="1159217032" sldId="285"/>
            <ac:spMk id="12" creationId="{62D17C05-E99A-D761-816E-B28E4AE1E02C}"/>
          </ac:spMkLst>
        </pc:spChg>
        <pc:spChg chg="add mod">
          <ac:chgData name="joshianubhav789@gmail.com" userId="50dfd16de4fdcae9" providerId="LiveId" clId="{25BD1244-2B99-4CAB-BF74-D1CE71ED95DE}" dt="2022-07-19T06:07:56.028" v="20509" actId="1582"/>
          <ac:spMkLst>
            <pc:docMk/>
            <pc:sldMk cId="1159217032" sldId="285"/>
            <ac:spMk id="13" creationId="{4CD17B26-7836-D26E-5CF5-994B746C2D69}"/>
          </ac:spMkLst>
        </pc:spChg>
        <pc:spChg chg="add mod">
          <ac:chgData name="joshianubhav789@gmail.com" userId="50dfd16de4fdcae9" providerId="LiveId" clId="{25BD1244-2B99-4CAB-BF74-D1CE71ED95DE}" dt="2022-07-19T06:07:56.028" v="20509" actId="1582"/>
          <ac:spMkLst>
            <pc:docMk/>
            <pc:sldMk cId="1159217032" sldId="285"/>
            <ac:spMk id="14" creationId="{8E734CDF-C24B-D05E-ABCB-60DE05705922}"/>
          </ac:spMkLst>
        </pc:spChg>
        <pc:spChg chg="add mod ord">
          <ac:chgData name="joshianubhav789@gmail.com" userId="50dfd16de4fdcae9" providerId="LiveId" clId="{25BD1244-2B99-4CAB-BF74-D1CE71ED95DE}" dt="2022-07-19T06:06:46.077" v="20506" actId="1582"/>
          <ac:spMkLst>
            <pc:docMk/>
            <pc:sldMk cId="1159217032" sldId="285"/>
            <ac:spMk id="15" creationId="{5DAF588F-1ADF-86A2-AE90-974FDE4E4231}"/>
          </ac:spMkLst>
        </pc:spChg>
        <pc:spChg chg="add mod">
          <ac:chgData name="joshianubhav789@gmail.com" userId="50dfd16de4fdcae9" providerId="LiveId" clId="{25BD1244-2B99-4CAB-BF74-D1CE71ED95DE}" dt="2022-07-19T06:06:46.077" v="20506" actId="1582"/>
          <ac:spMkLst>
            <pc:docMk/>
            <pc:sldMk cId="1159217032" sldId="285"/>
            <ac:spMk id="25" creationId="{A7D5017C-28EE-2262-42F2-F486ED273DB3}"/>
          </ac:spMkLst>
        </pc:spChg>
        <pc:spChg chg="add mod">
          <ac:chgData name="joshianubhav789@gmail.com" userId="50dfd16de4fdcae9" providerId="LiveId" clId="{25BD1244-2B99-4CAB-BF74-D1CE71ED95DE}" dt="2022-07-19T06:07:56.028" v="20509" actId="1582"/>
          <ac:spMkLst>
            <pc:docMk/>
            <pc:sldMk cId="1159217032" sldId="285"/>
            <ac:spMk id="26" creationId="{509C54E7-6BA1-E73A-50B5-07630C845667}"/>
          </ac:spMkLst>
        </pc:spChg>
        <pc:spChg chg="add mod">
          <ac:chgData name="joshianubhav789@gmail.com" userId="50dfd16de4fdcae9" providerId="LiveId" clId="{25BD1244-2B99-4CAB-BF74-D1CE71ED95DE}" dt="2022-07-19T06:07:56.028" v="20509" actId="1582"/>
          <ac:spMkLst>
            <pc:docMk/>
            <pc:sldMk cId="1159217032" sldId="285"/>
            <ac:spMk id="27" creationId="{EAF0F66A-6D5B-A534-E890-202C70DC73B3}"/>
          </ac:spMkLst>
        </pc:spChg>
        <pc:spChg chg="add mod">
          <ac:chgData name="joshianubhav789@gmail.com" userId="50dfd16de4fdcae9" providerId="LiveId" clId="{25BD1244-2B99-4CAB-BF74-D1CE71ED95DE}" dt="2022-07-19T06:07:56.028" v="20509" actId="1582"/>
          <ac:spMkLst>
            <pc:docMk/>
            <pc:sldMk cId="1159217032" sldId="285"/>
            <ac:spMk id="28" creationId="{F18E258A-1F04-2F54-1EF9-353F27B4D549}"/>
          </ac:spMkLst>
        </pc:spChg>
        <pc:spChg chg="add mod">
          <ac:chgData name="joshianubhav789@gmail.com" userId="50dfd16de4fdcae9" providerId="LiveId" clId="{25BD1244-2B99-4CAB-BF74-D1CE71ED95DE}" dt="2022-07-19T06:07:56.028" v="20509" actId="1582"/>
          <ac:spMkLst>
            <pc:docMk/>
            <pc:sldMk cId="1159217032" sldId="285"/>
            <ac:spMk id="29" creationId="{497653DC-45C7-BE1B-2EDA-0D70152827AE}"/>
          </ac:spMkLst>
        </pc:spChg>
        <pc:spChg chg="add mod">
          <ac:chgData name="joshianubhav789@gmail.com" userId="50dfd16de4fdcae9" providerId="LiveId" clId="{25BD1244-2B99-4CAB-BF74-D1CE71ED95DE}" dt="2022-07-19T06:07:56.028" v="20509" actId="1582"/>
          <ac:spMkLst>
            <pc:docMk/>
            <pc:sldMk cId="1159217032" sldId="285"/>
            <ac:spMk id="30" creationId="{79597E4C-B771-4E2E-AA7F-F4A592A4F20D}"/>
          </ac:spMkLst>
        </pc:spChg>
        <pc:spChg chg="add mod">
          <ac:chgData name="joshianubhav789@gmail.com" userId="50dfd16de4fdcae9" providerId="LiveId" clId="{25BD1244-2B99-4CAB-BF74-D1CE71ED95DE}" dt="2022-07-19T06:07:56.028" v="20509" actId="1582"/>
          <ac:spMkLst>
            <pc:docMk/>
            <pc:sldMk cId="1159217032" sldId="285"/>
            <ac:spMk id="31" creationId="{1C4DF901-3CC3-A05D-DA02-28D50661E9BC}"/>
          </ac:spMkLst>
        </pc:spChg>
        <pc:spChg chg="add mod">
          <ac:chgData name="joshianubhav789@gmail.com" userId="50dfd16de4fdcae9" providerId="LiveId" clId="{25BD1244-2B99-4CAB-BF74-D1CE71ED95DE}" dt="2022-07-19T06:06:46.077" v="20506" actId="1582"/>
          <ac:spMkLst>
            <pc:docMk/>
            <pc:sldMk cId="1159217032" sldId="285"/>
            <ac:spMk id="32" creationId="{1CD3B9EC-A358-561B-6569-AC98DA418B07}"/>
          </ac:spMkLst>
        </pc:spChg>
        <pc:spChg chg="add mod">
          <ac:chgData name="joshianubhav789@gmail.com" userId="50dfd16de4fdcae9" providerId="LiveId" clId="{25BD1244-2B99-4CAB-BF74-D1CE71ED95DE}" dt="2022-07-19T06:07:56.028" v="20509" actId="1582"/>
          <ac:spMkLst>
            <pc:docMk/>
            <pc:sldMk cId="1159217032" sldId="285"/>
            <ac:spMk id="33" creationId="{A83CD35F-6A62-0106-44D8-189DE4D3011A}"/>
          </ac:spMkLst>
        </pc:spChg>
        <pc:spChg chg="add mod">
          <ac:chgData name="joshianubhav789@gmail.com" userId="50dfd16de4fdcae9" providerId="LiveId" clId="{25BD1244-2B99-4CAB-BF74-D1CE71ED95DE}" dt="2022-07-19T06:07:56.028" v="20509" actId="1582"/>
          <ac:spMkLst>
            <pc:docMk/>
            <pc:sldMk cId="1159217032" sldId="285"/>
            <ac:spMk id="34" creationId="{8A7E083B-D40F-9E01-C075-C7E8FEB3C3F0}"/>
          </ac:spMkLst>
        </pc:spChg>
        <pc:spChg chg="add mod">
          <ac:chgData name="joshianubhav789@gmail.com" userId="50dfd16de4fdcae9" providerId="LiveId" clId="{25BD1244-2B99-4CAB-BF74-D1CE71ED95DE}" dt="2022-07-19T06:07:56.028" v="20509" actId="1582"/>
          <ac:spMkLst>
            <pc:docMk/>
            <pc:sldMk cId="1159217032" sldId="285"/>
            <ac:spMk id="35" creationId="{A5758C46-9791-8905-5212-34BA55043812}"/>
          </ac:spMkLst>
        </pc:spChg>
        <pc:spChg chg="add mod">
          <ac:chgData name="joshianubhav789@gmail.com" userId="50dfd16de4fdcae9" providerId="LiveId" clId="{25BD1244-2B99-4CAB-BF74-D1CE71ED95DE}" dt="2022-07-19T06:07:56.028" v="20509" actId="1582"/>
          <ac:spMkLst>
            <pc:docMk/>
            <pc:sldMk cId="1159217032" sldId="285"/>
            <ac:spMk id="36" creationId="{1BE7B3C2-F8F7-D8E7-E759-6E6F642CD4BC}"/>
          </ac:spMkLst>
        </pc:spChg>
        <pc:spChg chg="add mod">
          <ac:chgData name="joshianubhav789@gmail.com" userId="50dfd16de4fdcae9" providerId="LiveId" clId="{25BD1244-2B99-4CAB-BF74-D1CE71ED95DE}" dt="2022-07-19T06:07:56.028" v="20509" actId="1582"/>
          <ac:spMkLst>
            <pc:docMk/>
            <pc:sldMk cId="1159217032" sldId="285"/>
            <ac:spMk id="37" creationId="{E2A792A6-F8E4-C519-1DDA-95E2BB35214C}"/>
          </ac:spMkLst>
        </pc:spChg>
        <pc:spChg chg="add mod">
          <ac:chgData name="joshianubhav789@gmail.com" userId="50dfd16de4fdcae9" providerId="LiveId" clId="{25BD1244-2B99-4CAB-BF74-D1CE71ED95DE}" dt="2022-07-19T06:07:56.028" v="20509" actId="1582"/>
          <ac:spMkLst>
            <pc:docMk/>
            <pc:sldMk cId="1159217032" sldId="285"/>
            <ac:spMk id="38" creationId="{D5B8BA36-7D7F-1DC3-7180-3E08F4950D24}"/>
          </ac:spMkLst>
        </pc:spChg>
        <pc:spChg chg="add mod">
          <ac:chgData name="joshianubhav789@gmail.com" userId="50dfd16de4fdcae9" providerId="LiveId" clId="{25BD1244-2B99-4CAB-BF74-D1CE71ED95DE}" dt="2022-07-19T06:07:56.028" v="20509" actId="1582"/>
          <ac:spMkLst>
            <pc:docMk/>
            <pc:sldMk cId="1159217032" sldId="285"/>
            <ac:spMk id="50" creationId="{7EF2F136-1B4C-56E0-849F-0876D5A16DD3}"/>
          </ac:spMkLst>
        </pc:spChg>
        <pc:spChg chg="add del mod">
          <ac:chgData name="joshianubhav789@gmail.com" userId="50dfd16de4fdcae9" providerId="LiveId" clId="{25BD1244-2B99-4CAB-BF74-D1CE71ED95DE}" dt="2022-07-19T06:09:57.005" v="20528" actId="1076"/>
          <ac:spMkLst>
            <pc:docMk/>
            <pc:sldMk cId="1159217032" sldId="285"/>
            <ac:spMk id="57" creationId="{A51B4D8C-A3D5-1AA2-DCA8-273BDAE57AB8}"/>
          </ac:spMkLst>
        </pc:spChg>
        <pc:spChg chg="add mod">
          <ac:chgData name="joshianubhav789@gmail.com" userId="50dfd16de4fdcae9" providerId="LiveId" clId="{25BD1244-2B99-4CAB-BF74-D1CE71ED95DE}" dt="2022-07-19T06:07:56.028" v="20509" actId="1582"/>
          <ac:spMkLst>
            <pc:docMk/>
            <pc:sldMk cId="1159217032" sldId="285"/>
            <ac:spMk id="58" creationId="{01048CD6-46A6-3CC5-D6CF-25B9828552F4}"/>
          </ac:spMkLst>
        </pc:spChg>
        <pc:spChg chg="add mod">
          <ac:chgData name="joshianubhav789@gmail.com" userId="50dfd16de4fdcae9" providerId="LiveId" clId="{25BD1244-2B99-4CAB-BF74-D1CE71ED95DE}" dt="2022-07-19T06:07:56.028" v="20509" actId="1582"/>
          <ac:spMkLst>
            <pc:docMk/>
            <pc:sldMk cId="1159217032" sldId="285"/>
            <ac:spMk id="59" creationId="{C6C27DDC-568C-3788-20EF-B71FE9517072}"/>
          </ac:spMkLst>
        </pc:spChg>
        <pc:spChg chg="add mod">
          <ac:chgData name="joshianubhav789@gmail.com" userId="50dfd16de4fdcae9" providerId="LiveId" clId="{25BD1244-2B99-4CAB-BF74-D1CE71ED95DE}" dt="2022-07-19T06:07:56.028" v="20509" actId="1582"/>
          <ac:spMkLst>
            <pc:docMk/>
            <pc:sldMk cId="1159217032" sldId="285"/>
            <ac:spMk id="60" creationId="{4747119A-CE82-C787-EA08-477790804B99}"/>
          </ac:spMkLst>
        </pc:spChg>
        <pc:spChg chg="add mod">
          <ac:chgData name="joshianubhav789@gmail.com" userId="50dfd16de4fdcae9" providerId="LiveId" clId="{25BD1244-2B99-4CAB-BF74-D1CE71ED95DE}" dt="2022-07-19T06:07:56.028" v="20509" actId="1582"/>
          <ac:spMkLst>
            <pc:docMk/>
            <pc:sldMk cId="1159217032" sldId="285"/>
            <ac:spMk id="61" creationId="{F0C026F0-FF3F-A79F-C94F-C36D9B28C76B}"/>
          </ac:spMkLst>
        </pc:spChg>
        <pc:spChg chg="add mod">
          <ac:chgData name="joshianubhav789@gmail.com" userId="50dfd16de4fdcae9" providerId="LiveId" clId="{25BD1244-2B99-4CAB-BF74-D1CE71ED95DE}" dt="2022-07-19T06:09:51.723" v="20527" actId="1076"/>
          <ac:spMkLst>
            <pc:docMk/>
            <pc:sldMk cId="1159217032" sldId="285"/>
            <ac:spMk id="66" creationId="{6EC306B2-3E28-2087-657A-23A0D7B1B206}"/>
          </ac:spMkLst>
        </pc:spChg>
        <pc:spChg chg="add mod">
          <ac:chgData name="joshianubhav789@gmail.com" userId="50dfd16de4fdcae9" providerId="LiveId" clId="{25BD1244-2B99-4CAB-BF74-D1CE71ED95DE}" dt="2022-07-19T06:09:43.294" v="20526" actId="1076"/>
          <ac:spMkLst>
            <pc:docMk/>
            <pc:sldMk cId="1159217032" sldId="285"/>
            <ac:spMk id="67" creationId="{9C5BDD93-85F8-0CC6-F057-FED70011B6CE}"/>
          </ac:spMkLst>
        </pc:spChg>
        <pc:spChg chg="add mod">
          <ac:chgData name="joshianubhav789@gmail.com" userId="50dfd16de4fdcae9" providerId="LiveId" clId="{25BD1244-2B99-4CAB-BF74-D1CE71ED95DE}" dt="2022-07-19T06:09:40.049" v="20525" actId="1076"/>
          <ac:spMkLst>
            <pc:docMk/>
            <pc:sldMk cId="1159217032" sldId="285"/>
            <ac:spMk id="68" creationId="{782AE2D8-D7CB-D5F4-AAFE-12061E8087EA}"/>
          </ac:spMkLst>
        </pc:spChg>
        <pc:spChg chg="add del mod">
          <ac:chgData name="joshianubhav789@gmail.com" userId="50dfd16de4fdcae9" providerId="LiveId" clId="{25BD1244-2B99-4CAB-BF74-D1CE71ED95DE}" dt="2022-07-23T17:28:12.721" v="20542" actId="21"/>
          <ac:spMkLst>
            <pc:docMk/>
            <pc:sldMk cId="1159217032" sldId="285"/>
            <ac:spMk id="75" creationId="{B629E694-7CA4-2017-9B47-A3A62DAA3B38}"/>
          </ac:spMkLst>
        </pc:spChg>
        <pc:spChg chg="add del mod">
          <ac:chgData name="joshianubhav789@gmail.com" userId="50dfd16de4fdcae9" providerId="LiveId" clId="{25BD1244-2B99-4CAB-BF74-D1CE71ED95DE}" dt="2022-07-23T17:28:12.721" v="20542" actId="21"/>
          <ac:spMkLst>
            <pc:docMk/>
            <pc:sldMk cId="1159217032" sldId="285"/>
            <ac:spMk id="76" creationId="{17FFD7AC-DD33-DEF0-D995-93BD723419CC}"/>
          </ac:spMkLst>
        </pc:spChg>
        <pc:spChg chg="add del mod">
          <ac:chgData name="joshianubhav789@gmail.com" userId="50dfd16de4fdcae9" providerId="LiveId" clId="{25BD1244-2B99-4CAB-BF74-D1CE71ED95DE}" dt="2022-07-23T17:28:12.721" v="20542" actId="21"/>
          <ac:spMkLst>
            <pc:docMk/>
            <pc:sldMk cId="1159217032" sldId="285"/>
            <ac:spMk id="77" creationId="{A3CAF7CE-B387-3B13-FB30-FDC65843FF9A}"/>
          </ac:spMkLst>
        </pc:spChg>
        <pc:spChg chg="add mod">
          <ac:chgData name="joshianubhav789@gmail.com" userId="50dfd16de4fdcae9" providerId="LiveId" clId="{25BD1244-2B99-4CAB-BF74-D1CE71ED95DE}" dt="2022-07-16T15:06:06.841" v="20400" actId="207"/>
          <ac:spMkLst>
            <pc:docMk/>
            <pc:sldMk cId="1159217032" sldId="285"/>
            <ac:spMk id="78" creationId="{7369A80D-CF29-6D20-6088-D8BA7BE0E95E}"/>
          </ac:spMkLst>
        </pc:spChg>
        <pc:spChg chg="add mod">
          <ac:chgData name="joshianubhav789@gmail.com" userId="50dfd16de4fdcae9" providerId="LiveId" clId="{25BD1244-2B99-4CAB-BF74-D1CE71ED95DE}" dt="2022-07-16T15:05:45.195" v="20395" actId="207"/>
          <ac:spMkLst>
            <pc:docMk/>
            <pc:sldMk cId="1159217032" sldId="285"/>
            <ac:spMk id="79" creationId="{6034C5D3-55FC-A86A-A27F-B1B5A50F81FE}"/>
          </ac:spMkLst>
        </pc:spChg>
        <pc:spChg chg="add mod">
          <ac:chgData name="joshianubhav789@gmail.com" userId="50dfd16de4fdcae9" providerId="LiveId" clId="{25BD1244-2B99-4CAB-BF74-D1CE71ED95DE}" dt="2022-07-19T06:06:46.077" v="20506" actId="1582"/>
          <ac:spMkLst>
            <pc:docMk/>
            <pc:sldMk cId="1159217032" sldId="285"/>
            <ac:spMk id="80" creationId="{89403F09-48FC-41D5-C379-F6D207C0E470}"/>
          </ac:spMkLst>
        </pc:spChg>
        <pc:spChg chg="add mod">
          <ac:chgData name="joshianubhav789@gmail.com" userId="50dfd16de4fdcae9" providerId="LiveId" clId="{25BD1244-2B99-4CAB-BF74-D1CE71ED95DE}" dt="2022-07-16T15:05:45.195" v="20395" actId="207"/>
          <ac:spMkLst>
            <pc:docMk/>
            <pc:sldMk cId="1159217032" sldId="285"/>
            <ac:spMk id="81" creationId="{46538670-274D-845B-0A05-0DDA9B2B70E2}"/>
          </ac:spMkLst>
        </pc:spChg>
        <pc:spChg chg="add del mod">
          <ac:chgData name="joshianubhav789@gmail.com" userId="50dfd16de4fdcae9" providerId="LiveId" clId="{25BD1244-2B99-4CAB-BF74-D1CE71ED95DE}" dt="2022-07-19T06:06:46.077" v="20506" actId="1582"/>
          <ac:spMkLst>
            <pc:docMk/>
            <pc:sldMk cId="1159217032" sldId="285"/>
            <ac:spMk id="82" creationId="{947ED5EA-4E55-129D-602E-84771A9964DE}"/>
          </ac:spMkLst>
        </pc:spChg>
        <pc:spChg chg="add mod">
          <ac:chgData name="joshianubhav789@gmail.com" userId="50dfd16de4fdcae9" providerId="LiveId" clId="{25BD1244-2B99-4CAB-BF74-D1CE71ED95DE}" dt="2022-07-19T06:07:56.028" v="20509" actId="1582"/>
          <ac:spMkLst>
            <pc:docMk/>
            <pc:sldMk cId="1159217032" sldId="285"/>
            <ac:spMk id="83" creationId="{0E12F3C2-F136-4588-C74C-77BE42978F15}"/>
          </ac:spMkLst>
        </pc:spChg>
        <pc:cxnChg chg="add mod">
          <ac:chgData name="joshianubhav789@gmail.com" userId="50dfd16de4fdcae9" providerId="LiveId" clId="{25BD1244-2B99-4CAB-BF74-D1CE71ED95DE}" dt="2022-07-19T06:07:56.028" v="20509" actId="1582"/>
          <ac:cxnSpMkLst>
            <pc:docMk/>
            <pc:sldMk cId="1159217032" sldId="285"/>
            <ac:cxnSpMk id="16" creationId="{E1931E76-A684-8C97-E65C-8BB5C45812C8}"/>
          </ac:cxnSpMkLst>
        </pc:cxnChg>
        <pc:cxnChg chg="add mod">
          <ac:chgData name="joshianubhav789@gmail.com" userId="50dfd16de4fdcae9" providerId="LiveId" clId="{25BD1244-2B99-4CAB-BF74-D1CE71ED95DE}" dt="2022-07-19T06:07:56.028" v="20509" actId="1582"/>
          <ac:cxnSpMkLst>
            <pc:docMk/>
            <pc:sldMk cId="1159217032" sldId="285"/>
            <ac:cxnSpMk id="17" creationId="{F7B98CBF-4F74-166C-0970-8CF8C842DEEC}"/>
          </ac:cxnSpMkLst>
        </pc:cxnChg>
        <pc:cxnChg chg="add mod">
          <ac:chgData name="joshianubhav789@gmail.com" userId="50dfd16de4fdcae9" providerId="LiveId" clId="{25BD1244-2B99-4CAB-BF74-D1CE71ED95DE}" dt="2022-07-19T06:07:56.028" v="20509" actId="1582"/>
          <ac:cxnSpMkLst>
            <pc:docMk/>
            <pc:sldMk cId="1159217032" sldId="285"/>
            <ac:cxnSpMk id="18" creationId="{09C2AF32-F39A-CD65-4C03-347AEE2565E7}"/>
          </ac:cxnSpMkLst>
        </pc:cxnChg>
        <pc:cxnChg chg="add mod">
          <ac:chgData name="joshianubhav789@gmail.com" userId="50dfd16de4fdcae9" providerId="LiveId" clId="{25BD1244-2B99-4CAB-BF74-D1CE71ED95DE}" dt="2022-07-19T06:07:56.028" v="20509" actId="1582"/>
          <ac:cxnSpMkLst>
            <pc:docMk/>
            <pc:sldMk cId="1159217032" sldId="285"/>
            <ac:cxnSpMk id="19" creationId="{B5A36319-1040-6C3E-252E-31BCF8C2E8B3}"/>
          </ac:cxnSpMkLst>
        </pc:cxnChg>
        <pc:cxnChg chg="add mod">
          <ac:chgData name="joshianubhav789@gmail.com" userId="50dfd16de4fdcae9" providerId="LiveId" clId="{25BD1244-2B99-4CAB-BF74-D1CE71ED95DE}" dt="2022-07-19T06:07:56.028" v="20509" actId="1582"/>
          <ac:cxnSpMkLst>
            <pc:docMk/>
            <pc:sldMk cId="1159217032" sldId="285"/>
            <ac:cxnSpMk id="20" creationId="{A38EAED7-FAC7-A8A8-024D-561A398BB286}"/>
          </ac:cxnSpMkLst>
        </pc:cxnChg>
        <pc:cxnChg chg="add mod">
          <ac:chgData name="joshianubhav789@gmail.com" userId="50dfd16de4fdcae9" providerId="LiveId" clId="{25BD1244-2B99-4CAB-BF74-D1CE71ED95DE}" dt="2022-07-19T06:07:56.028" v="20509" actId="1582"/>
          <ac:cxnSpMkLst>
            <pc:docMk/>
            <pc:sldMk cId="1159217032" sldId="285"/>
            <ac:cxnSpMk id="21" creationId="{61EC8951-9EE0-ADBE-3499-048ADE7E561D}"/>
          </ac:cxnSpMkLst>
        </pc:cxnChg>
        <pc:cxnChg chg="add mod">
          <ac:chgData name="joshianubhav789@gmail.com" userId="50dfd16de4fdcae9" providerId="LiveId" clId="{25BD1244-2B99-4CAB-BF74-D1CE71ED95DE}" dt="2022-07-19T06:07:56.028" v="20509" actId="1582"/>
          <ac:cxnSpMkLst>
            <pc:docMk/>
            <pc:sldMk cId="1159217032" sldId="285"/>
            <ac:cxnSpMk id="22" creationId="{DBE98F87-8C5F-D97C-EC4C-70DB290ECD43}"/>
          </ac:cxnSpMkLst>
        </pc:cxnChg>
        <pc:cxnChg chg="add mod">
          <ac:chgData name="joshianubhav789@gmail.com" userId="50dfd16de4fdcae9" providerId="LiveId" clId="{25BD1244-2B99-4CAB-BF74-D1CE71ED95DE}" dt="2022-07-19T06:07:56.028" v="20509" actId="1582"/>
          <ac:cxnSpMkLst>
            <pc:docMk/>
            <pc:sldMk cId="1159217032" sldId="285"/>
            <ac:cxnSpMk id="23" creationId="{C1D8847D-421A-AA97-0544-1AFC50904292}"/>
          </ac:cxnSpMkLst>
        </pc:cxnChg>
        <pc:cxnChg chg="add mod">
          <ac:chgData name="joshianubhav789@gmail.com" userId="50dfd16de4fdcae9" providerId="LiveId" clId="{25BD1244-2B99-4CAB-BF74-D1CE71ED95DE}" dt="2022-07-19T06:07:56.028" v="20509" actId="1582"/>
          <ac:cxnSpMkLst>
            <pc:docMk/>
            <pc:sldMk cId="1159217032" sldId="285"/>
            <ac:cxnSpMk id="24" creationId="{DC086302-9785-8648-A93C-A872269AAF94}"/>
          </ac:cxnSpMkLst>
        </pc:cxnChg>
        <pc:cxnChg chg="add mod">
          <ac:chgData name="joshianubhav789@gmail.com" userId="50dfd16de4fdcae9" providerId="LiveId" clId="{25BD1244-2B99-4CAB-BF74-D1CE71ED95DE}" dt="2022-07-19T06:07:56.028" v="20509" actId="1582"/>
          <ac:cxnSpMkLst>
            <pc:docMk/>
            <pc:sldMk cId="1159217032" sldId="285"/>
            <ac:cxnSpMk id="39" creationId="{1A8C8D6F-51F1-14E7-019B-1CCA4ED05781}"/>
          </ac:cxnSpMkLst>
        </pc:cxnChg>
        <pc:cxnChg chg="add mod">
          <ac:chgData name="joshianubhav789@gmail.com" userId="50dfd16de4fdcae9" providerId="LiveId" clId="{25BD1244-2B99-4CAB-BF74-D1CE71ED95DE}" dt="2022-07-19T06:07:56.028" v="20509" actId="1582"/>
          <ac:cxnSpMkLst>
            <pc:docMk/>
            <pc:sldMk cId="1159217032" sldId="285"/>
            <ac:cxnSpMk id="40" creationId="{C5D07E46-305E-40DF-DE6C-78860C059571}"/>
          </ac:cxnSpMkLst>
        </pc:cxnChg>
        <pc:cxnChg chg="add mod">
          <ac:chgData name="joshianubhav789@gmail.com" userId="50dfd16de4fdcae9" providerId="LiveId" clId="{25BD1244-2B99-4CAB-BF74-D1CE71ED95DE}" dt="2022-07-19T06:07:56.028" v="20509" actId="1582"/>
          <ac:cxnSpMkLst>
            <pc:docMk/>
            <pc:sldMk cId="1159217032" sldId="285"/>
            <ac:cxnSpMk id="41" creationId="{37E4F5A0-2BE6-3CCE-E859-D8E670C6E675}"/>
          </ac:cxnSpMkLst>
        </pc:cxnChg>
        <pc:cxnChg chg="add mod">
          <ac:chgData name="joshianubhav789@gmail.com" userId="50dfd16de4fdcae9" providerId="LiveId" clId="{25BD1244-2B99-4CAB-BF74-D1CE71ED95DE}" dt="2022-07-19T06:07:56.028" v="20509" actId="1582"/>
          <ac:cxnSpMkLst>
            <pc:docMk/>
            <pc:sldMk cId="1159217032" sldId="285"/>
            <ac:cxnSpMk id="42" creationId="{63D06985-D7C5-8ACB-D49B-F8D7A098D0C0}"/>
          </ac:cxnSpMkLst>
        </pc:cxnChg>
        <pc:cxnChg chg="add mod">
          <ac:chgData name="joshianubhav789@gmail.com" userId="50dfd16de4fdcae9" providerId="LiveId" clId="{25BD1244-2B99-4CAB-BF74-D1CE71ED95DE}" dt="2022-07-19T06:07:56.028" v="20509" actId="1582"/>
          <ac:cxnSpMkLst>
            <pc:docMk/>
            <pc:sldMk cId="1159217032" sldId="285"/>
            <ac:cxnSpMk id="43" creationId="{88A3DEAD-07D3-B92F-9288-2A3E54161F4B}"/>
          </ac:cxnSpMkLst>
        </pc:cxnChg>
        <pc:cxnChg chg="add mod">
          <ac:chgData name="joshianubhav789@gmail.com" userId="50dfd16de4fdcae9" providerId="LiveId" clId="{25BD1244-2B99-4CAB-BF74-D1CE71ED95DE}" dt="2022-07-19T06:07:56.028" v="20509" actId="1582"/>
          <ac:cxnSpMkLst>
            <pc:docMk/>
            <pc:sldMk cId="1159217032" sldId="285"/>
            <ac:cxnSpMk id="44" creationId="{29B3C280-4470-0358-0769-3DEF17F6E78A}"/>
          </ac:cxnSpMkLst>
        </pc:cxnChg>
        <pc:cxnChg chg="add mod">
          <ac:chgData name="joshianubhav789@gmail.com" userId="50dfd16de4fdcae9" providerId="LiveId" clId="{25BD1244-2B99-4CAB-BF74-D1CE71ED95DE}" dt="2022-07-19T06:07:56.028" v="20509" actId="1582"/>
          <ac:cxnSpMkLst>
            <pc:docMk/>
            <pc:sldMk cId="1159217032" sldId="285"/>
            <ac:cxnSpMk id="45" creationId="{3ACD64DC-8FC6-A0EA-3C20-3CABE6FA0BC4}"/>
          </ac:cxnSpMkLst>
        </pc:cxnChg>
        <pc:cxnChg chg="add mod">
          <ac:chgData name="joshianubhav789@gmail.com" userId="50dfd16de4fdcae9" providerId="LiveId" clId="{25BD1244-2B99-4CAB-BF74-D1CE71ED95DE}" dt="2022-07-19T06:07:56.028" v="20509" actId="1582"/>
          <ac:cxnSpMkLst>
            <pc:docMk/>
            <pc:sldMk cId="1159217032" sldId="285"/>
            <ac:cxnSpMk id="46" creationId="{0927A7F0-0F06-D81F-16A9-3E1B9810A402}"/>
          </ac:cxnSpMkLst>
        </pc:cxnChg>
        <pc:cxnChg chg="add mod">
          <ac:chgData name="joshianubhav789@gmail.com" userId="50dfd16de4fdcae9" providerId="LiveId" clId="{25BD1244-2B99-4CAB-BF74-D1CE71ED95DE}" dt="2022-07-19T06:07:56.028" v="20509" actId="1582"/>
          <ac:cxnSpMkLst>
            <pc:docMk/>
            <pc:sldMk cId="1159217032" sldId="285"/>
            <ac:cxnSpMk id="47" creationId="{3902F5C9-1B91-EC88-56B4-2C59FF0DF131}"/>
          </ac:cxnSpMkLst>
        </pc:cxnChg>
        <pc:cxnChg chg="add mod">
          <ac:chgData name="joshianubhav789@gmail.com" userId="50dfd16de4fdcae9" providerId="LiveId" clId="{25BD1244-2B99-4CAB-BF74-D1CE71ED95DE}" dt="2022-07-19T06:07:56.028" v="20509" actId="1582"/>
          <ac:cxnSpMkLst>
            <pc:docMk/>
            <pc:sldMk cId="1159217032" sldId="285"/>
            <ac:cxnSpMk id="48" creationId="{DEA49321-0572-0E6F-5907-FE4EDF2F10DE}"/>
          </ac:cxnSpMkLst>
        </pc:cxnChg>
        <pc:cxnChg chg="add mod">
          <ac:chgData name="joshianubhav789@gmail.com" userId="50dfd16de4fdcae9" providerId="LiveId" clId="{25BD1244-2B99-4CAB-BF74-D1CE71ED95DE}" dt="2022-07-19T06:07:56.028" v="20509" actId="1582"/>
          <ac:cxnSpMkLst>
            <pc:docMk/>
            <pc:sldMk cId="1159217032" sldId="285"/>
            <ac:cxnSpMk id="49" creationId="{BF424A0D-6981-41A3-B58D-5DDCA641CF10}"/>
          </ac:cxnSpMkLst>
        </pc:cxnChg>
        <pc:cxnChg chg="add mod">
          <ac:chgData name="joshianubhav789@gmail.com" userId="50dfd16de4fdcae9" providerId="LiveId" clId="{25BD1244-2B99-4CAB-BF74-D1CE71ED95DE}" dt="2022-07-19T06:07:56.028" v="20509" actId="1582"/>
          <ac:cxnSpMkLst>
            <pc:docMk/>
            <pc:sldMk cId="1159217032" sldId="285"/>
            <ac:cxnSpMk id="51" creationId="{521FD343-A891-18D1-2AA4-56F499D32EBD}"/>
          </ac:cxnSpMkLst>
        </pc:cxnChg>
        <pc:cxnChg chg="add mod">
          <ac:chgData name="joshianubhav789@gmail.com" userId="50dfd16de4fdcae9" providerId="LiveId" clId="{25BD1244-2B99-4CAB-BF74-D1CE71ED95DE}" dt="2022-07-19T06:07:56.028" v="20509" actId="1582"/>
          <ac:cxnSpMkLst>
            <pc:docMk/>
            <pc:sldMk cId="1159217032" sldId="285"/>
            <ac:cxnSpMk id="52" creationId="{99916089-0683-33E9-CF92-B7251F472C80}"/>
          </ac:cxnSpMkLst>
        </pc:cxnChg>
        <pc:cxnChg chg="add mod">
          <ac:chgData name="joshianubhav789@gmail.com" userId="50dfd16de4fdcae9" providerId="LiveId" clId="{25BD1244-2B99-4CAB-BF74-D1CE71ED95DE}" dt="2022-07-19T06:07:56.028" v="20509" actId="1582"/>
          <ac:cxnSpMkLst>
            <pc:docMk/>
            <pc:sldMk cId="1159217032" sldId="285"/>
            <ac:cxnSpMk id="53" creationId="{7E6295FE-8AF8-A03D-C165-5BBADF9078DD}"/>
          </ac:cxnSpMkLst>
        </pc:cxnChg>
        <pc:cxnChg chg="add mod">
          <ac:chgData name="joshianubhav789@gmail.com" userId="50dfd16de4fdcae9" providerId="LiveId" clId="{25BD1244-2B99-4CAB-BF74-D1CE71ED95DE}" dt="2022-07-19T06:07:56.028" v="20509" actId="1582"/>
          <ac:cxnSpMkLst>
            <pc:docMk/>
            <pc:sldMk cId="1159217032" sldId="285"/>
            <ac:cxnSpMk id="54" creationId="{1CD5E773-9B2A-3C8A-316F-30D1E9ED9A22}"/>
          </ac:cxnSpMkLst>
        </pc:cxnChg>
        <pc:cxnChg chg="add mod">
          <ac:chgData name="joshianubhav789@gmail.com" userId="50dfd16de4fdcae9" providerId="LiveId" clId="{25BD1244-2B99-4CAB-BF74-D1CE71ED95DE}" dt="2022-07-19T06:07:56.028" v="20509" actId="1582"/>
          <ac:cxnSpMkLst>
            <pc:docMk/>
            <pc:sldMk cId="1159217032" sldId="285"/>
            <ac:cxnSpMk id="55" creationId="{8FAE2939-9B20-1AF2-7255-AD351BB2F7DC}"/>
          </ac:cxnSpMkLst>
        </pc:cxnChg>
        <pc:cxnChg chg="add mod">
          <ac:chgData name="joshianubhav789@gmail.com" userId="50dfd16de4fdcae9" providerId="LiveId" clId="{25BD1244-2B99-4CAB-BF74-D1CE71ED95DE}" dt="2022-07-19T06:07:56.028" v="20509" actId="1582"/>
          <ac:cxnSpMkLst>
            <pc:docMk/>
            <pc:sldMk cId="1159217032" sldId="285"/>
            <ac:cxnSpMk id="56" creationId="{ADD9AC5A-61A5-7726-F5BC-00F68B926822}"/>
          </ac:cxnSpMkLst>
        </pc:cxnChg>
        <pc:cxnChg chg="add mod">
          <ac:chgData name="joshianubhav789@gmail.com" userId="50dfd16de4fdcae9" providerId="LiveId" clId="{25BD1244-2B99-4CAB-BF74-D1CE71ED95DE}" dt="2022-07-19T06:07:56.028" v="20509" actId="1582"/>
          <ac:cxnSpMkLst>
            <pc:docMk/>
            <pc:sldMk cId="1159217032" sldId="285"/>
            <ac:cxnSpMk id="62" creationId="{20561D0C-B9AE-B9D1-98AC-A38F7CC74693}"/>
          </ac:cxnSpMkLst>
        </pc:cxnChg>
        <pc:cxnChg chg="add mod">
          <ac:chgData name="joshianubhav789@gmail.com" userId="50dfd16de4fdcae9" providerId="LiveId" clId="{25BD1244-2B99-4CAB-BF74-D1CE71ED95DE}" dt="2022-07-19T06:07:56.028" v="20509" actId="1582"/>
          <ac:cxnSpMkLst>
            <pc:docMk/>
            <pc:sldMk cId="1159217032" sldId="285"/>
            <ac:cxnSpMk id="63" creationId="{24319B0F-3B20-AB00-9D59-FF00B8B95793}"/>
          </ac:cxnSpMkLst>
        </pc:cxnChg>
        <pc:cxnChg chg="add mod">
          <ac:chgData name="joshianubhav789@gmail.com" userId="50dfd16de4fdcae9" providerId="LiveId" clId="{25BD1244-2B99-4CAB-BF74-D1CE71ED95DE}" dt="2022-07-19T06:07:56.028" v="20509" actId="1582"/>
          <ac:cxnSpMkLst>
            <pc:docMk/>
            <pc:sldMk cId="1159217032" sldId="285"/>
            <ac:cxnSpMk id="64" creationId="{7F2584B3-8193-1F2E-A328-321E16B07C1E}"/>
          </ac:cxnSpMkLst>
        </pc:cxnChg>
        <pc:cxnChg chg="add mod">
          <ac:chgData name="joshianubhav789@gmail.com" userId="50dfd16de4fdcae9" providerId="LiveId" clId="{25BD1244-2B99-4CAB-BF74-D1CE71ED95DE}" dt="2022-07-19T06:07:56.028" v="20509" actId="1582"/>
          <ac:cxnSpMkLst>
            <pc:docMk/>
            <pc:sldMk cId="1159217032" sldId="285"/>
            <ac:cxnSpMk id="65" creationId="{1878A90D-E221-7E7C-8AED-3E6B5865CF7D}"/>
          </ac:cxnSpMkLst>
        </pc:cxnChg>
        <pc:cxnChg chg="add mod">
          <ac:chgData name="joshianubhav789@gmail.com" userId="50dfd16de4fdcae9" providerId="LiveId" clId="{25BD1244-2B99-4CAB-BF74-D1CE71ED95DE}" dt="2022-07-19T06:09:51.723" v="20527" actId="1076"/>
          <ac:cxnSpMkLst>
            <pc:docMk/>
            <pc:sldMk cId="1159217032" sldId="285"/>
            <ac:cxnSpMk id="69" creationId="{5D3CC2BF-089D-FA6E-E4DE-2ED3A14B265C}"/>
          </ac:cxnSpMkLst>
        </pc:cxnChg>
        <pc:cxnChg chg="add mod">
          <ac:chgData name="joshianubhav789@gmail.com" userId="50dfd16de4fdcae9" providerId="LiveId" clId="{25BD1244-2B99-4CAB-BF74-D1CE71ED95DE}" dt="2022-07-19T06:09:43.294" v="20526" actId="1076"/>
          <ac:cxnSpMkLst>
            <pc:docMk/>
            <pc:sldMk cId="1159217032" sldId="285"/>
            <ac:cxnSpMk id="70" creationId="{A0A77A09-4E3C-3E0D-D20B-28851D09308F}"/>
          </ac:cxnSpMkLst>
        </pc:cxnChg>
        <pc:cxnChg chg="add mod">
          <ac:chgData name="joshianubhav789@gmail.com" userId="50dfd16de4fdcae9" providerId="LiveId" clId="{25BD1244-2B99-4CAB-BF74-D1CE71ED95DE}" dt="2022-07-19T06:09:40.049" v="20525" actId="1076"/>
          <ac:cxnSpMkLst>
            <pc:docMk/>
            <pc:sldMk cId="1159217032" sldId="285"/>
            <ac:cxnSpMk id="71" creationId="{D42DF892-F5BA-1F86-8318-E55AC44E78D0}"/>
          </ac:cxnSpMkLst>
        </pc:cxnChg>
        <pc:cxnChg chg="add mod">
          <ac:chgData name="joshianubhav789@gmail.com" userId="50dfd16de4fdcae9" providerId="LiveId" clId="{25BD1244-2B99-4CAB-BF74-D1CE71ED95DE}" dt="2022-07-19T06:09:40.049" v="20525" actId="1076"/>
          <ac:cxnSpMkLst>
            <pc:docMk/>
            <pc:sldMk cId="1159217032" sldId="285"/>
            <ac:cxnSpMk id="72" creationId="{49FD2A69-2775-8670-5022-3F585ABD32E2}"/>
          </ac:cxnSpMkLst>
        </pc:cxnChg>
        <pc:cxnChg chg="add mod">
          <ac:chgData name="joshianubhav789@gmail.com" userId="50dfd16de4fdcae9" providerId="LiveId" clId="{25BD1244-2B99-4CAB-BF74-D1CE71ED95DE}" dt="2022-07-19T06:09:40.049" v="20525" actId="1076"/>
          <ac:cxnSpMkLst>
            <pc:docMk/>
            <pc:sldMk cId="1159217032" sldId="285"/>
            <ac:cxnSpMk id="73" creationId="{A1BD69B6-87AE-4CCC-CA89-17283353F20D}"/>
          </ac:cxnSpMkLst>
        </pc:cxnChg>
        <pc:cxnChg chg="add mod">
          <ac:chgData name="joshianubhav789@gmail.com" userId="50dfd16de4fdcae9" providerId="LiveId" clId="{25BD1244-2B99-4CAB-BF74-D1CE71ED95DE}" dt="2022-07-19T06:09:40.049" v="20525" actId="1076"/>
          <ac:cxnSpMkLst>
            <pc:docMk/>
            <pc:sldMk cId="1159217032" sldId="285"/>
            <ac:cxnSpMk id="74" creationId="{9DB50D20-04A4-7719-1167-2186F915436E}"/>
          </ac:cxnSpMkLst>
        </pc:cxnChg>
        <pc:cxnChg chg="add mod">
          <ac:chgData name="joshianubhav789@gmail.com" userId="50dfd16de4fdcae9" providerId="LiveId" clId="{25BD1244-2B99-4CAB-BF74-D1CE71ED95DE}" dt="2022-07-19T06:07:56.028" v="20509" actId="1582"/>
          <ac:cxnSpMkLst>
            <pc:docMk/>
            <pc:sldMk cId="1159217032" sldId="285"/>
            <ac:cxnSpMk id="89" creationId="{DF432B63-5A03-A5BC-C0E1-4505713C93CE}"/>
          </ac:cxnSpMkLst>
        </pc:cxnChg>
        <pc:cxnChg chg="add mod">
          <ac:chgData name="joshianubhav789@gmail.com" userId="50dfd16de4fdcae9" providerId="LiveId" clId="{25BD1244-2B99-4CAB-BF74-D1CE71ED95DE}" dt="2022-07-19T06:07:56.028" v="20509" actId="1582"/>
          <ac:cxnSpMkLst>
            <pc:docMk/>
            <pc:sldMk cId="1159217032" sldId="285"/>
            <ac:cxnSpMk id="92" creationId="{138516B4-1C6E-3043-538F-0F6B61487625}"/>
          </ac:cxnSpMkLst>
        </pc:cxnChg>
        <pc:cxnChg chg="add mod">
          <ac:chgData name="joshianubhav789@gmail.com" userId="50dfd16de4fdcae9" providerId="LiveId" clId="{25BD1244-2B99-4CAB-BF74-D1CE71ED95DE}" dt="2022-07-19T06:07:56.028" v="20509" actId="1582"/>
          <ac:cxnSpMkLst>
            <pc:docMk/>
            <pc:sldMk cId="1159217032" sldId="285"/>
            <ac:cxnSpMk id="95" creationId="{C901B686-75B6-3C81-252B-A6FAA93A175B}"/>
          </ac:cxnSpMkLst>
        </pc:cxnChg>
        <pc:cxnChg chg="add mod">
          <ac:chgData name="joshianubhav789@gmail.com" userId="50dfd16de4fdcae9" providerId="LiveId" clId="{25BD1244-2B99-4CAB-BF74-D1CE71ED95DE}" dt="2022-07-19T06:07:56.028" v="20509" actId="1582"/>
          <ac:cxnSpMkLst>
            <pc:docMk/>
            <pc:sldMk cId="1159217032" sldId="285"/>
            <ac:cxnSpMk id="98" creationId="{B495B58E-347A-C2FF-EF12-7F99482F65AB}"/>
          </ac:cxnSpMkLst>
        </pc:cxnChg>
      </pc:sldChg>
      <pc:sldChg chg="addSp modSp new mod">
        <pc:chgData name="joshianubhav789@gmail.com" userId="50dfd16de4fdcae9" providerId="LiveId" clId="{25BD1244-2B99-4CAB-BF74-D1CE71ED95DE}" dt="2022-07-30T05:44:03.916" v="20600" actId="1076"/>
        <pc:sldMkLst>
          <pc:docMk/>
          <pc:sldMk cId="2493723319" sldId="286"/>
        </pc:sldMkLst>
        <pc:graphicFrameChg chg="add modGraphic">
          <ac:chgData name="joshianubhav789@gmail.com" userId="50dfd16de4fdcae9" providerId="LiveId" clId="{25BD1244-2B99-4CAB-BF74-D1CE71ED95DE}" dt="2022-07-30T05:44:03.916" v="20600" actId="1076"/>
          <ac:graphicFrameMkLst>
            <pc:docMk/>
            <pc:sldMk cId="2493723319" sldId="286"/>
            <ac:graphicFrameMk id="6" creationId="{99E43D78-7FD8-2EEB-6D83-455255798FE4}"/>
          </ac:graphicFrameMkLst>
        </pc:graphicFrameChg>
      </pc:sldChg>
    </pc:docChg>
  </pc:docChgLst>
  <pc:docChgLst>
    <pc:chgData name="joshianubhav789@gmail.com" userId="50dfd16de4fdcae9" providerId="LiveId" clId="{4240E1D6-FC41-4D16-AD33-F70EC32D2734}"/>
    <pc:docChg chg="custSel modSld">
      <pc:chgData name="joshianubhav789@gmail.com" userId="50dfd16de4fdcae9" providerId="LiveId" clId="{4240E1D6-FC41-4D16-AD33-F70EC32D2734}" dt="2022-05-23T03:37:53.491" v="112"/>
      <pc:docMkLst>
        <pc:docMk/>
      </pc:docMkLst>
      <pc:sldChg chg="addSp modSp mod setBg">
        <pc:chgData name="joshianubhav789@gmail.com" userId="50dfd16de4fdcae9" providerId="LiveId" clId="{4240E1D6-FC41-4D16-AD33-F70EC32D2734}" dt="2022-05-23T03:37:53.491" v="112"/>
        <pc:sldMkLst>
          <pc:docMk/>
          <pc:sldMk cId="2234731431" sldId="256"/>
        </pc:sldMkLst>
        <pc:spChg chg="mod">
          <ac:chgData name="joshianubhav789@gmail.com" userId="50dfd16de4fdcae9" providerId="LiveId" clId="{4240E1D6-FC41-4D16-AD33-F70EC32D2734}" dt="2022-05-23T03:33:20.180" v="71" actId="1076"/>
          <ac:spMkLst>
            <pc:docMk/>
            <pc:sldMk cId="2234731431" sldId="256"/>
            <ac:spMk id="2" creationId="{564CB643-8DEB-8468-6319-042EE2632532}"/>
          </ac:spMkLst>
        </pc:spChg>
        <pc:spChg chg="mod">
          <ac:chgData name="joshianubhav789@gmail.com" userId="50dfd16de4fdcae9" providerId="LiveId" clId="{4240E1D6-FC41-4D16-AD33-F70EC32D2734}" dt="2022-05-23T03:37:53.491" v="112"/>
          <ac:spMkLst>
            <pc:docMk/>
            <pc:sldMk cId="2234731431" sldId="256"/>
            <ac:spMk id="4" creationId="{2B1B3CAC-B4D6-035D-F5CE-754B1BA10134}"/>
          </ac:spMkLst>
        </pc:spChg>
        <pc:spChg chg="mod">
          <ac:chgData name="joshianubhav789@gmail.com" userId="50dfd16de4fdcae9" providerId="LiveId" clId="{4240E1D6-FC41-4D16-AD33-F70EC32D2734}" dt="2022-05-23T03:33:30.074" v="72" actId="1076"/>
          <ac:spMkLst>
            <pc:docMk/>
            <pc:sldMk cId="2234731431" sldId="256"/>
            <ac:spMk id="7" creationId="{38DCE9A4-B37B-DE8B-294C-C09BC29CA670}"/>
          </ac:spMkLst>
        </pc:spChg>
        <pc:spChg chg="mod">
          <ac:chgData name="joshianubhav789@gmail.com" userId="50dfd16de4fdcae9" providerId="LiveId" clId="{4240E1D6-FC41-4D16-AD33-F70EC32D2734}" dt="2022-05-23T03:33:34.236" v="73" actId="1076"/>
          <ac:spMkLst>
            <pc:docMk/>
            <pc:sldMk cId="2234731431" sldId="256"/>
            <ac:spMk id="9" creationId="{A6344A7C-5B53-2353-E65A-02347AC8960A}"/>
          </ac:spMkLst>
        </pc:spChg>
        <pc:spChg chg="add mod">
          <ac:chgData name="joshianubhav789@gmail.com" userId="50dfd16de4fdcae9" providerId="LiveId" clId="{4240E1D6-FC41-4D16-AD33-F70EC32D2734}" dt="2022-05-23T03:32:43.167" v="65" actId="1076"/>
          <ac:spMkLst>
            <pc:docMk/>
            <pc:sldMk cId="2234731431" sldId="256"/>
            <ac:spMk id="11" creationId="{7B39A41D-EE6D-ABE9-4710-EBF873980AA2}"/>
          </ac:spMkLst>
        </pc:spChg>
        <pc:picChg chg="mod">
          <ac:chgData name="joshianubhav789@gmail.com" userId="50dfd16de4fdcae9" providerId="LiveId" clId="{4240E1D6-FC41-4D16-AD33-F70EC32D2734}" dt="2022-05-23T03:32:51.082" v="66" actId="1076"/>
          <ac:picMkLst>
            <pc:docMk/>
            <pc:sldMk cId="2234731431" sldId="256"/>
            <ac:picMk id="5" creationId="{286AD503-3365-DCD2-CD4D-94B902A93E25}"/>
          </ac:picMkLst>
        </pc:picChg>
      </pc:sldChg>
    </pc:docChg>
  </pc:docChgLst>
  <pc:docChgLst>
    <pc:chgData name="Anubhav Joshi" userId="50dfd16de4fdcae9" providerId="LiveId" clId="{68527792-7928-4BE5-BE80-A5AB5D2668E4}"/>
    <pc:docChg chg="custSel addSld modSld modSection">
      <pc:chgData name="Anubhav Joshi" userId="50dfd16de4fdcae9" providerId="LiveId" clId="{68527792-7928-4BE5-BE80-A5AB5D2668E4}" dt="2022-11-01T06:57:01.103" v="7" actId="478"/>
      <pc:docMkLst>
        <pc:docMk/>
      </pc:docMkLst>
      <pc:sldChg chg="addSp delSp modSp new mod">
        <pc:chgData name="Anubhav Joshi" userId="50dfd16de4fdcae9" providerId="LiveId" clId="{68527792-7928-4BE5-BE80-A5AB5D2668E4}" dt="2022-11-01T06:57:01.103" v="7" actId="478"/>
        <pc:sldMkLst>
          <pc:docMk/>
          <pc:sldMk cId="1560622293" sldId="287"/>
        </pc:sldMkLst>
        <pc:spChg chg="del">
          <ac:chgData name="Anubhav Joshi" userId="50dfd16de4fdcae9" providerId="LiveId" clId="{68527792-7928-4BE5-BE80-A5AB5D2668E4}" dt="2022-11-01T06:55:51.842" v="1" actId="931"/>
          <ac:spMkLst>
            <pc:docMk/>
            <pc:sldMk cId="1560622293" sldId="287"/>
            <ac:spMk id="3" creationId="{89CC4094-CE54-B179-1D00-C02B5A48BD47}"/>
          </ac:spMkLst>
        </pc:spChg>
        <pc:spChg chg="add del mod">
          <ac:chgData name="Anubhav Joshi" userId="50dfd16de4fdcae9" providerId="LiveId" clId="{68527792-7928-4BE5-BE80-A5AB5D2668E4}" dt="2022-11-01T06:56:33.688" v="4" actId="931"/>
          <ac:spMkLst>
            <pc:docMk/>
            <pc:sldMk cId="1560622293" sldId="287"/>
            <ac:spMk id="8" creationId="{5940E6D1-3733-DCC7-46B0-E195B0A74D09}"/>
          </ac:spMkLst>
        </pc:spChg>
        <pc:spChg chg="add mod">
          <ac:chgData name="Anubhav Joshi" userId="50dfd16de4fdcae9" providerId="LiveId" clId="{68527792-7928-4BE5-BE80-A5AB5D2668E4}" dt="2022-11-01T06:57:01.103" v="7" actId="478"/>
          <ac:spMkLst>
            <pc:docMk/>
            <pc:sldMk cId="1560622293" sldId="287"/>
            <ac:spMk id="12" creationId="{B0C13F55-488E-68DA-6F6E-E24F39C9E8A9}"/>
          </ac:spMkLst>
        </pc:spChg>
        <pc:picChg chg="add del mod">
          <ac:chgData name="Anubhav Joshi" userId="50dfd16de4fdcae9" providerId="LiveId" clId="{68527792-7928-4BE5-BE80-A5AB5D2668E4}" dt="2022-11-01T06:55:58.781" v="3" actId="478"/>
          <ac:picMkLst>
            <pc:docMk/>
            <pc:sldMk cId="1560622293" sldId="287"/>
            <ac:picMk id="6" creationId="{F65F5F2D-A456-8082-870F-0C521DC60E9D}"/>
          </ac:picMkLst>
        </pc:picChg>
        <pc:picChg chg="add del mod">
          <ac:chgData name="Anubhav Joshi" userId="50dfd16de4fdcae9" providerId="LiveId" clId="{68527792-7928-4BE5-BE80-A5AB5D2668E4}" dt="2022-11-01T06:57:01.103" v="7" actId="478"/>
          <ac:picMkLst>
            <pc:docMk/>
            <pc:sldMk cId="1560622293" sldId="287"/>
            <ac:picMk id="10" creationId="{0845E77A-E410-1296-E371-4F494B1CAF47}"/>
          </ac:picMkLst>
        </pc:picChg>
      </pc:sldChg>
    </pc:docChg>
  </pc:docChgLst>
  <pc:docChgLst>
    <pc:chgData name="Anubhav Joshi" userId="50dfd16de4fdcae9" providerId="LiveId" clId="{DEF0E65B-DFAC-4549-AE8E-60708CCA0E29}"/>
    <pc:docChg chg="custSel modSld">
      <pc:chgData name="Anubhav Joshi" userId="50dfd16de4fdcae9" providerId="LiveId" clId="{DEF0E65B-DFAC-4549-AE8E-60708CCA0E29}" dt="2023-01-04T12:21:27.826" v="4" actId="20577"/>
      <pc:docMkLst>
        <pc:docMk/>
      </pc:docMkLst>
      <pc:sldChg chg="mod modShow">
        <pc:chgData name="Anubhav Joshi" userId="50dfd16de4fdcae9" providerId="LiveId" clId="{DEF0E65B-DFAC-4549-AE8E-60708CCA0E29}" dt="2023-01-02T09:51:06.272" v="0" actId="729"/>
        <pc:sldMkLst>
          <pc:docMk/>
          <pc:sldMk cId="1052206941" sldId="266"/>
        </pc:sldMkLst>
      </pc:sldChg>
      <pc:sldChg chg="mod modShow">
        <pc:chgData name="Anubhav Joshi" userId="50dfd16de4fdcae9" providerId="LiveId" clId="{DEF0E65B-DFAC-4549-AE8E-60708CCA0E29}" dt="2023-01-02T09:51:06.272" v="0" actId="729"/>
        <pc:sldMkLst>
          <pc:docMk/>
          <pc:sldMk cId="2021680745" sldId="267"/>
        </pc:sldMkLst>
      </pc:sldChg>
      <pc:sldChg chg="delSp mod">
        <pc:chgData name="Anubhav Joshi" userId="50dfd16de4fdcae9" providerId="LiveId" clId="{DEF0E65B-DFAC-4549-AE8E-60708CCA0E29}" dt="2023-01-04T12:21:06.527" v="3" actId="478"/>
        <pc:sldMkLst>
          <pc:docMk/>
          <pc:sldMk cId="4246698282" sldId="268"/>
        </pc:sldMkLst>
        <pc:inkChg chg="del">
          <ac:chgData name="Anubhav Joshi" userId="50dfd16de4fdcae9" providerId="LiveId" clId="{DEF0E65B-DFAC-4549-AE8E-60708CCA0E29}" dt="2023-01-04T12:21:06.527" v="3" actId="478"/>
          <ac:inkMkLst>
            <pc:docMk/>
            <pc:sldMk cId="4246698282" sldId="268"/>
            <ac:inkMk id="3" creationId="{8A9A7A50-16DF-AF71-FB72-1E000CFA3D62}"/>
          </ac:inkMkLst>
        </pc:inkChg>
      </pc:sldChg>
      <pc:sldChg chg="mod modShow">
        <pc:chgData name="Anubhav Joshi" userId="50dfd16de4fdcae9" providerId="LiveId" clId="{DEF0E65B-DFAC-4549-AE8E-60708CCA0E29}" dt="2023-01-02T09:51:06.272" v="0" actId="729"/>
        <pc:sldMkLst>
          <pc:docMk/>
          <pc:sldMk cId="3671671768" sldId="269"/>
        </pc:sldMkLst>
      </pc:sldChg>
      <pc:sldChg chg="modSp mod">
        <pc:chgData name="Anubhav Joshi" userId="50dfd16de4fdcae9" providerId="LiveId" clId="{DEF0E65B-DFAC-4549-AE8E-60708CCA0E29}" dt="2023-01-04T12:21:27.826" v="4" actId="20577"/>
        <pc:sldMkLst>
          <pc:docMk/>
          <pc:sldMk cId="3783985335" sldId="271"/>
        </pc:sldMkLst>
        <pc:spChg chg="mod">
          <ac:chgData name="Anubhav Joshi" userId="50dfd16de4fdcae9" providerId="LiveId" clId="{DEF0E65B-DFAC-4549-AE8E-60708CCA0E29}" dt="2023-01-04T12:21:27.826" v="4" actId="20577"/>
          <ac:spMkLst>
            <pc:docMk/>
            <pc:sldMk cId="3783985335" sldId="271"/>
            <ac:spMk id="3" creationId="{3E85F2B1-5089-84E0-CC99-4F2E3B4AFDFE}"/>
          </ac:spMkLst>
        </pc:spChg>
      </pc:sldChg>
      <pc:sldChg chg="mod modShow">
        <pc:chgData name="Anubhav Joshi" userId="50dfd16de4fdcae9" providerId="LiveId" clId="{DEF0E65B-DFAC-4549-AE8E-60708CCA0E29}" dt="2023-01-02T09:52:09.306" v="2" actId="729"/>
        <pc:sldMkLst>
          <pc:docMk/>
          <pc:sldMk cId="2493723319" sldId="286"/>
        </pc:sldMkLst>
      </pc:sldChg>
      <pc:sldChg chg="mod modShow">
        <pc:chgData name="Anubhav Joshi" userId="50dfd16de4fdcae9" providerId="LiveId" clId="{DEF0E65B-DFAC-4549-AE8E-60708CCA0E29}" dt="2023-01-02T09:51:59.268" v="1" actId="729"/>
        <pc:sldMkLst>
          <pc:docMk/>
          <pc:sldMk cId="1560622293" sldId="28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99F601-5335-4F44-B1F6-B23573362C1C}"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IN"/>
        </a:p>
      </dgm:t>
    </dgm:pt>
    <dgm:pt modelId="{EBDDC2D8-4627-4076-8943-9185D78C4E0D}">
      <dgm:prSet phldrT="[Text]" custT="1"/>
      <dgm:spPr>
        <a:solidFill>
          <a:schemeClr val="accent1">
            <a:lumMod val="75000"/>
          </a:schemeClr>
        </a:solidFill>
      </dgm:spPr>
      <dgm:t>
        <a:bodyPr/>
        <a:lstStyle/>
        <a:p>
          <a:r>
            <a:rPr lang="en-IN" sz="2000" dirty="0">
              <a:latin typeface="Times New Roman" panose="02020603050405020304" pitchFamily="18" charset="0"/>
              <a:cs typeface="Times New Roman" panose="02020603050405020304" pitchFamily="18" charset="0"/>
            </a:rPr>
            <a:t>1</a:t>
          </a:r>
        </a:p>
      </dgm:t>
    </dgm:pt>
    <dgm:pt modelId="{D7C7708C-BCE7-42F5-AA91-4D835D5D192C}" type="parTrans" cxnId="{B3256E8D-F9C9-415E-BDE7-10741FE4EA21}">
      <dgm:prSet/>
      <dgm:spPr/>
      <dgm:t>
        <a:bodyPr/>
        <a:lstStyle/>
        <a:p>
          <a:endParaRPr lang="en-IN" sz="1800">
            <a:latin typeface="Times New Roman" panose="02020603050405020304" pitchFamily="18" charset="0"/>
            <a:cs typeface="Times New Roman" panose="02020603050405020304" pitchFamily="18" charset="0"/>
          </a:endParaRPr>
        </a:p>
      </dgm:t>
    </dgm:pt>
    <dgm:pt modelId="{AADE65A8-F7FE-47C0-9681-CA35554A7F8E}" type="sibTrans" cxnId="{B3256E8D-F9C9-415E-BDE7-10741FE4EA21}">
      <dgm:prSet/>
      <dgm:spPr/>
      <dgm:t>
        <a:bodyPr/>
        <a:lstStyle/>
        <a:p>
          <a:endParaRPr lang="en-IN" sz="1800">
            <a:latin typeface="Times New Roman" panose="02020603050405020304" pitchFamily="18" charset="0"/>
            <a:cs typeface="Times New Roman" panose="02020603050405020304" pitchFamily="18" charset="0"/>
          </a:endParaRPr>
        </a:p>
      </dgm:t>
    </dgm:pt>
    <dgm:pt modelId="{B257924A-6394-4670-90EB-6CBAE52BC236}">
      <dgm:prSet phldrT="[Text]" custT="1"/>
      <dgm:spPr>
        <a:ln>
          <a:solidFill>
            <a:schemeClr val="accent1">
              <a:lumMod val="75000"/>
            </a:schemeClr>
          </a:solidFill>
        </a:ln>
      </dgm:spPr>
      <dgm:t>
        <a:bodyPr/>
        <a:lstStyle/>
        <a:p>
          <a:r>
            <a:rPr lang="en-IN" sz="2000" dirty="0">
              <a:latin typeface="Times New Roman" panose="02020603050405020304" pitchFamily="18" charset="0"/>
              <a:cs typeface="Times New Roman" panose="02020603050405020304" pitchFamily="18" charset="0"/>
            </a:rPr>
            <a:t>Introduction</a:t>
          </a:r>
        </a:p>
      </dgm:t>
    </dgm:pt>
    <dgm:pt modelId="{2FB9E638-7AE5-400C-803F-C24D36FA5B54}" type="parTrans" cxnId="{8962B116-268B-4E71-85A8-FAC65D552D3B}">
      <dgm:prSet/>
      <dgm:spPr/>
      <dgm:t>
        <a:bodyPr/>
        <a:lstStyle/>
        <a:p>
          <a:endParaRPr lang="en-IN" sz="1800">
            <a:latin typeface="Times New Roman" panose="02020603050405020304" pitchFamily="18" charset="0"/>
            <a:cs typeface="Times New Roman" panose="02020603050405020304" pitchFamily="18" charset="0"/>
          </a:endParaRPr>
        </a:p>
      </dgm:t>
    </dgm:pt>
    <dgm:pt modelId="{80B950D3-00CF-425F-B2D1-B53A9D8F2871}" type="sibTrans" cxnId="{8962B116-268B-4E71-85A8-FAC65D552D3B}">
      <dgm:prSet/>
      <dgm:spPr/>
      <dgm:t>
        <a:bodyPr/>
        <a:lstStyle/>
        <a:p>
          <a:endParaRPr lang="en-IN" sz="1800">
            <a:latin typeface="Times New Roman" panose="02020603050405020304" pitchFamily="18" charset="0"/>
            <a:cs typeface="Times New Roman" panose="02020603050405020304" pitchFamily="18" charset="0"/>
          </a:endParaRPr>
        </a:p>
      </dgm:t>
    </dgm:pt>
    <dgm:pt modelId="{AB9C8FEF-F9BF-496A-AB3E-1CCC28B93AB6}">
      <dgm:prSet phldrT="[Text]" custT="1"/>
      <dgm:spPr>
        <a:solidFill>
          <a:schemeClr val="accent1">
            <a:lumMod val="75000"/>
          </a:schemeClr>
        </a:solidFill>
      </dgm:spPr>
      <dgm:t>
        <a:bodyPr/>
        <a:lstStyle/>
        <a:p>
          <a:r>
            <a:rPr lang="en-IN" sz="2000" dirty="0">
              <a:latin typeface="Times New Roman" panose="02020603050405020304" pitchFamily="18" charset="0"/>
              <a:cs typeface="Times New Roman" panose="02020603050405020304" pitchFamily="18" charset="0"/>
            </a:rPr>
            <a:t>3</a:t>
          </a:r>
        </a:p>
      </dgm:t>
    </dgm:pt>
    <dgm:pt modelId="{23C51557-EC47-411E-9178-174A568537AF}" type="parTrans" cxnId="{4F7D45EA-CF2F-4502-B125-299EFADAF95C}">
      <dgm:prSet/>
      <dgm:spPr/>
      <dgm:t>
        <a:bodyPr/>
        <a:lstStyle/>
        <a:p>
          <a:endParaRPr lang="en-IN" sz="1800">
            <a:latin typeface="Times New Roman" panose="02020603050405020304" pitchFamily="18" charset="0"/>
            <a:cs typeface="Times New Roman" panose="02020603050405020304" pitchFamily="18" charset="0"/>
          </a:endParaRPr>
        </a:p>
      </dgm:t>
    </dgm:pt>
    <dgm:pt modelId="{A68FAA6A-E700-4F54-A215-31FF62A85301}" type="sibTrans" cxnId="{4F7D45EA-CF2F-4502-B125-299EFADAF95C}">
      <dgm:prSet/>
      <dgm:spPr/>
      <dgm:t>
        <a:bodyPr/>
        <a:lstStyle/>
        <a:p>
          <a:endParaRPr lang="en-IN" sz="1800">
            <a:latin typeface="Times New Roman" panose="02020603050405020304" pitchFamily="18" charset="0"/>
            <a:cs typeface="Times New Roman" panose="02020603050405020304" pitchFamily="18" charset="0"/>
          </a:endParaRPr>
        </a:p>
      </dgm:t>
    </dgm:pt>
    <dgm:pt modelId="{A0DB38BC-6A8E-4C2F-ACFB-821B43D51DD3}">
      <dgm:prSet phldrT="[Text]" custT="1"/>
      <dgm:spPr>
        <a:ln>
          <a:solidFill>
            <a:schemeClr val="accent1">
              <a:lumMod val="75000"/>
            </a:schemeClr>
          </a:solidFill>
        </a:ln>
      </dgm:spPr>
      <dgm:t>
        <a:bodyPr/>
        <a:lstStyle/>
        <a:p>
          <a:r>
            <a:rPr lang="en-IN" sz="2000" dirty="0">
              <a:latin typeface="Times New Roman" panose="02020603050405020304" pitchFamily="18" charset="0"/>
              <a:cs typeface="Times New Roman" panose="02020603050405020304" pitchFamily="18" charset="0"/>
            </a:rPr>
            <a:t>PINNs for High-Speed Fluid Dynamics</a:t>
          </a:r>
        </a:p>
      </dgm:t>
    </dgm:pt>
    <dgm:pt modelId="{48CA5F55-1C22-405B-AE40-218023F2741A}" type="parTrans" cxnId="{6D77C612-5E1C-4CA0-A9D9-DE511D0BED6A}">
      <dgm:prSet/>
      <dgm:spPr/>
      <dgm:t>
        <a:bodyPr/>
        <a:lstStyle/>
        <a:p>
          <a:endParaRPr lang="en-IN" sz="1800">
            <a:latin typeface="Times New Roman" panose="02020603050405020304" pitchFamily="18" charset="0"/>
            <a:cs typeface="Times New Roman" panose="02020603050405020304" pitchFamily="18" charset="0"/>
          </a:endParaRPr>
        </a:p>
      </dgm:t>
    </dgm:pt>
    <dgm:pt modelId="{FD124B2C-E6B8-4134-BE81-A6043338009E}" type="sibTrans" cxnId="{6D77C612-5E1C-4CA0-A9D9-DE511D0BED6A}">
      <dgm:prSet/>
      <dgm:spPr/>
      <dgm:t>
        <a:bodyPr/>
        <a:lstStyle/>
        <a:p>
          <a:endParaRPr lang="en-IN" sz="1800">
            <a:latin typeface="Times New Roman" panose="02020603050405020304" pitchFamily="18" charset="0"/>
            <a:cs typeface="Times New Roman" panose="02020603050405020304" pitchFamily="18" charset="0"/>
          </a:endParaRPr>
        </a:p>
      </dgm:t>
    </dgm:pt>
    <dgm:pt modelId="{C8AB7D71-6F41-428D-AA22-704EA2F22D9A}">
      <dgm:prSet phldrT="[Text]" custT="1"/>
      <dgm:spPr>
        <a:solidFill>
          <a:schemeClr val="accent1">
            <a:lumMod val="75000"/>
          </a:schemeClr>
        </a:solidFill>
      </dgm:spPr>
      <dgm:t>
        <a:bodyPr/>
        <a:lstStyle/>
        <a:p>
          <a:r>
            <a:rPr lang="en-IN" sz="2000" dirty="0">
              <a:latin typeface="Times New Roman" panose="02020603050405020304" pitchFamily="18" charset="0"/>
              <a:cs typeface="Times New Roman" panose="02020603050405020304" pitchFamily="18" charset="0"/>
            </a:rPr>
            <a:t>4</a:t>
          </a:r>
        </a:p>
      </dgm:t>
    </dgm:pt>
    <dgm:pt modelId="{6659CE03-58D8-4DB9-9AE3-9738192E81E3}" type="parTrans" cxnId="{93C58E55-EF4D-46FD-885C-59AC949EE87C}">
      <dgm:prSet/>
      <dgm:spPr/>
      <dgm:t>
        <a:bodyPr/>
        <a:lstStyle/>
        <a:p>
          <a:endParaRPr lang="en-IN" sz="1800">
            <a:latin typeface="Times New Roman" panose="02020603050405020304" pitchFamily="18" charset="0"/>
            <a:cs typeface="Times New Roman" panose="02020603050405020304" pitchFamily="18" charset="0"/>
          </a:endParaRPr>
        </a:p>
      </dgm:t>
    </dgm:pt>
    <dgm:pt modelId="{17CD387B-2A00-4E7A-A5EF-5DC2B24AA6E0}" type="sibTrans" cxnId="{93C58E55-EF4D-46FD-885C-59AC949EE87C}">
      <dgm:prSet/>
      <dgm:spPr/>
      <dgm:t>
        <a:bodyPr/>
        <a:lstStyle/>
        <a:p>
          <a:endParaRPr lang="en-IN" sz="1800">
            <a:latin typeface="Times New Roman" panose="02020603050405020304" pitchFamily="18" charset="0"/>
            <a:cs typeface="Times New Roman" panose="02020603050405020304" pitchFamily="18" charset="0"/>
          </a:endParaRPr>
        </a:p>
      </dgm:t>
    </dgm:pt>
    <dgm:pt modelId="{DD348F68-9EC9-4891-B29A-E71489448C96}">
      <dgm:prSet phldrT="[Text]" custT="1"/>
      <dgm:spPr>
        <a:ln>
          <a:solidFill>
            <a:schemeClr val="accent1">
              <a:lumMod val="75000"/>
            </a:schemeClr>
          </a:solidFill>
        </a:ln>
      </dgm:spPr>
      <dgm:t>
        <a:bodyPr/>
        <a:lstStyle/>
        <a:p>
          <a:r>
            <a:rPr lang="en-IN" sz="2000" dirty="0">
              <a:latin typeface="Times New Roman" panose="02020603050405020304" pitchFamily="18" charset="0"/>
              <a:cs typeface="Times New Roman" panose="02020603050405020304" pitchFamily="18" charset="0"/>
            </a:rPr>
            <a:t>Failure and Challenges</a:t>
          </a:r>
        </a:p>
      </dgm:t>
    </dgm:pt>
    <dgm:pt modelId="{8D825956-948B-4D7E-B592-4D8EB5079A80}" type="parTrans" cxnId="{9A797E06-9B16-435E-A821-AC1CCD7C3F66}">
      <dgm:prSet/>
      <dgm:spPr/>
      <dgm:t>
        <a:bodyPr/>
        <a:lstStyle/>
        <a:p>
          <a:endParaRPr lang="en-IN" sz="1800">
            <a:latin typeface="Times New Roman" panose="02020603050405020304" pitchFamily="18" charset="0"/>
            <a:cs typeface="Times New Roman" panose="02020603050405020304" pitchFamily="18" charset="0"/>
          </a:endParaRPr>
        </a:p>
      </dgm:t>
    </dgm:pt>
    <dgm:pt modelId="{BD79317B-02C8-4C2F-9207-01101FE5ADBA}" type="sibTrans" cxnId="{9A797E06-9B16-435E-A821-AC1CCD7C3F66}">
      <dgm:prSet/>
      <dgm:spPr/>
      <dgm:t>
        <a:bodyPr/>
        <a:lstStyle/>
        <a:p>
          <a:endParaRPr lang="en-IN" sz="1800">
            <a:latin typeface="Times New Roman" panose="02020603050405020304" pitchFamily="18" charset="0"/>
            <a:cs typeface="Times New Roman" panose="02020603050405020304" pitchFamily="18" charset="0"/>
          </a:endParaRPr>
        </a:p>
      </dgm:t>
    </dgm:pt>
    <dgm:pt modelId="{982F2E73-620E-40BA-8E42-5526ECB3312B}">
      <dgm:prSet phldrT="[Text]" custT="1"/>
      <dgm:spPr>
        <a:solidFill>
          <a:schemeClr val="accent1">
            <a:lumMod val="75000"/>
          </a:schemeClr>
        </a:solidFill>
      </dgm:spPr>
      <dgm:t>
        <a:bodyPr/>
        <a:lstStyle/>
        <a:p>
          <a:r>
            <a:rPr lang="en-IN" sz="2000" dirty="0">
              <a:latin typeface="Times New Roman" panose="02020603050405020304" pitchFamily="18" charset="0"/>
              <a:cs typeface="Times New Roman" panose="02020603050405020304" pitchFamily="18" charset="0"/>
            </a:rPr>
            <a:t>5</a:t>
          </a:r>
        </a:p>
      </dgm:t>
    </dgm:pt>
    <dgm:pt modelId="{2FD85160-275F-4298-8231-EDB02B1A8DFE}" type="parTrans" cxnId="{D496155F-4246-4E70-B306-1050A3DDF518}">
      <dgm:prSet/>
      <dgm:spPr/>
      <dgm:t>
        <a:bodyPr/>
        <a:lstStyle/>
        <a:p>
          <a:endParaRPr lang="en-IN" sz="1800">
            <a:latin typeface="Times New Roman" panose="02020603050405020304" pitchFamily="18" charset="0"/>
            <a:cs typeface="Times New Roman" panose="02020603050405020304" pitchFamily="18" charset="0"/>
          </a:endParaRPr>
        </a:p>
      </dgm:t>
    </dgm:pt>
    <dgm:pt modelId="{13EEA3FD-388F-4052-95AB-284D78278C94}" type="sibTrans" cxnId="{D496155F-4246-4E70-B306-1050A3DDF518}">
      <dgm:prSet/>
      <dgm:spPr/>
      <dgm:t>
        <a:bodyPr/>
        <a:lstStyle/>
        <a:p>
          <a:endParaRPr lang="en-IN" sz="1800">
            <a:latin typeface="Times New Roman" panose="02020603050405020304" pitchFamily="18" charset="0"/>
            <a:cs typeface="Times New Roman" panose="02020603050405020304" pitchFamily="18" charset="0"/>
          </a:endParaRPr>
        </a:p>
      </dgm:t>
    </dgm:pt>
    <dgm:pt modelId="{88B6A5A4-8E1A-444F-9F1F-CF8AE2D64314}">
      <dgm:prSet phldrT="[Text]" custT="1"/>
      <dgm:spPr>
        <a:ln>
          <a:solidFill>
            <a:schemeClr val="accent1">
              <a:lumMod val="75000"/>
            </a:schemeClr>
          </a:solidFill>
        </a:ln>
      </dgm:spPr>
      <dgm:t>
        <a:bodyPr/>
        <a:lstStyle/>
        <a:p>
          <a:r>
            <a:rPr lang="en-IN" sz="2000" dirty="0">
              <a:latin typeface="Times New Roman" panose="02020603050405020304" pitchFamily="18" charset="0"/>
              <a:cs typeface="Times New Roman" panose="02020603050405020304" pitchFamily="18" charset="0"/>
            </a:rPr>
            <a:t>Conclusion and Future Work </a:t>
          </a:r>
        </a:p>
      </dgm:t>
    </dgm:pt>
    <dgm:pt modelId="{E7A3198E-8D5E-4657-AE60-6E68396565FD}" type="parTrans" cxnId="{A6A84741-31C4-4C8A-8270-2B3944138CD0}">
      <dgm:prSet/>
      <dgm:spPr/>
      <dgm:t>
        <a:bodyPr/>
        <a:lstStyle/>
        <a:p>
          <a:endParaRPr lang="en-IN" sz="1800">
            <a:latin typeface="Times New Roman" panose="02020603050405020304" pitchFamily="18" charset="0"/>
            <a:cs typeface="Times New Roman" panose="02020603050405020304" pitchFamily="18" charset="0"/>
          </a:endParaRPr>
        </a:p>
      </dgm:t>
    </dgm:pt>
    <dgm:pt modelId="{100218BD-36D2-4F98-A3C1-84B29F166148}" type="sibTrans" cxnId="{A6A84741-31C4-4C8A-8270-2B3944138CD0}">
      <dgm:prSet/>
      <dgm:spPr/>
      <dgm:t>
        <a:bodyPr/>
        <a:lstStyle/>
        <a:p>
          <a:endParaRPr lang="en-IN" sz="1800">
            <a:latin typeface="Times New Roman" panose="02020603050405020304" pitchFamily="18" charset="0"/>
            <a:cs typeface="Times New Roman" panose="02020603050405020304" pitchFamily="18" charset="0"/>
          </a:endParaRPr>
        </a:p>
      </dgm:t>
    </dgm:pt>
    <dgm:pt modelId="{98F81264-BA5D-4470-B1B1-CD4E040F9FB2}">
      <dgm:prSet custT="1"/>
      <dgm:spPr>
        <a:solidFill>
          <a:schemeClr val="accent1">
            <a:lumMod val="75000"/>
          </a:schemeClr>
        </a:solidFill>
      </dgm:spPr>
      <dgm:t>
        <a:bodyPr/>
        <a:lstStyle/>
        <a:p>
          <a:r>
            <a:rPr lang="en-IN" sz="2000" dirty="0">
              <a:latin typeface="Times New Roman" panose="02020603050405020304" pitchFamily="18" charset="0"/>
              <a:cs typeface="Times New Roman" panose="02020603050405020304" pitchFamily="18" charset="0"/>
            </a:rPr>
            <a:t>2</a:t>
          </a:r>
        </a:p>
      </dgm:t>
    </dgm:pt>
    <dgm:pt modelId="{67344133-27D8-4FB3-8B53-B2993FB3B719}" type="parTrans" cxnId="{CA9C99DB-3FB4-471F-AC6D-6385DD1C585A}">
      <dgm:prSet/>
      <dgm:spPr/>
      <dgm:t>
        <a:bodyPr/>
        <a:lstStyle/>
        <a:p>
          <a:endParaRPr lang="en-IN"/>
        </a:p>
      </dgm:t>
    </dgm:pt>
    <dgm:pt modelId="{B23F640E-89ED-495D-90A8-43A00EA198A9}" type="sibTrans" cxnId="{CA9C99DB-3FB4-471F-AC6D-6385DD1C585A}">
      <dgm:prSet/>
      <dgm:spPr/>
      <dgm:t>
        <a:bodyPr/>
        <a:lstStyle/>
        <a:p>
          <a:endParaRPr lang="en-IN"/>
        </a:p>
      </dgm:t>
    </dgm:pt>
    <dgm:pt modelId="{0EE7A28A-152B-4105-8B0D-09E352576F25}">
      <dgm:prSet custT="1"/>
      <dgm:spPr>
        <a:ln>
          <a:solidFill>
            <a:schemeClr val="accent1">
              <a:lumMod val="75000"/>
            </a:schemeClr>
          </a:solidFill>
        </a:ln>
      </dgm:spPr>
      <dgm:t>
        <a:bodyPr/>
        <a:lstStyle/>
        <a:p>
          <a:r>
            <a:rPr lang="en-IN" sz="2000">
              <a:latin typeface="Times New Roman" panose="02020603050405020304" pitchFamily="18" charset="0"/>
              <a:cs typeface="Times New Roman" panose="02020603050405020304" pitchFamily="18" charset="0"/>
            </a:rPr>
            <a:t>Methodology </a:t>
          </a:r>
          <a:endParaRPr lang="en-IN" sz="2000" dirty="0">
            <a:latin typeface="Times New Roman" panose="02020603050405020304" pitchFamily="18" charset="0"/>
            <a:cs typeface="Times New Roman" panose="02020603050405020304" pitchFamily="18" charset="0"/>
          </a:endParaRPr>
        </a:p>
      </dgm:t>
    </dgm:pt>
    <dgm:pt modelId="{8E9BEDEA-6B30-4D80-807D-5D0725D8819A}" type="parTrans" cxnId="{B663EA8D-4BA7-41A1-AB19-CE671CC34781}">
      <dgm:prSet/>
      <dgm:spPr/>
      <dgm:t>
        <a:bodyPr/>
        <a:lstStyle/>
        <a:p>
          <a:endParaRPr lang="en-IN"/>
        </a:p>
      </dgm:t>
    </dgm:pt>
    <dgm:pt modelId="{B50059B1-854B-4DF7-9DB0-820163C7838F}" type="sibTrans" cxnId="{B663EA8D-4BA7-41A1-AB19-CE671CC34781}">
      <dgm:prSet/>
      <dgm:spPr/>
      <dgm:t>
        <a:bodyPr/>
        <a:lstStyle/>
        <a:p>
          <a:endParaRPr lang="en-IN"/>
        </a:p>
      </dgm:t>
    </dgm:pt>
    <dgm:pt modelId="{3796F924-8C05-49FC-B6BA-BF29A895EA38}" type="pres">
      <dgm:prSet presAssocID="{2099F601-5335-4F44-B1F6-B23573362C1C}" presName="linearFlow" presStyleCnt="0">
        <dgm:presLayoutVars>
          <dgm:dir/>
          <dgm:animLvl val="lvl"/>
          <dgm:resizeHandles val="exact"/>
        </dgm:presLayoutVars>
      </dgm:prSet>
      <dgm:spPr/>
    </dgm:pt>
    <dgm:pt modelId="{992CD7EB-A5AD-4B99-A4A0-CF3875E8BA8F}" type="pres">
      <dgm:prSet presAssocID="{EBDDC2D8-4627-4076-8943-9185D78C4E0D}" presName="composite" presStyleCnt="0"/>
      <dgm:spPr/>
    </dgm:pt>
    <dgm:pt modelId="{AB244B14-BDD6-4942-8971-6063B4C9F91C}" type="pres">
      <dgm:prSet presAssocID="{EBDDC2D8-4627-4076-8943-9185D78C4E0D}" presName="parentText" presStyleLbl="alignNode1" presStyleIdx="0" presStyleCnt="5">
        <dgm:presLayoutVars>
          <dgm:chMax val="1"/>
          <dgm:bulletEnabled val="1"/>
        </dgm:presLayoutVars>
      </dgm:prSet>
      <dgm:spPr/>
    </dgm:pt>
    <dgm:pt modelId="{AD243F23-4D4E-4980-A388-1B1053BB60B9}" type="pres">
      <dgm:prSet presAssocID="{EBDDC2D8-4627-4076-8943-9185D78C4E0D}" presName="descendantText" presStyleLbl="alignAcc1" presStyleIdx="0" presStyleCnt="5">
        <dgm:presLayoutVars>
          <dgm:bulletEnabled val="1"/>
        </dgm:presLayoutVars>
      </dgm:prSet>
      <dgm:spPr/>
    </dgm:pt>
    <dgm:pt modelId="{B5A48B5C-F5D7-4DE6-97B6-E125F76869DB}" type="pres">
      <dgm:prSet presAssocID="{AADE65A8-F7FE-47C0-9681-CA35554A7F8E}" presName="sp" presStyleCnt="0"/>
      <dgm:spPr/>
    </dgm:pt>
    <dgm:pt modelId="{3BD0AA4B-93D7-4292-A8E1-BE0C61992842}" type="pres">
      <dgm:prSet presAssocID="{98F81264-BA5D-4470-B1B1-CD4E040F9FB2}" presName="composite" presStyleCnt="0"/>
      <dgm:spPr/>
    </dgm:pt>
    <dgm:pt modelId="{166EE533-AF66-4109-BEC8-71BFE7E0DE25}" type="pres">
      <dgm:prSet presAssocID="{98F81264-BA5D-4470-B1B1-CD4E040F9FB2}" presName="parentText" presStyleLbl="alignNode1" presStyleIdx="1" presStyleCnt="5">
        <dgm:presLayoutVars>
          <dgm:chMax val="1"/>
          <dgm:bulletEnabled val="1"/>
        </dgm:presLayoutVars>
      </dgm:prSet>
      <dgm:spPr/>
    </dgm:pt>
    <dgm:pt modelId="{1477C843-F6A8-4AA2-9C21-ABA0ED5B44E0}" type="pres">
      <dgm:prSet presAssocID="{98F81264-BA5D-4470-B1B1-CD4E040F9FB2}" presName="descendantText" presStyleLbl="alignAcc1" presStyleIdx="1" presStyleCnt="5">
        <dgm:presLayoutVars>
          <dgm:bulletEnabled val="1"/>
        </dgm:presLayoutVars>
      </dgm:prSet>
      <dgm:spPr/>
    </dgm:pt>
    <dgm:pt modelId="{81A5E513-86D3-41A2-87B8-4021EDABE9FA}" type="pres">
      <dgm:prSet presAssocID="{B23F640E-89ED-495D-90A8-43A00EA198A9}" presName="sp" presStyleCnt="0"/>
      <dgm:spPr/>
    </dgm:pt>
    <dgm:pt modelId="{83729348-609B-493E-95DD-68B116BDB5BF}" type="pres">
      <dgm:prSet presAssocID="{AB9C8FEF-F9BF-496A-AB3E-1CCC28B93AB6}" presName="composite" presStyleCnt="0"/>
      <dgm:spPr/>
    </dgm:pt>
    <dgm:pt modelId="{0FC78602-5F7F-41C9-886E-525FCFE64A24}" type="pres">
      <dgm:prSet presAssocID="{AB9C8FEF-F9BF-496A-AB3E-1CCC28B93AB6}" presName="parentText" presStyleLbl="alignNode1" presStyleIdx="2" presStyleCnt="5">
        <dgm:presLayoutVars>
          <dgm:chMax val="1"/>
          <dgm:bulletEnabled val="1"/>
        </dgm:presLayoutVars>
      </dgm:prSet>
      <dgm:spPr/>
    </dgm:pt>
    <dgm:pt modelId="{8899E596-4693-4B84-AF92-43E4F3D29F78}" type="pres">
      <dgm:prSet presAssocID="{AB9C8FEF-F9BF-496A-AB3E-1CCC28B93AB6}" presName="descendantText" presStyleLbl="alignAcc1" presStyleIdx="2" presStyleCnt="5">
        <dgm:presLayoutVars>
          <dgm:bulletEnabled val="1"/>
        </dgm:presLayoutVars>
      </dgm:prSet>
      <dgm:spPr/>
    </dgm:pt>
    <dgm:pt modelId="{1FD2AE96-3390-45AF-BEA4-0A2B03C7A3D5}" type="pres">
      <dgm:prSet presAssocID="{A68FAA6A-E700-4F54-A215-31FF62A85301}" presName="sp" presStyleCnt="0"/>
      <dgm:spPr/>
    </dgm:pt>
    <dgm:pt modelId="{35EB69BA-7912-4D50-9DC6-7BBB3A7DE505}" type="pres">
      <dgm:prSet presAssocID="{C8AB7D71-6F41-428D-AA22-704EA2F22D9A}" presName="composite" presStyleCnt="0"/>
      <dgm:spPr/>
    </dgm:pt>
    <dgm:pt modelId="{4729112A-422C-47A1-8A58-DB0E4A5CE478}" type="pres">
      <dgm:prSet presAssocID="{C8AB7D71-6F41-428D-AA22-704EA2F22D9A}" presName="parentText" presStyleLbl="alignNode1" presStyleIdx="3" presStyleCnt="5">
        <dgm:presLayoutVars>
          <dgm:chMax val="1"/>
          <dgm:bulletEnabled val="1"/>
        </dgm:presLayoutVars>
      </dgm:prSet>
      <dgm:spPr/>
    </dgm:pt>
    <dgm:pt modelId="{201353E5-49AB-4EEB-9DCF-175C222DC070}" type="pres">
      <dgm:prSet presAssocID="{C8AB7D71-6F41-428D-AA22-704EA2F22D9A}" presName="descendantText" presStyleLbl="alignAcc1" presStyleIdx="3" presStyleCnt="5">
        <dgm:presLayoutVars>
          <dgm:bulletEnabled val="1"/>
        </dgm:presLayoutVars>
      </dgm:prSet>
      <dgm:spPr/>
    </dgm:pt>
    <dgm:pt modelId="{5642567A-4552-411E-85B8-629A970FBF1B}" type="pres">
      <dgm:prSet presAssocID="{17CD387B-2A00-4E7A-A5EF-5DC2B24AA6E0}" presName="sp" presStyleCnt="0"/>
      <dgm:spPr/>
    </dgm:pt>
    <dgm:pt modelId="{EF1642FA-87A6-4E4D-A9FC-4446C970D689}" type="pres">
      <dgm:prSet presAssocID="{982F2E73-620E-40BA-8E42-5526ECB3312B}" presName="composite" presStyleCnt="0"/>
      <dgm:spPr/>
    </dgm:pt>
    <dgm:pt modelId="{4DBE2B19-7B0D-461C-B22E-E77DE81DE3EE}" type="pres">
      <dgm:prSet presAssocID="{982F2E73-620E-40BA-8E42-5526ECB3312B}" presName="parentText" presStyleLbl="alignNode1" presStyleIdx="4" presStyleCnt="5">
        <dgm:presLayoutVars>
          <dgm:chMax val="1"/>
          <dgm:bulletEnabled val="1"/>
        </dgm:presLayoutVars>
      </dgm:prSet>
      <dgm:spPr/>
    </dgm:pt>
    <dgm:pt modelId="{D6C11D76-C466-414B-95D6-42FEFE0F1702}" type="pres">
      <dgm:prSet presAssocID="{982F2E73-620E-40BA-8E42-5526ECB3312B}" presName="descendantText" presStyleLbl="alignAcc1" presStyleIdx="4" presStyleCnt="5">
        <dgm:presLayoutVars>
          <dgm:bulletEnabled val="1"/>
        </dgm:presLayoutVars>
      </dgm:prSet>
      <dgm:spPr/>
    </dgm:pt>
  </dgm:ptLst>
  <dgm:cxnLst>
    <dgm:cxn modelId="{9A797E06-9B16-435E-A821-AC1CCD7C3F66}" srcId="{C8AB7D71-6F41-428D-AA22-704EA2F22D9A}" destId="{DD348F68-9EC9-4891-B29A-E71489448C96}" srcOrd="0" destOrd="0" parTransId="{8D825956-948B-4D7E-B592-4D8EB5079A80}" sibTransId="{BD79317B-02C8-4C2F-9207-01101FE5ADBA}"/>
    <dgm:cxn modelId="{6647EC09-4BFC-46C0-AC69-C6BBE655E22B}" type="presOf" srcId="{C8AB7D71-6F41-428D-AA22-704EA2F22D9A}" destId="{4729112A-422C-47A1-8A58-DB0E4A5CE478}" srcOrd="0" destOrd="0" presId="urn:microsoft.com/office/officeart/2005/8/layout/chevron2"/>
    <dgm:cxn modelId="{6D77C612-5E1C-4CA0-A9D9-DE511D0BED6A}" srcId="{AB9C8FEF-F9BF-496A-AB3E-1CCC28B93AB6}" destId="{A0DB38BC-6A8E-4C2F-ACFB-821B43D51DD3}" srcOrd="0" destOrd="0" parTransId="{48CA5F55-1C22-405B-AE40-218023F2741A}" sibTransId="{FD124B2C-E6B8-4134-BE81-A6043338009E}"/>
    <dgm:cxn modelId="{8962B116-268B-4E71-85A8-FAC65D552D3B}" srcId="{EBDDC2D8-4627-4076-8943-9185D78C4E0D}" destId="{B257924A-6394-4670-90EB-6CBAE52BC236}" srcOrd="0" destOrd="0" parTransId="{2FB9E638-7AE5-400C-803F-C24D36FA5B54}" sibTransId="{80B950D3-00CF-425F-B2D1-B53A9D8F2871}"/>
    <dgm:cxn modelId="{FE2C6834-5A64-4840-8D6A-C29F97A1D986}" type="presOf" srcId="{2099F601-5335-4F44-B1F6-B23573362C1C}" destId="{3796F924-8C05-49FC-B6BA-BF29A895EA38}" srcOrd="0" destOrd="0" presId="urn:microsoft.com/office/officeart/2005/8/layout/chevron2"/>
    <dgm:cxn modelId="{6AE0143A-D142-48B6-BF61-6DE1D1404D51}" type="presOf" srcId="{0EE7A28A-152B-4105-8B0D-09E352576F25}" destId="{1477C843-F6A8-4AA2-9C21-ABA0ED5B44E0}" srcOrd="0" destOrd="0" presId="urn:microsoft.com/office/officeart/2005/8/layout/chevron2"/>
    <dgm:cxn modelId="{D496155F-4246-4E70-B306-1050A3DDF518}" srcId="{2099F601-5335-4F44-B1F6-B23573362C1C}" destId="{982F2E73-620E-40BA-8E42-5526ECB3312B}" srcOrd="4" destOrd="0" parTransId="{2FD85160-275F-4298-8231-EDB02B1A8DFE}" sibTransId="{13EEA3FD-388F-4052-95AB-284D78278C94}"/>
    <dgm:cxn modelId="{A6A84741-31C4-4C8A-8270-2B3944138CD0}" srcId="{982F2E73-620E-40BA-8E42-5526ECB3312B}" destId="{88B6A5A4-8E1A-444F-9F1F-CF8AE2D64314}" srcOrd="0" destOrd="0" parTransId="{E7A3198E-8D5E-4657-AE60-6E68396565FD}" sibTransId="{100218BD-36D2-4F98-A3C1-84B29F166148}"/>
    <dgm:cxn modelId="{918B1A42-856B-4A85-BB16-EB1302C688EF}" type="presOf" srcId="{98F81264-BA5D-4470-B1B1-CD4E040F9FB2}" destId="{166EE533-AF66-4109-BEC8-71BFE7E0DE25}" srcOrd="0" destOrd="0" presId="urn:microsoft.com/office/officeart/2005/8/layout/chevron2"/>
    <dgm:cxn modelId="{987D4562-2046-48D4-B7FB-DADEC9C2D070}" type="presOf" srcId="{B257924A-6394-4670-90EB-6CBAE52BC236}" destId="{AD243F23-4D4E-4980-A388-1B1053BB60B9}" srcOrd="0" destOrd="0" presId="urn:microsoft.com/office/officeart/2005/8/layout/chevron2"/>
    <dgm:cxn modelId="{BF4D0944-D3DF-4794-BAF5-E63B33E3B5E2}" type="presOf" srcId="{AB9C8FEF-F9BF-496A-AB3E-1CCC28B93AB6}" destId="{0FC78602-5F7F-41C9-886E-525FCFE64A24}" srcOrd="0" destOrd="0" presId="urn:microsoft.com/office/officeart/2005/8/layout/chevron2"/>
    <dgm:cxn modelId="{93C58E55-EF4D-46FD-885C-59AC949EE87C}" srcId="{2099F601-5335-4F44-B1F6-B23573362C1C}" destId="{C8AB7D71-6F41-428D-AA22-704EA2F22D9A}" srcOrd="3" destOrd="0" parTransId="{6659CE03-58D8-4DB9-9AE3-9738192E81E3}" sibTransId="{17CD387B-2A00-4E7A-A5EF-5DC2B24AA6E0}"/>
    <dgm:cxn modelId="{B3256E8D-F9C9-415E-BDE7-10741FE4EA21}" srcId="{2099F601-5335-4F44-B1F6-B23573362C1C}" destId="{EBDDC2D8-4627-4076-8943-9185D78C4E0D}" srcOrd="0" destOrd="0" parTransId="{D7C7708C-BCE7-42F5-AA91-4D835D5D192C}" sibTransId="{AADE65A8-F7FE-47C0-9681-CA35554A7F8E}"/>
    <dgm:cxn modelId="{B663EA8D-4BA7-41A1-AB19-CE671CC34781}" srcId="{98F81264-BA5D-4470-B1B1-CD4E040F9FB2}" destId="{0EE7A28A-152B-4105-8B0D-09E352576F25}" srcOrd="0" destOrd="0" parTransId="{8E9BEDEA-6B30-4D80-807D-5D0725D8819A}" sibTransId="{B50059B1-854B-4DF7-9DB0-820163C7838F}"/>
    <dgm:cxn modelId="{36C143A6-4323-4E09-B88C-DAD49A79B36E}" type="presOf" srcId="{A0DB38BC-6A8E-4C2F-ACFB-821B43D51DD3}" destId="{8899E596-4693-4B84-AF92-43E4F3D29F78}" srcOrd="0" destOrd="0" presId="urn:microsoft.com/office/officeart/2005/8/layout/chevron2"/>
    <dgm:cxn modelId="{02CE89B2-1AE9-4D07-B80D-C76190531684}" type="presOf" srcId="{982F2E73-620E-40BA-8E42-5526ECB3312B}" destId="{4DBE2B19-7B0D-461C-B22E-E77DE81DE3EE}" srcOrd="0" destOrd="0" presId="urn:microsoft.com/office/officeart/2005/8/layout/chevron2"/>
    <dgm:cxn modelId="{14CCA8C1-9D28-48F5-B80E-F868021DF5E5}" type="presOf" srcId="{EBDDC2D8-4627-4076-8943-9185D78C4E0D}" destId="{AB244B14-BDD6-4942-8971-6063B4C9F91C}" srcOrd="0" destOrd="0" presId="urn:microsoft.com/office/officeart/2005/8/layout/chevron2"/>
    <dgm:cxn modelId="{420015C3-7996-4974-90F5-01EAA5DDB1D8}" type="presOf" srcId="{88B6A5A4-8E1A-444F-9F1F-CF8AE2D64314}" destId="{D6C11D76-C466-414B-95D6-42FEFE0F1702}" srcOrd="0" destOrd="0" presId="urn:microsoft.com/office/officeart/2005/8/layout/chevron2"/>
    <dgm:cxn modelId="{CA9C99DB-3FB4-471F-AC6D-6385DD1C585A}" srcId="{2099F601-5335-4F44-B1F6-B23573362C1C}" destId="{98F81264-BA5D-4470-B1B1-CD4E040F9FB2}" srcOrd="1" destOrd="0" parTransId="{67344133-27D8-4FB3-8B53-B2993FB3B719}" sibTransId="{B23F640E-89ED-495D-90A8-43A00EA198A9}"/>
    <dgm:cxn modelId="{1A938BE2-3607-4AF9-80F4-2834F122857E}" type="presOf" srcId="{DD348F68-9EC9-4891-B29A-E71489448C96}" destId="{201353E5-49AB-4EEB-9DCF-175C222DC070}" srcOrd="0" destOrd="0" presId="urn:microsoft.com/office/officeart/2005/8/layout/chevron2"/>
    <dgm:cxn modelId="{4F7D45EA-CF2F-4502-B125-299EFADAF95C}" srcId="{2099F601-5335-4F44-B1F6-B23573362C1C}" destId="{AB9C8FEF-F9BF-496A-AB3E-1CCC28B93AB6}" srcOrd="2" destOrd="0" parTransId="{23C51557-EC47-411E-9178-174A568537AF}" sibTransId="{A68FAA6A-E700-4F54-A215-31FF62A85301}"/>
    <dgm:cxn modelId="{297E9462-1C36-4F7F-ADBA-8FBABB863015}" type="presParOf" srcId="{3796F924-8C05-49FC-B6BA-BF29A895EA38}" destId="{992CD7EB-A5AD-4B99-A4A0-CF3875E8BA8F}" srcOrd="0" destOrd="0" presId="urn:microsoft.com/office/officeart/2005/8/layout/chevron2"/>
    <dgm:cxn modelId="{D2A82547-8E2B-429B-A83D-1B9483B78A63}" type="presParOf" srcId="{992CD7EB-A5AD-4B99-A4A0-CF3875E8BA8F}" destId="{AB244B14-BDD6-4942-8971-6063B4C9F91C}" srcOrd="0" destOrd="0" presId="urn:microsoft.com/office/officeart/2005/8/layout/chevron2"/>
    <dgm:cxn modelId="{62F1B72E-2EAB-47BB-BF8C-73AE29ACED19}" type="presParOf" srcId="{992CD7EB-A5AD-4B99-A4A0-CF3875E8BA8F}" destId="{AD243F23-4D4E-4980-A388-1B1053BB60B9}" srcOrd="1" destOrd="0" presId="urn:microsoft.com/office/officeart/2005/8/layout/chevron2"/>
    <dgm:cxn modelId="{754F176B-B4CF-4585-A3F9-DDD567C23B6D}" type="presParOf" srcId="{3796F924-8C05-49FC-B6BA-BF29A895EA38}" destId="{B5A48B5C-F5D7-4DE6-97B6-E125F76869DB}" srcOrd="1" destOrd="0" presId="urn:microsoft.com/office/officeart/2005/8/layout/chevron2"/>
    <dgm:cxn modelId="{CD1747C5-EF74-4D50-9D1B-22D41B56BEFF}" type="presParOf" srcId="{3796F924-8C05-49FC-B6BA-BF29A895EA38}" destId="{3BD0AA4B-93D7-4292-A8E1-BE0C61992842}" srcOrd="2" destOrd="0" presId="urn:microsoft.com/office/officeart/2005/8/layout/chevron2"/>
    <dgm:cxn modelId="{BC3BF354-1CFD-449D-970F-2348DA82233A}" type="presParOf" srcId="{3BD0AA4B-93D7-4292-A8E1-BE0C61992842}" destId="{166EE533-AF66-4109-BEC8-71BFE7E0DE25}" srcOrd="0" destOrd="0" presId="urn:microsoft.com/office/officeart/2005/8/layout/chevron2"/>
    <dgm:cxn modelId="{0A7A2FD1-5620-4C71-BBE9-F172FE2B35D2}" type="presParOf" srcId="{3BD0AA4B-93D7-4292-A8E1-BE0C61992842}" destId="{1477C843-F6A8-4AA2-9C21-ABA0ED5B44E0}" srcOrd="1" destOrd="0" presId="urn:microsoft.com/office/officeart/2005/8/layout/chevron2"/>
    <dgm:cxn modelId="{81F1C2D8-FF95-4956-A13E-B998BA649D00}" type="presParOf" srcId="{3796F924-8C05-49FC-B6BA-BF29A895EA38}" destId="{81A5E513-86D3-41A2-87B8-4021EDABE9FA}" srcOrd="3" destOrd="0" presId="urn:microsoft.com/office/officeart/2005/8/layout/chevron2"/>
    <dgm:cxn modelId="{BA4B24EB-63FD-409E-9623-988A993F5CBE}" type="presParOf" srcId="{3796F924-8C05-49FC-B6BA-BF29A895EA38}" destId="{83729348-609B-493E-95DD-68B116BDB5BF}" srcOrd="4" destOrd="0" presId="urn:microsoft.com/office/officeart/2005/8/layout/chevron2"/>
    <dgm:cxn modelId="{D1A01379-0237-4DD4-8CE8-091A9AE9DC18}" type="presParOf" srcId="{83729348-609B-493E-95DD-68B116BDB5BF}" destId="{0FC78602-5F7F-41C9-886E-525FCFE64A24}" srcOrd="0" destOrd="0" presId="urn:microsoft.com/office/officeart/2005/8/layout/chevron2"/>
    <dgm:cxn modelId="{73022095-6C4B-4705-BDB6-FDE617760086}" type="presParOf" srcId="{83729348-609B-493E-95DD-68B116BDB5BF}" destId="{8899E596-4693-4B84-AF92-43E4F3D29F78}" srcOrd="1" destOrd="0" presId="urn:microsoft.com/office/officeart/2005/8/layout/chevron2"/>
    <dgm:cxn modelId="{E2880F24-3DA1-4BAC-B6B4-C408A0D6F6CC}" type="presParOf" srcId="{3796F924-8C05-49FC-B6BA-BF29A895EA38}" destId="{1FD2AE96-3390-45AF-BEA4-0A2B03C7A3D5}" srcOrd="5" destOrd="0" presId="urn:microsoft.com/office/officeart/2005/8/layout/chevron2"/>
    <dgm:cxn modelId="{945CDBCF-1BDE-4FCC-B81A-C75BB4D67E07}" type="presParOf" srcId="{3796F924-8C05-49FC-B6BA-BF29A895EA38}" destId="{35EB69BA-7912-4D50-9DC6-7BBB3A7DE505}" srcOrd="6" destOrd="0" presId="urn:microsoft.com/office/officeart/2005/8/layout/chevron2"/>
    <dgm:cxn modelId="{8CFBDCE8-A56A-4219-8531-A16F8637F878}" type="presParOf" srcId="{35EB69BA-7912-4D50-9DC6-7BBB3A7DE505}" destId="{4729112A-422C-47A1-8A58-DB0E4A5CE478}" srcOrd="0" destOrd="0" presId="urn:microsoft.com/office/officeart/2005/8/layout/chevron2"/>
    <dgm:cxn modelId="{D7904089-24FE-41C2-BE9A-7694D76244C1}" type="presParOf" srcId="{35EB69BA-7912-4D50-9DC6-7BBB3A7DE505}" destId="{201353E5-49AB-4EEB-9DCF-175C222DC070}" srcOrd="1" destOrd="0" presId="urn:microsoft.com/office/officeart/2005/8/layout/chevron2"/>
    <dgm:cxn modelId="{2DAB39FD-BB3D-4687-8B62-025DD4D1CAFE}" type="presParOf" srcId="{3796F924-8C05-49FC-B6BA-BF29A895EA38}" destId="{5642567A-4552-411E-85B8-629A970FBF1B}" srcOrd="7" destOrd="0" presId="urn:microsoft.com/office/officeart/2005/8/layout/chevron2"/>
    <dgm:cxn modelId="{6B81F164-87D7-42D4-AC8F-FF9F1E75A566}" type="presParOf" srcId="{3796F924-8C05-49FC-B6BA-BF29A895EA38}" destId="{EF1642FA-87A6-4E4D-A9FC-4446C970D689}" srcOrd="8" destOrd="0" presId="urn:microsoft.com/office/officeart/2005/8/layout/chevron2"/>
    <dgm:cxn modelId="{AE50EE2F-A979-4E71-AB43-31064E35D3AE}" type="presParOf" srcId="{EF1642FA-87A6-4E4D-A9FC-4446C970D689}" destId="{4DBE2B19-7B0D-461C-B22E-E77DE81DE3EE}" srcOrd="0" destOrd="0" presId="urn:microsoft.com/office/officeart/2005/8/layout/chevron2"/>
    <dgm:cxn modelId="{969B031B-EBB6-4B3B-B951-28514C0F3B0E}" type="presParOf" srcId="{EF1642FA-87A6-4E4D-A9FC-4446C970D689}" destId="{D6C11D76-C466-414B-95D6-42FEFE0F1702}"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244B14-BDD6-4942-8971-6063B4C9F91C}">
      <dsp:nvSpPr>
        <dsp:cNvPr id="0" name=""/>
        <dsp:cNvSpPr/>
      </dsp:nvSpPr>
      <dsp:spPr>
        <a:xfrm rot="5400000">
          <a:off x="-177775" y="180482"/>
          <a:ext cx="1185171" cy="829619"/>
        </a:xfrm>
        <a:prstGeom prst="chevron">
          <a:avLst/>
        </a:prstGeom>
        <a:solidFill>
          <a:schemeClr val="accent1">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1</a:t>
          </a:r>
        </a:p>
      </dsp:txBody>
      <dsp:txXfrm rot="-5400000">
        <a:off x="2" y="417516"/>
        <a:ext cx="829619" cy="355552"/>
      </dsp:txXfrm>
    </dsp:sp>
    <dsp:sp modelId="{AD243F23-4D4E-4980-A388-1B1053BB60B9}">
      <dsp:nvSpPr>
        <dsp:cNvPr id="0" name=""/>
        <dsp:cNvSpPr/>
      </dsp:nvSpPr>
      <dsp:spPr>
        <a:xfrm rot="5400000">
          <a:off x="5287429" y="-4455102"/>
          <a:ext cx="770361" cy="9685980"/>
        </a:xfrm>
        <a:prstGeom prst="round2SameRect">
          <a:avLst/>
        </a:prstGeom>
        <a:solidFill>
          <a:schemeClr val="lt1">
            <a:alpha val="90000"/>
            <a:hueOff val="0"/>
            <a:satOff val="0"/>
            <a:lumOff val="0"/>
            <a:alphaOff val="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IN" sz="2000" kern="1200" dirty="0">
              <a:latin typeface="Times New Roman" panose="02020603050405020304" pitchFamily="18" charset="0"/>
              <a:cs typeface="Times New Roman" panose="02020603050405020304" pitchFamily="18" charset="0"/>
            </a:rPr>
            <a:t>Introduction</a:t>
          </a:r>
        </a:p>
      </dsp:txBody>
      <dsp:txXfrm rot="-5400000">
        <a:off x="829620" y="40313"/>
        <a:ext cx="9648374" cy="695149"/>
      </dsp:txXfrm>
    </dsp:sp>
    <dsp:sp modelId="{166EE533-AF66-4109-BEC8-71BFE7E0DE25}">
      <dsp:nvSpPr>
        <dsp:cNvPr id="0" name=""/>
        <dsp:cNvSpPr/>
      </dsp:nvSpPr>
      <dsp:spPr>
        <a:xfrm rot="5400000">
          <a:off x="-177775" y="1249520"/>
          <a:ext cx="1185171" cy="829619"/>
        </a:xfrm>
        <a:prstGeom prst="chevron">
          <a:avLst/>
        </a:prstGeom>
        <a:solidFill>
          <a:schemeClr val="accent1">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2</a:t>
          </a:r>
        </a:p>
      </dsp:txBody>
      <dsp:txXfrm rot="-5400000">
        <a:off x="2" y="1486554"/>
        <a:ext cx="829619" cy="355552"/>
      </dsp:txXfrm>
    </dsp:sp>
    <dsp:sp modelId="{1477C843-F6A8-4AA2-9C21-ABA0ED5B44E0}">
      <dsp:nvSpPr>
        <dsp:cNvPr id="0" name=""/>
        <dsp:cNvSpPr/>
      </dsp:nvSpPr>
      <dsp:spPr>
        <a:xfrm rot="5400000">
          <a:off x="5287429" y="-3386064"/>
          <a:ext cx="770361" cy="9685980"/>
        </a:xfrm>
        <a:prstGeom prst="round2SameRect">
          <a:avLst/>
        </a:prstGeom>
        <a:solidFill>
          <a:schemeClr val="lt1">
            <a:alpha val="90000"/>
            <a:hueOff val="0"/>
            <a:satOff val="0"/>
            <a:lumOff val="0"/>
            <a:alphaOff val="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IN" sz="2000" kern="1200">
              <a:latin typeface="Times New Roman" panose="02020603050405020304" pitchFamily="18" charset="0"/>
              <a:cs typeface="Times New Roman" panose="02020603050405020304" pitchFamily="18" charset="0"/>
            </a:rPr>
            <a:t>Methodology </a:t>
          </a:r>
          <a:endParaRPr lang="en-IN" sz="2000" kern="1200" dirty="0">
            <a:latin typeface="Times New Roman" panose="02020603050405020304" pitchFamily="18" charset="0"/>
            <a:cs typeface="Times New Roman" panose="02020603050405020304" pitchFamily="18" charset="0"/>
          </a:endParaRPr>
        </a:p>
      </dsp:txBody>
      <dsp:txXfrm rot="-5400000">
        <a:off x="829620" y="1109351"/>
        <a:ext cx="9648374" cy="695149"/>
      </dsp:txXfrm>
    </dsp:sp>
    <dsp:sp modelId="{0FC78602-5F7F-41C9-886E-525FCFE64A24}">
      <dsp:nvSpPr>
        <dsp:cNvPr id="0" name=""/>
        <dsp:cNvSpPr/>
      </dsp:nvSpPr>
      <dsp:spPr>
        <a:xfrm rot="5400000">
          <a:off x="-177775" y="2318558"/>
          <a:ext cx="1185171" cy="829619"/>
        </a:xfrm>
        <a:prstGeom prst="chevron">
          <a:avLst/>
        </a:prstGeom>
        <a:solidFill>
          <a:schemeClr val="accent1">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3</a:t>
          </a:r>
        </a:p>
      </dsp:txBody>
      <dsp:txXfrm rot="-5400000">
        <a:off x="2" y="2555592"/>
        <a:ext cx="829619" cy="355552"/>
      </dsp:txXfrm>
    </dsp:sp>
    <dsp:sp modelId="{8899E596-4693-4B84-AF92-43E4F3D29F78}">
      <dsp:nvSpPr>
        <dsp:cNvPr id="0" name=""/>
        <dsp:cNvSpPr/>
      </dsp:nvSpPr>
      <dsp:spPr>
        <a:xfrm rot="5400000">
          <a:off x="5287429" y="-2317027"/>
          <a:ext cx="770361" cy="9685980"/>
        </a:xfrm>
        <a:prstGeom prst="round2SameRect">
          <a:avLst/>
        </a:prstGeom>
        <a:solidFill>
          <a:schemeClr val="lt1">
            <a:alpha val="90000"/>
            <a:hueOff val="0"/>
            <a:satOff val="0"/>
            <a:lumOff val="0"/>
            <a:alphaOff val="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IN" sz="2000" kern="1200" dirty="0">
              <a:latin typeface="Times New Roman" panose="02020603050405020304" pitchFamily="18" charset="0"/>
              <a:cs typeface="Times New Roman" panose="02020603050405020304" pitchFamily="18" charset="0"/>
            </a:rPr>
            <a:t>PINNs for High-Speed Fluid Dynamics</a:t>
          </a:r>
        </a:p>
      </dsp:txBody>
      <dsp:txXfrm rot="-5400000">
        <a:off x="829620" y="2178388"/>
        <a:ext cx="9648374" cy="695149"/>
      </dsp:txXfrm>
    </dsp:sp>
    <dsp:sp modelId="{4729112A-422C-47A1-8A58-DB0E4A5CE478}">
      <dsp:nvSpPr>
        <dsp:cNvPr id="0" name=""/>
        <dsp:cNvSpPr/>
      </dsp:nvSpPr>
      <dsp:spPr>
        <a:xfrm rot="5400000">
          <a:off x="-177775" y="3387595"/>
          <a:ext cx="1185171" cy="829619"/>
        </a:xfrm>
        <a:prstGeom prst="chevron">
          <a:avLst/>
        </a:prstGeom>
        <a:solidFill>
          <a:schemeClr val="accent1">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4</a:t>
          </a:r>
        </a:p>
      </dsp:txBody>
      <dsp:txXfrm rot="-5400000">
        <a:off x="2" y="3624629"/>
        <a:ext cx="829619" cy="355552"/>
      </dsp:txXfrm>
    </dsp:sp>
    <dsp:sp modelId="{201353E5-49AB-4EEB-9DCF-175C222DC070}">
      <dsp:nvSpPr>
        <dsp:cNvPr id="0" name=""/>
        <dsp:cNvSpPr/>
      </dsp:nvSpPr>
      <dsp:spPr>
        <a:xfrm rot="5400000">
          <a:off x="5287429" y="-1247989"/>
          <a:ext cx="770361" cy="9685980"/>
        </a:xfrm>
        <a:prstGeom prst="round2SameRect">
          <a:avLst/>
        </a:prstGeom>
        <a:solidFill>
          <a:schemeClr val="lt1">
            <a:alpha val="90000"/>
            <a:hueOff val="0"/>
            <a:satOff val="0"/>
            <a:lumOff val="0"/>
            <a:alphaOff val="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IN" sz="2000" kern="1200" dirty="0">
              <a:latin typeface="Times New Roman" panose="02020603050405020304" pitchFamily="18" charset="0"/>
              <a:cs typeface="Times New Roman" panose="02020603050405020304" pitchFamily="18" charset="0"/>
            </a:rPr>
            <a:t>Failure and Challenges</a:t>
          </a:r>
        </a:p>
      </dsp:txBody>
      <dsp:txXfrm rot="-5400000">
        <a:off x="829620" y="3247426"/>
        <a:ext cx="9648374" cy="695149"/>
      </dsp:txXfrm>
    </dsp:sp>
    <dsp:sp modelId="{4DBE2B19-7B0D-461C-B22E-E77DE81DE3EE}">
      <dsp:nvSpPr>
        <dsp:cNvPr id="0" name=""/>
        <dsp:cNvSpPr/>
      </dsp:nvSpPr>
      <dsp:spPr>
        <a:xfrm rot="5400000">
          <a:off x="-177775" y="4456633"/>
          <a:ext cx="1185171" cy="829619"/>
        </a:xfrm>
        <a:prstGeom prst="chevron">
          <a:avLst/>
        </a:prstGeom>
        <a:solidFill>
          <a:schemeClr val="accent1">
            <a:lumMod val="75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5</a:t>
          </a:r>
        </a:p>
      </dsp:txBody>
      <dsp:txXfrm rot="-5400000">
        <a:off x="2" y="4693667"/>
        <a:ext cx="829619" cy="355552"/>
      </dsp:txXfrm>
    </dsp:sp>
    <dsp:sp modelId="{D6C11D76-C466-414B-95D6-42FEFE0F1702}">
      <dsp:nvSpPr>
        <dsp:cNvPr id="0" name=""/>
        <dsp:cNvSpPr/>
      </dsp:nvSpPr>
      <dsp:spPr>
        <a:xfrm rot="5400000">
          <a:off x="5287429" y="-178951"/>
          <a:ext cx="770361" cy="9685980"/>
        </a:xfrm>
        <a:prstGeom prst="round2SameRect">
          <a:avLst/>
        </a:prstGeom>
        <a:solidFill>
          <a:schemeClr val="lt1">
            <a:alpha val="90000"/>
            <a:hueOff val="0"/>
            <a:satOff val="0"/>
            <a:lumOff val="0"/>
            <a:alphaOff val="0"/>
          </a:schemeClr>
        </a:solidFill>
        <a:ln w="12700" cap="flat" cmpd="sng" algn="ctr">
          <a:solidFill>
            <a:schemeClr val="accent1">
              <a:lumMod val="7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IN" sz="2000" kern="1200" dirty="0">
              <a:latin typeface="Times New Roman" panose="02020603050405020304" pitchFamily="18" charset="0"/>
              <a:cs typeface="Times New Roman" panose="02020603050405020304" pitchFamily="18" charset="0"/>
            </a:rPr>
            <a:t>Conclusion and Future Work </a:t>
          </a:r>
        </a:p>
      </dsp:txBody>
      <dsp:txXfrm rot="-5400000">
        <a:off x="829620" y="4316464"/>
        <a:ext cx="9648374" cy="695149"/>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14C830-AC15-4E7C-87E4-6C05DF20B2F6}" type="datetimeFigureOut">
              <a:rPr lang="en-IN" smtClean="0"/>
              <a:t>06-03-2026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4D5E91-BA2A-47CF-AE97-958D9562546B}" type="slidenum">
              <a:rPr lang="en-IN" smtClean="0"/>
              <a:t>‹#›</a:t>
            </a:fld>
            <a:endParaRPr lang="en-IN"/>
          </a:p>
        </p:txBody>
      </p:sp>
    </p:spTree>
    <p:extLst>
      <p:ext uri="{BB962C8B-B14F-4D97-AF65-F5344CB8AC3E}">
        <p14:creationId xmlns:p14="http://schemas.microsoft.com/office/powerpoint/2010/main" val="2030986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4D5E91-BA2A-47CF-AE97-958D9562546B}" type="slidenum">
              <a:rPr lang="en-IN" smtClean="0"/>
              <a:t>1</a:t>
            </a:fld>
            <a:endParaRPr lang="en-IN"/>
          </a:p>
        </p:txBody>
      </p:sp>
    </p:spTree>
    <p:extLst>
      <p:ext uri="{BB962C8B-B14F-4D97-AF65-F5344CB8AC3E}">
        <p14:creationId xmlns:p14="http://schemas.microsoft.com/office/powerpoint/2010/main" val="3552448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Boundary conditions</a:t>
            </a:r>
          </a:p>
        </p:txBody>
      </p:sp>
      <p:sp>
        <p:nvSpPr>
          <p:cNvPr id="4" name="Slide Number Placeholder 3"/>
          <p:cNvSpPr>
            <a:spLocks noGrp="1"/>
          </p:cNvSpPr>
          <p:nvPr>
            <p:ph type="sldNum" sz="quarter" idx="5"/>
          </p:nvPr>
        </p:nvSpPr>
        <p:spPr/>
        <p:txBody>
          <a:bodyPr/>
          <a:lstStyle/>
          <a:p>
            <a:fld id="{BC4D5E91-BA2A-47CF-AE97-958D9562546B}" type="slidenum">
              <a:rPr lang="en-IN" smtClean="0"/>
              <a:t>12</a:t>
            </a:fld>
            <a:endParaRPr lang="en-IN"/>
          </a:p>
        </p:txBody>
      </p:sp>
    </p:spTree>
    <p:extLst>
      <p:ext uri="{BB962C8B-B14F-4D97-AF65-F5344CB8AC3E}">
        <p14:creationId xmlns:p14="http://schemas.microsoft.com/office/powerpoint/2010/main" val="2010110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4D5E91-BA2A-47CF-AE97-958D9562546B}" type="slidenum">
              <a:rPr lang="en-IN" smtClean="0"/>
              <a:t>14</a:t>
            </a:fld>
            <a:endParaRPr lang="en-IN"/>
          </a:p>
        </p:txBody>
      </p:sp>
    </p:spTree>
    <p:extLst>
      <p:ext uri="{BB962C8B-B14F-4D97-AF65-F5344CB8AC3E}">
        <p14:creationId xmlns:p14="http://schemas.microsoft.com/office/powerpoint/2010/main" val="1997170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Boundary Conditions</a:t>
            </a:r>
          </a:p>
        </p:txBody>
      </p:sp>
      <p:sp>
        <p:nvSpPr>
          <p:cNvPr id="4" name="Slide Number Placeholder 3"/>
          <p:cNvSpPr>
            <a:spLocks noGrp="1"/>
          </p:cNvSpPr>
          <p:nvPr>
            <p:ph type="sldNum" sz="quarter" idx="5"/>
          </p:nvPr>
        </p:nvSpPr>
        <p:spPr/>
        <p:txBody>
          <a:bodyPr/>
          <a:lstStyle/>
          <a:p>
            <a:fld id="{BC4D5E91-BA2A-47CF-AE97-958D9562546B}" type="slidenum">
              <a:rPr lang="en-IN" smtClean="0"/>
              <a:t>15</a:t>
            </a:fld>
            <a:endParaRPr lang="en-IN"/>
          </a:p>
        </p:txBody>
      </p:sp>
    </p:spTree>
    <p:extLst>
      <p:ext uri="{BB962C8B-B14F-4D97-AF65-F5344CB8AC3E}">
        <p14:creationId xmlns:p14="http://schemas.microsoft.com/office/powerpoint/2010/main" val="2184875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296FD-3C2D-3795-62F5-5252571455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EB41B56-C790-34EC-2915-29B52844B0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7F583D-E505-C8AB-5677-B2ACB83AEAC4}"/>
              </a:ext>
            </a:extLst>
          </p:cNvPr>
          <p:cNvSpPr>
            <a:spLocks noGrp="1"/>
          </p:cNvSpPr>
          <p:nvPr>
            <p:ph type="dt" sz="half" idx="10"/>
          </p:nvPr>
        </p:nvSpPr>
        <p:spPr/>
        <p:txBody>
          <a:bodyPr/>
          <a:lstStyle/>
          <a:p>
            <a:fld id="{AB83CA87-6F18-4642-96F6-345DC1A0AE0D}" type="datetime1">
              <a:rPr lang="en-IN" smtClean="0"/>
              <a:t>06-03-2026</a:t>
            </a:fld>
            <a:endParaRPr lang="en-IN"/>
          </a:p>
        </p:txBody>
      </p:sp>
      <p:sp>
        <p:nvSpPr>
          <p:cNvPr id="5" name="Footer Placeholder 4">
            <a:extLst>
              <a:ext uri="{FF2B5EF4-FFF2-40B4-BE49-F238E27FC236}">
                <a16:creationId xmlns:a16="http://schemas.microsoft.com/office/drawing/2014/main" id="{6ED421CB-3335-CFC1-C66E-BB1E760BC7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E3CC2C-CB03-B13A-3526-3E3071394DA4}"/>
              </a:ext>
            </a:extLst>
          </p:cNvPr>
          <p:cNvSpPr>
            <a:spLocks noGrp="1"/>
          </p:cNvSpPr>
          <p:nvPr>
            <p:ph type="sldNum" sz="quarter" idx="12"/>
          </p:nvPr>
        </p:nvSpPr>
        <p:spPr/>
        <p:txBody>
          <a:bodyPr/>
          <a:lstStyle/>
          <a:p>
            <a:fld id="{AC9992F4-CF0D-485F-9C6C-7D6E185D0DEE}" type="slidenum">
              <a:rPr lang="en-IN" smtClean="0"/>
              <a:t>‹#›</a:t>
            </a:fld>
            <a:endParaRPr lang="en-IN"/>
          </a:p>
        </p:txBody>
      </p:sp>
    </p:spTree>
    <p:extLst>
      <p:ext uri="{BB962C8B-B14F-4D97-AF65-F5344CB8AC3E}">
        <p14:creationId xmlns:p14="http://schemas.microsoft.com/office/powerpoint/2010/main" val="2995577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43027-B9EC-D6E5-5AC1-1A38335935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C7B79C-1817-3A74-3C52-4320191608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FC271E-D6F4-199A-9362-C42A8FBF2117}"/>
              </a:ext>
            </a:extLst>
          </p:cNvPr>
          <p:cNvSpPr>
            <a:spLocks noGrp="1"/>
          </p:cNvSpPr>
          <p:nvPr>
            <p:ph type="dt" sz="half" idx="10"/>
          </p:nvPr>
        </p:nvSpPr>
        <p:spPr/>
        <p:txBody>
          <a:bodyPr/>
          <a:lstStyle/>
          <a:p>
            <a:fld id="{8D8204B5-B1AF-472E-A71E-DB8ECAA5363D}" type="datetime1">
              <a:rPr lang="en-IN" smtClean="0"/>
              <a:t>06-03-2026</a:t>
            </a:fld>
            <a:endParaRPr lang="en-IN"/>
          </a:p>
        </p:txBody>
      </p:sp>
      <p:sp>
        <p:nvSpPr>
          <p:cNvPr id="5" name="Footer Placeholder 4">
            <a:extLst>
              <a:ext uri="{FF2B5EF4-FFF2-40B4-BE49-F238E27FC236}">
                <a16:creationId xmlns:a16="http://schemas.microsoft.com/office/drawing/2014/main" id="{4B60A226-B106-87E2-6EA4-56C71C7E4B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7C282C-1B08-D415-0EF4-40CEE3D04A71}"/>
              </a:ext>
            </a:extLst>
          </p:cNvPr>
          <p:cNvSpPr>
            <a:spLocks noGrp="1"/>
          </p:cNvSpPr>
          <p:nvPr>
            <p:ph type="sldNum" sz="quarter" idx="12"/>
          </p:nvPr>
        </p:nvSpPr>
        <p:spPr/>
        <p:txBody>
          <a:bodyPr/>
          <a:lstStyle/>
          <a:p>
            <a:fld id="{AC9992F4-CF0D-485F-9C6C-7D6E185D0DEE}" type="slidenum">
              <a:rPr lang="en-IN" smtClean="0"/>
              <a:t>‹#›</a:t>
            </a:fld>
            <a:endParaRPr lang="en-IN"/>
          </a:p>
        </p:txBody>
      </p:sp>
    </p:spTree>
    <p:extLst>
      <p:ext uri="{BB962C8B-B14F-4D97-AF65-F5344CB8AC3E}">
        <p14:creationId xmlns:p14="http://schemas.microsoft.com/office/powerpoint/2010/main" val="2620650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6A728-6F9D-5CD1-4600-0E3D46571B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9CA9E89-4674-49F9-7182-1AB30DF805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A1075C-02EB-3E18-7E5E-FC204D5715F6}"/>
              </a:ext>
            </a:extLst>
          </p:cNvPr>
          <p:cNvSpPr>
            <a:spLocks noGrp="1"/>
          </p:cNvSpPr>
          <p:nvPr>
            <p:ph type="dt" sz="half" idx="10"/>
          </p:nvPr>
        </p:nvSpPr>
        <p:spPr/>
        <p:txBody>
          <a:bodyPr/>
          <a:lstStyle/>
          <a:p>
            <a:fld id="{95D9253C-16BE-4FA2-9897-E52354D87F9F}" type="datetime1">
              <a:rPr lang="en-IN" smtClean="0"/>
              <a:t>06-03-2026</a:t>
            </a:fld>
            <a:endParaRPr lang="en-IN"/>
          </a:p>
        </p:txBody>
      </p:sp>
      <p:sp>
        <p:nvSpPr>
          <p:cNvPr id="5" name="Footer Placeholder 4">
            <a:extLst>
              <a:ext uri="{FF2B5EF4-FFF2-40B4-BE49-F238E27FC236}">
                <a16:creationId xmlns:a16="http://schemas.microsoft.com/office/drawing/2014/main" id="{ADE1EDEC-4B73-3963-CA9D-48F8F859C9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449592-9125-DD8B-B4EB-C4D7A5BC0910}"/>
              </a:ext>
            </a:extLst>
          </p:cNvPr>
          <p:cNvSpPr>
            <a:spLocks noGrp="1"/>
          </p:cNvSpPr>
          <p:nvPr>
            <p:ph type="sldNum" sz="quarter" idx="12"/>
          </p:nvPr>
        </p:nvSpPr>
        <p:spPr/>
        <p:txBody>
          <a:bodyPr/>
          <a:lstStyle/>
          <a:p>
            <a:fld id="{AC9992F4-CF0D-485F-9C6C-7D6E185D0DEE}" type="slidenum">
              <a:rPr lang="en-IN" smtClean="0"/>
              <a:t>‹#›</a:t>
            </a:fld>
            <a:endParaRPr lang="en-IN"/>
          </a:p>
        </p:txBody>
      </p:sp>
    </p:spTree>
    <p:extLst>
      <p:ext uri="{BB962C8B-B14F-4D97-AF65-F5344CB8AC3E}">
        <p14:creationId xmlns:p14="http://schemas.microsoft.com/office/powerpoint/2010/main" val="1638953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1ADE1-BB3D-BE70-6BF7-A23AB7BD656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28B0E5-E8C0-3F64-F187-32DC7271DDA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BFA9A0C-6AB6-45CE-5A07-8A580FC300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863E14-0D05-E8C4-DCD6-EF0A9C000B61}"/>
              </a:ext>
            </a:extLst>
          </p:cNvPr>
          <p:cNvSpPr>
            <a:spLocks noGrp="1"/>
          </p:cNvSpPr>
          <p:nvPr>
            <p:ph type="dt" sz="half" idx="10"/>
          </p:nvPr>
        </p:nvSpPr>
        <p:spPr/>
        <p:txBody>
          <a:bodyPr/>
          <a:lstStyle/>
          <a:p>
            <a:fld id="{FD7A0AD0-9820-4D43-99BE-0E36D72D235D}" type="datetime1">
              <a:rPr lang="en-IN" smtClean="0"/>
              <a:t>06-03-2026</a:t>
            </a:fld>
            <a:endParaRPr lang="en-IN"/>
          </a:p>
        </p:txBody>
      </p:sp>
      <p:sp>
        <p:nvSpPr>
          <p:cNvPr id="6" name="Footer Placeholder 5">
            <a:extLst>
              <a:ext uri="{FF2B5EF4-FFF2-40B4-BE49-F238E27FC236}">
                <a16:creationId xmlns:a16="http://schemas.microsoft.com/office/drawing/2014/main" id="{A811EA76-B92E-36D9-C106-63E0C6797D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B0F535-CFC9-451F-B26F-354BBBC11411}"/>
              </a:ext>
            </a:extLst>
          </p:cNvPr>
          <p:cNvSpPr>
            <a:spLocks noGrp="1"/>
          </p:cNvSpPr>
          <p:nvPr>
            <p:ph type="sldNum" sz="quarter" idx="12"/>
          </p:nvPr>
        </p:nvSpPr>
        <p:spPr/>
        <p:txBody>
          <a:bodyPr/>
          <a:lstStyle/>
          <a:p>
            <a:fld id="{AC9992F4-CF0D-485F-9C6C-7D6E185D0DEE}" type="slidenum">
              <a:rPr lang="en-IN" smtClean="0"/>
              <a:t>‹#›</a:t>
            </a:fld>
            <a:endParaRPr lang="en-IN"/>
          </a:p>
        </p:txBody>
      </p:sp>
    </p:spTree>
    <p:extLst>
      <p:ext uri="{BB962C8B-B14F-4D97-AF65-F5344CB8AC3E}">
        <p14:creationId xmlns:p14="http://schemas.microsoft.com/office/powerpoint/2010/main" val="570217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8717C-F27F-021B-CC7E-A0164485C45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005686-4FD7-D744-F2A7-67D5C22374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6B9060-DB87-7860-D0E0-E4365348CB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4CBD63-F182-2CFD-B9CE-1E195EB16D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A6FF30-9282-CC64-A7EB-4729536BCA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C12960F-DEAB-C48A-56CB-843199AB4504}"/>
              </a:ext>
            </a:extLst>
          </p:cNvPr>
          <p:cNvSpPr>
            <a:spLocks noGrp="1"/>
          </p:cNvSpPr>
          <p:nvPr>
            <p:ph type="dt" sz="half" idx="10"/>
          </p:nvPr>
        </p:nvSpPr>
        <p:spPr/>
        <p:txBody>
          <a:bodyPr/>
          <a:lstStyle/>
          <a:p>
            <a:fld id="{EC4EBB6F-DAE3-4810-8C7C-4263C54B36C2}" type="datetime1">
              <a:rPr lang="en-IN" smtClean="0"/>
              <a:t>06-03-2026</a:t>
            </a:fld>
            <a:endParaRPr lang="en-IN"/>
          </a:p>
        </p:txBody>
      </p:sp>
      <p:sp>
        <p:nvSpPr>
          <p:cNvPr id="8" name="Footer Placeholder 7">
            <a:extLst>
              <a:ext uri="{FF2B5EF4-FFF2-40B4-BE49-F238E27FC236}">
                <a16:creationId xmlns:a16="http://schemas.microsoft.com/office/drawing/2014/main" id="{7E01FC8C-12E3-4973-D48C-B125792E95E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0F9CE9D-1835-9501-8661-38F4C7D9D47C}"/>
              </a:ext>
            </a:extLst>
          </p:cNvPr>
          <p:cNvSpPr>
            <a:spLocks noGrp="1"/>
          </p:cNvSpPr>
          <p:nvPr>
            <p:ph type="sldNum" sz="quarter" idx="12"/>
          </p:nvPr>
        </p:nvSpPr>
        <p:spPr/>
        <p:txBody>
          <a:bodyPr/>
          <a:lstStyle/>
          <a:p>
            <a:fld id="{AC9992F4-CF0D-485F-9C6C-7D6E185D0DEE}" type="slidenum">
              <a:rPr lang="en-IN" smtClean="0"/>
              <a:t>‹#›</a:t>
            </a:fld>
            <a:endParaRPr lang="en-IN"/>
          </a:p>
        </p:txBody>
      </p:sp>
    </p:spTree>
    <p:extLst>
      <p:ext uri="{BB962C8B-B14F-4D97-AF65-F5344CB8AC3E}">
        <p14:creationId xmlns:p14="http://schemas.microsoft.com/office/powerpoint/2010/main" val="114687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B3729-4216-5AF0-BD7A-1E36A2908F5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9378546-3A4A-312C-4413-25C2291B2E98}"/>
              </a:ext>
            </a:extLst>
          </p:cNvPr>
          <p:cNvSpPr>
            <a:spLocks noGrp="1"/>
          </p:cNvSpPr>
          <p:nvPr>
            <p:ph type="dt" sz="half" idx="10"/>
          </p:nvPr>
        </p:nvSpPr>
        <p:spPr/>
        <p:txBody>
          <a:bodyPr/>
          <a:lstStyle/>
          <a:p>
            <a:fld id="{0A7D7673-F5FF-4A7F-BACD-BC32E16E0BDD}" type="datetime1">
              <a:rPr lang="en-IN" smtClean="0"/>
              <a:t>06-03-2026</a:t>
            </a:fld>
            <a:endParaRPr lang="en-IN"/>
          </a:p>
        </p:txBody>
      </p:sp>
      <p:sp>
        <p:nvSpPr>
          <p:cNvPr id="4" name="Footer Placeholder 3">
            <a:extLst>
              <a:ext uri="{FF2B5EF4-FFF2-40B4-BE49-F238E27FC236}">
                <a16:creationId xmlns:a16="http://schemas.microsoft.com/office/drawing/2014/main" id="{5C8310A8-49E2-4FB1-510A-652B450D81E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7AF2E7D-DA4F-68AB-ECB5-4C512451BE92}"/>
              </a:ext>
            </a:extLst>
          </p:cNvPr>
          <p:cNvSpPr>
            <a:spLocks noGrp="1"/>
          </p:cNvSpPr>
          <p:nvPr>
            <p:ph type="sldNum" sz="quarter" idx="12"/>
          </p:nvPr>
        </p:nvSpPr>
        <p:spPr/>
        <p:txBody>
          <a:bodyPr/>
          <a:lstStyle/>
          <a:p>
            <a:fld id="{AC9992F4-CF0D-485F-9C6C-7D6E185D0DEE}" type="slidenum">
              <a:rPr lang="en-IN" smtClean="0"/>
              <a:t>‹#›</a:t>
            </a:fld>
            <a:endParaRPr lang="en-IN"/>
          </a:p>
        </p:txBody>
      </p:sp>
    </p:spTree>
    <p:extLst>
      <p:ext uri="{BB962C8B-B14F-4D97-AF65-F5344CB8AC3E}">
        <p14:creationId xmlns:p14="http://schemas.microsoft.com/office/powerpoint/2010/main" val="3179848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69B5E7-E61E-573F-8F11-EFA79D328244}"/>
              </a:ext>
            </a:extLst>
          </p:cNvPr>
          <p:cNvSpPr>
            <a:spLocks noGrp="1"/>
          </p:cNvSpPr>
          <p:nvPr>
            <p:ph type="dt" sz="half" idx="10"/>
          </p:nvPr>
        </p:nvSpPr>
        <p:spPr/>
        <p:txBody>
          <a:bodyPr/>
          <a:lstStyle/>
          <a:p>
            <a:fld id="{1379D88A-63B7-4EEB-8929-54D56BA29FCD}" type="datetime1">
              <a:rPr lang="en-IN" smtClean="0"/>
              <a:t>06-03-2026</a:t>
            </a:fld>
            <a:endParaRPr lang="en-IN"/>
          </a:p>
        </p:txBody>
      </p:sp>
      <p:sp>
        <p:nvSpPr>
          <p:cNvPr id="3" name="Footer Placeholder 2">
            <a:extLst>
              <a:ext uri="{FF2B5EF4-FFF2-40B4-BE49-F238E27FC236}">
                <a16:creationId xmlns:a16="http://schemas.microsoft.com/office/drawing/2014/main" id="{2C624D22-1E4F-82FA-C819-AEA5F3029B1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117497-BCE7-0F62-B0CE-A6DFEB2C025A}"/>
              </a:ext>
            </a:extLst>
          </p:cNvPr>
          <p:cNvSpPr>
            <a:spLocks noGrp="1"/>
          </p:cNvSpPr>
          <p:nvPr>
            <p:ph type="sldNum" sz="quarter" idx="12"/>
          </p:nvPr>
        </p:nvSpPr>
        <p:spPr/>
        <p:txBody>
          <a:bodyPr/>
          <a:lstStyle/>
          <a:p>
            <a:fld id="{AC9992F4-CF0D-485F-9C6C-7D6E185D0DEE}" type="slidenum">
              <a:rPr lang="en-IN" smtClean="0"/>
              <a:t>‹#›</a:t>
            </a:fld>
            <a:endParaRPr lang="en-IN"/>
          </a:p>
        </p:txBody>
      </p:sp>
    </p:spTree>
    <p:extLst>
      <p:ext uri="{BB962C8B-B14F-4D97-AF65-F5344CB8AC3E}">
        <p14:creationId xmlns:p14="http://schemas.microsoft.com/office/powerpoint/2010/main" val="94504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C7E83-9530-F5B1-D350-D3716FEB2C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E5942B-E281-9DC3-9761-F399941D1A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A3B8453-024C-2FA9-41E9-44FC67378A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BEEADB-F19A-9DAD-D37C-4B3F09B0E1B0}"/>
              </a:ext>
            </a:extLst>
          </p:cNvPr>
          <p:cNvSpPr>
            <a:spLocks noGrp="1"/>
          </p:cNvSpPr>
          <p:nvPr>
            <p:ph type="dt" sz="half" idx="10"/>
          </p:nvPr>
        </p:nvSpPr>
        <p:spPr/>
        <p:txBody>
          <a:bodyPr/>
          <a:lstStyle/>
          <a:p>
            <a:fld id="{5A79A739-578D-43C6-B84A-D4E486AC2EA2}" type="datetime1">
              <a:rPr lang="en-IN" smtClean="0"/>
              <a:t>06-03-2026</a:t>
            </a:fld>
            <a:endParaRPr lang="en-IN"/>
          </a:p>
        </p:txBody>
      </p:sp>
      <p:sp>
        <p:nvSpPr>
          <p:cNvPr id="6" name="Footer Placeholder 5">
            <a:extLst>
              <a:ext uri="{FF2B5EF4-FFF2-40B4-BE49-F238E27FC236}">
                <a16:creationId xmlns:a16="http://schemas.microsoft.com/office/drawing/2014/main" id="{F85B7638-FC58-332C-D9C8-31A105B8F1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9FD0A9-09BC-2CCC-F221-AE0ED8C98960}"/>
              </a:ext>
            </a:extLst>
          </p:cNvPr>
          <p:cNvSpPr>
            <a:spLocks noGrp="1"/>
          </p:cNvSpPr>
          <p:nvPr>
            <p:ph type="sldNum" sz="quarter" idx="12"/>
          </p:nvPr>
        </p:nvSpPr>
        <p:spPr/>
        <p:txBody>
          <a:bodyPr/>
          <a:lstStyle/>
          <a:p>
            <a:fld id="{AC9992F4-CF0D-485F-9C6C-7D6E185D0DEE}" type="slidenum">
              <a:rPr lang="en-IN" smtClean="0"/>
              <a:t>‹#›</a:t>
            </a:fld>
            <a:endParaRPr lang="en-IN"/>
          </a:p>
        </p:txBody>
      </p:sp>
    </p:spTree>
    <p:extLst>
      <p:ext uri="{BB962C8B-B14F-4D97-AF65-F5344CB8AC3E}">
        <p14:creationId xmlns:p14="http://schemas.microsoft.com/office/powerpoint/2010/main" val="475905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DFC65-F02B-F785-32E1-21D3A7AE09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6AAAD77-28DD-768C-4C8A-E33A66D7620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23CA218-71BA-7223-F849-467AEEBA92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3FD526-34E9-2852-09D3-0D8AD80062A8}"/>
              </a:ext>
            </a:extLst>
          </p:cNvPr>
          <p:cNvSpPr>
            <a:spLocks noGrp="1"/>
          </p:cNvSpPr>
          <p:nvPr>
            <p:ph type="dt" sz="half" idx="10"/>
          </p:nvPr>
        </p:nvSpPr>
        <p:spPr/>
        <p:txBody>
          <a:bodyPr/>
          <a:lstStyle/>
          <a:p>
            <a:fld id="{E542492D-CEB7-4456-A634-087CF365DCD5}" type="datetime1">
              <a:rPr lang="en-IN" smtClean="0"/>
              <a:t>06-03-2026</a:t>
            </a:fld>
            <a:endParaRPr lang="en-IN"/>
          </a:p>
        </p:txBody>
      </p:sp>
      <p:sp>
        <p:nvSpPr>
          <p:cNvPr id="6" name="Footer Placeholder 5">
            <a:extLst>
              <a:ext uri="{FF2B5EF4-FFF2-40B4-BE49-F238E27FC236}">
                <a16:creationId xmlns:a16="http://schemas.microsoft.com/office/drawing/2014/main" id="{0B361088-853D-B14B-EF30-091EA04F20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9857B7-E8AF-3999-FA4B-3B660A88A37B}"/>
              </a:ext>
            </a:extLst>
          </p:cNvPr>
          <p:cNvSpPr>
            <a:spLocks noGrp="1"/>
          </p:cNvSpPr>
          <p:nvPr>
            <p:ph type="sldNum" sz="quarter" idx="12"/>
          </p:nvPr>
        </p:nvSpPr>
        <p:spPr/>
        <p:txBody>
          <a:bodyPr/>
          <a:lstStyle/>
          <a:p>
            <a:fld id="{AC9992F4-CF0D-485F-9C6C-7D6E185D0DEE}" type="slidenum">
              <a:rPr lang="en-IN" smtClean="0"/>
              <a:t>‹#›</a:t>
            </a:fld>
            <a:endParaRPr lang="en-IN"/>
          </a:p>
        </p:txBody>
      </p:sp>
    </p:spTree>
    <p:extLst>
      <p:ext uri="{BB962C8B-B14F-4D97-AF65-F5344CB8AC3E}">
        <p14:creationId xmlns:p14="http://schemas.microsoft.com/office/powerpoint/2010/main" val="350518572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43B61-FEC2-89FA-C3CF-67991802EBE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5CCE7D-1D6E-E1D8-A786-48739A5C3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47EA1C-1738-9401-E483-ED01D66CDD94}"/>
              </a:ext>
            </a:extLst>
          </p:cNvPr>
          <p:cNvSpPr>
            <a:spLocks noGrp="1"/>
          </p:cNvSpPr>
          <p:nvPr>
            <p:ph type="dt" sz="half" idx="10"/>
          </p:nvPr>
        </p:nvSpPr>
        <p:spPr/>
        <p:txBody>
          <a:bodyPr/>
          <a:lstStyle/>
          <a:p>
            <a:fld id="{B2003B43-07A0-4C79-9735-D07C2521E49E}" type="datetime1">
              <a:rPr lang="en-IN" smtClean="0"/>
              <a:t>06-03-2026</a:t>
            </a:fld>
            <a:endParaRPr lang="en-IN"/>
          </a:p>
        </p:txBody>
      </p:sp>
      <p:sp>
        <p:nvSpPr>
          <p:cNvPr id="5" name="Footer Placeholder 4">
            <a:extLst>
              <a:ext uri="{FF2B5EF4-FFF2-40B4-BE49-F238E27FC236}">
                <a16:creationId xmlns:a16="http://schemas.microsoft.com/office/drawing/2014/main" id="{2399D318-6D6B-3B0D-C3AF-6C15312122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5E8EF4-7BC4-1B1E-8218-A6CA7CB1238B}"/>
              </a:ext>
            </a:extLst>
          </p:cNvPr>
          <p:cNvSpPr>
            <a:spLocks noGrp="1"/>
          </p:cNvSpPr>
          <p:nvPr>
            <p:ph type="sldNum" sz="quarter" idx="12"/>
          </p:nvPr>
        </p:nvSpPr>
        <p:spPr/>
        <p:txBody>
          <a:bodyPr/>
          <a:lstStyle/>
          <a:p>
            <a:fld id="{AC9992F4-CF0D-485F-9C6C-7D6E185D0DEE}" type="slidenum">
              <a:rPr lang="en-IN" smtClean="0"/>
              <a:t>‹#›</a:t>
            </a:fld>
            <a:endParaRPr lang="en-IN"/>
          </a:p>
        </p:txBody>
      </p:sp>
    </p:spTree>
    <p:extLst>
      <p:ext uri="{BB962C8B-B14F-4D97-AF65-F5344CB8AC3E}">
        <p14:creationId xmlns:p14="http://schemas.microsoft.com/office/powerpoint/2010/main" val="1998910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4A8473-0DAF-DE06-70E1-950286CB5D9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3F1647-9E60-F687-BC95-B7C277600C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8066FC-AF88-F5F4-B467-360F4D77D01C}"/>
              </a:ext>
            </a:extLst>
          </p:cNvPr>
          <p:cNvSpPr>
            <a:spLocks noGrp="1"/>
          </p:cNvSpPr>
          <p:nvPr>
            <p:ph type="dt" sz="half" idx="10"/>
          </p:nvPr>
        </p:nvSpPr>
        <p:spPr/>
        <p:txBody>
          <a:bodyPr/>
          <a:lstStyle/>
          <a:p>
            <a:fld id="{14A218E8-4109-4ED8-BEAA-59DF32AF4CE5}" type="datetime1">
              <a:rPr lang="en-IN" smtClean="0"/>
              <a:t>06-03-2026</a:t>
            </a:fld>
            <a:endParaRPr lang="en-IN"/>
          </a:p>
        </p:txBody>
      </p:sp>
      <p:sp>
        <p:nvSpPr>
          <p:cNvPr id="5" name="Footer Placeholder 4">
            <a:extLst>
              <a:ext uri="{FF2B5EF4-FFF2-40B4-BE49-F238E27FC236}">
                <a16:creationId xmlns:a16="http://schemas.microsoft.com/office/drawing/2014/main" id="{9EE34B88-15BA-C626-3BEC-ABA99FA305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6DB23E-98B9-334A-30C0-2BF264E03ED5}"/>
              </a:ext>
            </a:extLst>
          </p:cNvPr>
          <p:cNvSpPr>
            <a:spLocks noGrp="1"/>
          </p:cNvSpPr>
          <p:nvPr>
            <p:ph type="sldNum" sz="quarter" idx="12"/>
          </p:nvPr>
        </p:nvSpPr>
        <p:spPr/>
        <p:txBody>
          <a:bodyPr/>
          <a:lstStyle/>
          <a:p>
            <a:fld id="{AC9992F4-CF0D-485F-9C6C-7D6E185D0DEE}" type="slidenum">
              <a:rPr lang="en-IN" smtClean="0"/>
              <a:t>‹#›</a:t>
            </a:fld>
            <a:endParaRPr lang="en-IN"/>
          </a:p>
        </p:txBody>
      </p:sp>
    </p:spTree>
    <p:extLst>
      <p:ext uri="{BB962C8B-B14F-4D97-AF65-F5344CB8AC3E}">
        <p14:creationId xmlns:p14="http://schemas.microsoft.com/office/powerpoint/2010/main" val="882209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CB46E7-B186-F116-69C2-7160D7A97E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F4B589-A295-53D3-F6CB-88E2629863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79C80E-42BA-58F0-2603-7F5B015141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42492D-CEB7-4456-A634-087CF365DCD5}" type="datetime1">
              <a:rPr lang="en-IN" smtClean="0"/>
              <a:t>06-03-2026</a:t>
            </a:fld>
            <a:endParaRPr lang="en-IN"/>
          </a:p>
        </p:txBody>
      </p:sp>
      <p:sp>
        <p:nvSpPr>
          <p:cNvPr id="5" name="Footer Placeholder 4">
            <a:extLst>
              <a:ext uri="{FF2B5EF4-FFF2-40B4-BE49-F238E27FC236}">
                <a16:creationId xmlns:a16="http://schemas.microsoft.com/office/drawing/2014/main" id="{C50CF2FD-FC59-9D28-8FFF-B498AEC132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1E37B28-5220-1EF3-B555-CBC8B26D24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9992F4-CF0D-485F-9C6C-7D6E185D0DEE}" type="slidenum">
              <a:rPr lang="en-IN" smtClean="0"/>
              <a:t>‹#›</a:t>
            </a:fld>
            <a:endParaRPr lang="en-IN"/>
          </a:p>
        </p:txBody>
      </p:sp>
    </p:spTree>
    <p:extLst>
      <p:ext uri="{BB962C8B-B14F-4D97-AF65-F5344CB8AC3E}">
        <p14:creationId xmlns:p14="http://schemas.microsoft.com/office/powerpoint/2010/main" val="1500547023"/>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9.png"/><Relationship Id="rId7"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14.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30.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8" Type="http://schemas.openxmlformats.org/officeDocument/2006/relationships/image" Target="../media/image116.png"/><Relationship Id="rId12" Type="http://schemas.openxmlformats.org/officeDocument/2006/relationships/image" Target="../media/image15.png"/><Relationship Id="rId7" Type="http://schemas.openxmlformats.org/officeDocument/2006/relationships/image" Target="../media/image115.png"/><Relationship Id="rId1" Type="http://schemas.openxmlformats.org/officeDocument/2006/relationships/slideLayout" Target="../slideLayouts/slideLayout2.xml"/><Relationship Id="rId11" Type="http://schemas.openxmlformats.org/officeDocument/2006/relationships/image" Target="../media/image96.png"/><Relationship Id="rId5" Type="http://schemas.openxmlformats.org/officeDocument/2006/relationships/image" Target="../media/image113.png"/><Relationship Id="rId10" Type="http://schemas.openxmlformats.org/officeDocument/2006/relationships/image" Target="../media/image1.jpg"/><Relationship Id="rId9" Type="http://schemas.openxmlformats.org/officeDocument/2006/relationships/image" Target="../media/image117.png"/><Relationship Id="rId4" Type="http://schemas.openxmlformats.org/officeDocument/2006/relationships/image" Target="../media/image112.png"/></Relationships>
</file>

<file path=ppt/slides/_rels/slide7.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6.png"/><Relationship Id="rId18" Type="http://schemas.openxmlformats.org/officeDocument/2006/relationships/image" Target="../media/image131.png"/><Relationship Id="rId3" Type="http://schemas.openxmlformats.org/officeDocument/2006/relationships/image" Target="../media/image118.png"/><Relationship Id="rId7" Type="http://schemas.openxmlformats.org/officeDocument/2006/relationships/image" Target="../media/image122.png"/><Relationship Id="rId12" Type="http://schemas.openxmlformats.org/officeDocument/2006/relationships/image" Target="../media/image79.png"/><Relationship Id="rId17" Type="http://schemas.openxmlformats.org/officeDocument/2006/relationships/image" Target="../media/image130.png"/><Relationship Id="rId2" Type="http://schemas.openxmlformats.org/officeDocument/2006/relationships/image" Target="../media/image1.jpg"/><Relationship Id="rId16"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21.png"/><Relationship Id="rId5" Type="http://schemas.openxmlformats.org/officeDocument/2006/relationships/image" Target="../media/image120.png"/><Relationship Id="rId15" Type="http://schemas.openxmlformats.org/officeDocument/2006/relationships/image" Target="../media/image126.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 Id="rId1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2.png"/><Relationship Id="rId7" Type="http://schemas.openxmlformats.org/officeDocument/2006/relationships/image" Target="../media/image17.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137.png"/><Relationship Id="rId5" Type="http://schemas.openxmlformats.org/officeDocument/2006/relationships/image" Target="../media/image16.png"/><Relationship Id="rId10" Type="http://schemas.openxmlformats.org/officeDocument/2006/relationships/image" Target="../media/image136.png"/><Relationship Id="rId4" Type="http://schemas.openxmlformats.org/officeDocument/2006/relationships/image" Target="../media/image22.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138.png"/><Relationship Id="rId7"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40.png"/></Relationships>
</file>

<file path=ppt/slides/_rels/slide10.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29.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42.png"/><Relationship Id="rId2" Type="http://schemas.openxmlformats.org/officeDocument/2006/relationships/image" Target="../media/image1.jpg"/><Relationship Id="rId16"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4.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31.png"/></Relationships>
</file>

<file path=ppt/slides/_rels/slide11.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64.png"/><Relationship Id="rId3" Type="http://schemas.openxmlformats.org/officeDocument/2006/relationships/image" Target="../media/image156.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168.png"/><Relationship Id="rId10" Type="http://schemas.openxmlformats.org/officeDocument/2006/relationships/image" Target="../media/image38.png"/><Relationship Id="rId4" Type="http://schemas.openxmlformats.org/officeDocument/2006/relationships/image" Target="../media/image157.png"/><Relationship Id="rId9" Type="http://schemas.openxmlformats.org/officeDocument/2006/relationships/image" Target="../media/image37.png"/><Relationship Id="rId14" Type="http://schemas.openxmlformats.org/officeDocument/2006/relationships/image" Target="../media/image165.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7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00.png"/><Relationship Id="rId5" Type="http://schemas.openxmlformats.org/officeDocument/2006/relationships/image" Target="../media/image170.png"/><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3" Type="http://schemas.openxmlformats.org/officeDocument/2006/relationships/image" Target="../media/image1710.png"/><Relationship Id="rId7" Type="http://schemas.openxmlformats.org/officeDocument/2006/relationships/image" Target="../media/image175.png"/><Relationship Id="rId12" Type="http://schemas.openxmlformats.org/officeDocument/2006/relationships/image" Target="../media/image180.png"/><Relationship Id="rId17" Type="http://schemas.openxmlformats.org/officeDocument/2006/relationships/image" Target="../media/image182.png"/><Relationship Id="rId2" Type="http://schemas.openxmlformats.org/officeDocument/2006/relationships/image" Target="../media/image1.jpg"/><Relationship Id="rId16"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png"/><Relationship Id="rId15" Type="http://schemas.openxmlformats.org/officeDocument/2006/relationships/image" Target="../media/image183.pn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png"/><Relationship Id="rId14" Type="http://schemas.openxmlformats.org/officeDocument/2006/relationships/image" Target="../media/image42.png"/></Relationships>
</file>

<file path=ppt/slides/_rels/slide14.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195.png"/><Relationship Id="rId3" Type="http://schemas.openxmlformats.org/officeDocument/2006/relationships/image" Target="../media/image1.jp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197.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19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199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99.png"/><Relationship Id="rId5" Type="http://schemas.openxmlformats.org/officeDocument/2006/relationships/image" Target="../media/image170.png"/><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8" Type="http://schemas.openxmlformats.org/officeDocument/2006/relationships/image" Target="../media/image175.png"/><Relationship Id="rId13" Type="http://schemas.openxmlformats.org/officeDocument/2006/relationships/image" Target="../media/image180.png"/><Relationship Id="rId3" Type="http://schemas.openxmlformats.org/officeDocument/2006/relationships/image" Target="../media/image54.png"/><Relationship Id="rId7" Type="http://schemas.openxmlformats.org/officeDocument/2006/relationships/image" Target="../media/image174.png"/><Relationship Id="rId12" Type="http://schemas.openxmlformats.org/officeDocument/2006/relationships/image" Target="../media/image179.png"/><Relationship Id="rId17" Type="http://schemas.openxmlformats.org/officeDocument/2006/relationships/image" Target="../media/image55.png"/><Relationship Id="rId2" Type="http://schemas.openxmlformats.org/officeDocument/2006/relationships/image" Target="../media/image1.jpg"/><Relationship Id="rId16" Type="http://schemas.openxmlformats.org/officeDocument/2006/relationships/image" Target="../media/image182.png"/><Relationship Id="rId1" Type="http://schemas.openxmlformats.org/officeDocument/2006/relationships/slideLayout" Target="../slideLayouts/slideLayout2.xml"/><Relationship Id="rId6" Type="http://schemas.openxmlformats.org/officeDocument/2006/relationships/image" Target="../media/image173.png"/><Relationship Id="rId11" Type="http://schemas.openxmlformats.org/officeDocument/2006/relationships/image" Target="../media/image178.png"/><Relationship Id="rId5" Type="http://schemas.openxmlformats.org/officeDocument/2006/relationships/image" Target="../media/image172.png"/><Relationship Id="rId15" Type="http://schemas.openxmlformats.org/officeDocument/2006/relationships/image" Target="../media/image201.png"/><Relationship Id="rId10" Type="http://schemas.openxmlformats.org/officeDocument/2006/relationships/image" Target="../media/image177.png"/><Relationship Id="rId4" Type="http://schemas.openxmlformats.org/officeDocument/2006/relationships/image" Target="../media/image1710.png"/><Relationship Id="rId9" Type="http://schemas.openxmlformats.org/officeDocument/2006/relationships/image" Target="../media/image176.png"/><Relationship Id="rId14" Type="http://schemas.openxmlformats.org/officeDocument/2006/relationships/image" Target="../media/image181.png"/></Relationships>
</file>

<file path=ppt/slides/_rels/slide17.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213.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212.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197.png"/></Relationships>
</file>

<file path=ppt/slides/_rels/slide18.xml.rels><?xml version="1.0" encoding="UTF-8" standalone="yes"?>
<Relationships xmlns="http://schemas.openxmlformats.org/package/2006/relationships"><Relationship Id="rId8" Type="http://schemas.openxmlformats.org/officeDocument/2006/relationships/image" Target="../media/image241.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244.png"/><Relationship Id="rId5" Type="http://schemas.openxmlformats.org/officeDocument/2006/relationships/image" Target="../media/image67.png"/><Relationship Id="rId10" Type="http://schemas.openxmlformats.org/officeDocument/2006/relationships/image" Target="../media/image243.png"/><Relationship Id="rId4" Type="http://schemas.openxmlformats.org/officeDocument/2006/relationships/image" Target="../media/image66.png"/><Relationship Id="rId9" Type="http://schemas.openxmlformats.org/officeDocument/2006/relationships/image" Target="../media/image242.png"/></Relationships>
</file>

<file path=ppt/slides/_rels/slide1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CB643-8DEB-8468-6319-042EE2632532}"/>
              </a:ext>
            </a:extLst>
          </p:cNvPr>
          <p:cNvSpPr>
            <a:spLocks noGrp="1"/>
          </p:cNvSpPr>
          <p:nvPr>
            <p:ph type="ctrTitle"/>
          </p:nvPr>
        </p:nvSpPr>
        <p:spPr>
          <a:xfrm>
            <a:off x="2584088" y="2723314"/>
            <a:ext cx="7140990" cy="919178"/>
          </a:xfrm>
        </p:spPr>
        <p:txBody>
          <a:bodyPr>
            <a:normAutofit/>
          </a:bodyPr>
          <a:lstStyle/>
          <a:p>
            <a:r>
              <a:rPr lang="en-IN" sz="2900" dirty="0">
                <a:latin typeface="Times New Roman" panose="02020603050405020304" pitchFamily="18" charset="0"/>
                <a:cs typeface="Times New Roman" panose="02020603050405020304" pitchFamily="18" charset="0"/>
              </a:rPr>
              <a:t>Department of Aerospace Engineering</a:t>
            </a:r>
            <a:br>
              <a:rPr lang="en-IN" sz="2900" dirty="0">
                <a:latin typeface="Times New Roman" panose="02020603050405020304" pitchFamily="18" charset="0"/>
                <a:cs typeface="Times New Roman" panose="02020603050405020304" pitchFamily="18" charset="0"/>
              </a:rPr>
            </a:br>
            <a:r>
              <a:rPr lang="en-IN" sz="2900" dirty="0">
                <a:latin typeface="Times New Roman" panose="02020603050405020304" pitchFamily="18" charset="0"/>
                <a:cs typeface="Times New Roman" panose="02020603050405020304" pitchFamily="18" charset="0"/>
              </a:rPr>
              <a:t>Indian Institute of Technology Kanpur</a:t>
            </a:r>
          </a:p>
        </p:txBody>
      </p:sp>
      <p:sp>
        <p:nvSpPr>
          <p:cNvPr id="4" name="Slide Number Placeholder 3">
            <a:extLst>
              <a:ext uri="{FF2B5EF4-FFF2-40B4-BE49-F238E27FC236}">
                <a16:creationId xmlns:a16="http://schemas.microsoft.com/office/drawing/2014/main" id="{2B1B3CAC-B4D6-035D-F5CE-754B1BA10134}"/>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latin typeface="Times New Roman" panose="02020603050405020304" pitchFamily="18" charset="0"/>
                <a:cs typeface="Times New Roman" panose="02020603050405020304" pitchFamily="18" charset="0"/>
              </a:rPr>
              <a:t>1</a:t>
            </a:fld>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86AD503-3365-DCD2-CD4D-94B902A93E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52960" y="2305740"/>
            <a:ext cx="1844755" cy="1754326"/>
          </a:xfrm>
          <a:prstGeom prst="rect">
            <a:avLst/>
          </a:prstGeom>
        </p:spPr>
      </p:pic>
      <p:sp>
        <p:nvSpPr>
          <p:cNvPr id="7" name="TextBox 6">
            <a:extLst>
              <a:ext uri="{FF2B5EF4-FFF2-40B4-BE49-F238E27FC236}">
                <a16:creationId xmlns:a16="http://schemas.microsoft.com/office/drawing/2014/main" id="{38DCE9A4-B37B-DE8B-294C-C09BC29CA670}"/>
              </a:ext>
            </a:extLst>
          </p:cNvPr>
          <p:cNvSpPr txBox="1"/>
          <p:nvPr/>
        </p:nvSpPr>
        <p:spPr>
          <a:xfrm>
            <a:off x="828787" y="4825494"/>
            <a:ext cx="5186569" cy="1713418"/>
          </a:xfrm>
          <a:prstGeom prst="rect">
            <a:avLst/>
          </a:prstGeom>
          <a:noFill/>
        </p:spPr>
        <p:txBody>
          <a:bodyPr wrap="square">
            <a:spAutoFit/>
          </a:bodyPr>
          <a:lstStyle/>
          <a:p>
            <a:pPr>
              <a:lnSpc>
                <a:spcPct val="150000"/>
              </a:lnSpc>
            </a:pPr>
            <a:r>
              <a:rPr lang="en-US" u="sng" dirty="0">
                <a:latin typeface="Times New Roman" panose="02020603050405020304" pitchFamily="18" charset="0"/>
                <a:cs typeface="Times New Roman" panose="02020603050405020304" pitchFamily="18" charset="0"/>
              </a:rPr>
              <a:t>Supervisor</a:t>
            </a:r>
          </a:p>
          <a:p>
            <a:pPr>
              <a:lnSpc>
                <a:spcPct val="150000"/>
              </a:lnSpc>
            </a:pPr>
            <a:r>
              <a:rPr lang="en-US" dirty="0">
                <a:latin typeface="Times New Roman" panose="02020603050405020304" pitchFamily="18" charset="0"/>
                <a:cs typeface="Times New Roman" panose="02020603050405020304" pitchFamily="18" charset="0"/>
              </a:rPr>
              <a:t>Dr. Rakesh Kumar</a:t>
            </a:r>
          </a:p>
          <a:p>
            <a:pPr>
              <a:lnSpc>
                <a:spcPct val="150000"/>
              </a:lnSpc>
            </a:pPr>
            <a:r>
              <a:rPr lang="en-US" dirty="0">
                <a:latin typeface="Times New Roman" panose="02020603050405020304" pitchFamily="18" charset="0"/>
                <a:cs typeface="Times New Roman" panose="02020603050405020304" pitchFamily="18" charset="0"/>
              </a:rPr>
              <a:t>Professor</a:t>
            </a:r>
          </a:p>
          <a:p>
            <a:pPr>
              <a:lnSpc>
                <a:spcPct val="150000"/>
              </a:lnSpc>
            </a:pPr>
            <a:r>
              <a:rPr lang="en-US" dirty="0">
                <a:latin typeface="Times New Roman" panose="02020603050405020304" pitchFamily="18" charset="0"/>
                <a:cs typeface="Times New Roman" panose="02020603050405020304" pitchFamily="18" charset="0"/>
              </a:rPr>
              <a:t>Department of Aerospace Engineering</a:t>
            </a:r>
          </a:p>
        </p:txBody>
      </p:sp>
      <p:sp>
        <p:nvSpPr>
          <p:cNvPr id="9" name="TextBox 8">
            <a:extLst>
              <a:ext uri="{FF2B5EF4-FFF2-40B4-BE49-F238E27FC236}">
                <a16:creationId xmlns:a16="http://schemas.microsoft.com/office/drawing/2014/main" id="{A6344A7C-5B53-2353-E65A-02347AC8960A}"/>
              </a:ext>
            </a:extLst>
          </p:cNvPr>
          <p:cNvSpPr txBox="1"/>
          <p:nvPr/>
        </p:nvSpPr>
        <p:spPr>
          <a:xfrm>
            <a:off x="5853281" y="4834343"/>
            <a:ext cx="5549350" cy="1704569"/>
          </a:xfrm>
          <a:prstGeom prst="rect">
            <a:avLst/>
          </a:prstGeom>
          <a:noFill/>
        </p:spPr>
        <p:txBody>
          <a:bodyPr wrap="square">
            <a:spAutoFit/>
          </a:bodyPr>
          <a:lstStyle/>
          <a:p>
            <a:pPr algn="r">
              <a:lnSpc>
                <a:spcPct val="150000"/>
              </a:lnSpc>
            </a:pPr>
            <a:r>
              <a:rPr lang="en-US" u="sng" dirty="0">
                <a:latin typeface="Times New Roman" panose="02020603050405020304" pitchFamily="18" charset="0"/>
                <a:cs typeface="Times New Roman" panose="02020603050405020304" pitchFamily="18" charset="0"/>
              </a:rPr>
              <a:t>Presented by</a:t>
            </a:r>
          </a:p>
          <a:p>
            <a:pPr algn="r">
              <a:lnSpc>
                <a:spcPct val="150000"/>
              </a:lnSpc>
            </a:pPr>
            <a:r>
              <a:rPr lang="en-US" dirty="0">
                <a:latin typeface="Times New Roman" panose="02020603050405020304" pitchFamily="18" charset="0"/>
                <a:cs typeface="Times New Roman" panose="02020603050405020304" pitchFamily="18" charset="0"/>
              </a:rPr>
              <a:t>Anubhav Joshi</a:t>
            </a:r>
          </a:p>
          <a:p>
            <a:pPr algn="r">
              <a:lnSpc>
                <a:spcPct val="150000"/>
              </a:lnSpc>
            </a:pPr>
            <a:r>
              <a:rPr lang="en-US" dirty="0">
                <a:latin typeface="Times New Roman" panose="02020603050405020304" pitchFamily="18" charset="0"/>
                <a:cs typeface="Times New Roman" panose="02020603050405020304" pitchFamily="18" charset="0"/>
              </a:rPr>
              <a:t>Akash Singh</a:t>
            </a:r>
          </a:p>
          <a:p>
            <a:pPr algn="r">
              <a:lnSpc>
                <a:spcPct val="150000"/>
              </a:lnSpc>
            </a:pPr>
            <a:r>
              <a:rPr lang="en-US" dirty="0">
                <a:latin typeface="Times New Roman" panose="02020603050405020304" pitchFamily="18" charset="0"/>
                <a:cs typeface="Times New Roman" panose="02020603050405020304" pitchFamily="18" charset="0"/>
              </a:rPr>
              <a:t>Master of Technology (Aerospace Engineering)</a:t>
            </a:r>
          </a:p>
        </p:txBody>
      </p:sp>
      <p:sp>
        <p:nvSpPr>
          <p:cNvPr id="11" name="TextBox 10">
            <a:extLst>
              <a:ext uri="{FF2B5EF4-FFF2-40B4-BE49-F238E27FC236}">
                <a16:creationId xmlns:a16="http://schemas.microsoft.com/office/drawing/2014/main" id="{7B39A41D-EE6D-ABE9-4710-EBF873980AA2}"/>
              </a:ext>
            </a:extLst>
          </p:cNvPr>
          <p:cNvSpPr txBox="1"/>
          <p:nvPr/>
        </p:nvSpPr>
        <p:spPr>
          <a:xfrm>
            <a:off x="1705950" y="-3821"/>
            <a:ext cx="8897266" cy="1200329"/>
          </a:xfrm>
          <a:prstGeom prst="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algn="ctr"/>
            <a:r>
              <a:rPr lang="en-IN" sz="3600" dirty="0">
                <a:latin typeface="Times New Roman" panose="02020603050405020304" pitchFamily="18" charset="0"/>
                <a:cs typeface="Times New Roman" panose="02020603050405020304" pitchFamily="18" charset="0"/>
              </a:rPr>
              <a:t>Physics Informed Neural Network for High-Speed Fluid Dynamics</a:t>
            </a:r>
          </a:p>
        </p:txBody>
      </p:sp>
      <p:pic>
        <p:nvPicPr>
          <p:cNvPr id="6" name="Picture 5">
            <a:extLst>
              <a:ext uri="{FF2B5EF4-FFF2-40B4-BE49-F238E27FC236}">
                <a16:creationId xmlns:a16="http://schemas.microsoft.com/office/drawing/2014/main" id="{E435B729-6AAC-9F4C-8BE2-B27777FF8120}"/>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29762" y="2305740"/>
            <a:ext cx="1754326" cy="1754326"/>
          </a:xfrm>
          <a:prstGeom prst="rect">
            <a:avLst/>
          </a:prstGeom>
        </p:spPr>
      </p:pic>
    </p:spTree>
    <p:extLst>
      <p:ext uri="{BB962C8B-B14F-4D97-AF65-F5344CB8AC3E}">
        <p14:creationId xmlns:p14="http://schemas.microsoft.com/office/powerpoint/2010/main" val="2234731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0"/>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algn="ctr"/>
            <a:r>
              <a:rPr lang="en-IN" sz="4000" dirty="0">
                <a:latin typeface="Baskerville Old Face" panose="02020602080505020303" pitchFamily="18" charset="0"/>
              </a:rPr>
              <a:t>Contents</a:t>
            </a:r>
          </a:p>
        </p:txBody>
      </p:sp>
      <p:graphicFrame>
        <p:nvGraphicFramePr>
          <p:cNvPr id="6" name="Content Placeholder 5">
            <a:extLst>
              <a:ext uri="{FF2B5EF4-FFF2-40B4-BE49-F238E27FC236}">
                <a16:creationId xmlns:a16="http://schemas.microsoft.com/office/drawing/2014/main" id="{C0A9077B-1007-3026-0C5F-6C593770F260}"/>
              </a:ext>
            </a:extLst>
          </p:cNvPr>
          <p:cNvGraphicFramePr>
            <a:graphicFrameLocks noGrp="1"/>
          </p:cNvGraphicFramePr>
          <p:nvPr>
            <p:ph idx="1"/>
            <p:extLst>
              <p:ext uri="{D42A27DB-BD31-4B8C-83A1-F6EECF244321}">
                <p14:modId xmlns:p14="http://schemas.microsoft.com/office/powerpoint/2010/main" val="2796160227"/>
              </p:ext>
            </p:extLst>
          </p:nvPr>
        </p:nvGraphicFramePr>
        <p:xfrm>
          <a:off x="838200" y="1061884"/>
          <a:ext cx="10515600" cy="54667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56174" y="6492875"/>
            <a:ext cx="2743200" cy="365125"/>
          </a:xfrm>
        </p:spPr>
        <p:txBody>
          <a:bodyPr/>
          <a:lstStyle/>
          <a:p>
            <a:fld id="{AC9992F4-CF0D-485F-9C6C-7D6E185D0DEE}" type="slidenum">
              <a:rPr lang="en-IN" smtClean="0"/>
              <a:t>2</a:t>
            </a:fld>
            <a:endParaRPr lang="en-IN" dirty="0"/>
          </a:p>
        </p:txBody>
      </p:sp>
    </p:spTree>
    <p:extLst>
      <p:ext uri="{BB962C8B-B14F-4D97-AF65-F5344CB8AC3E}">
        <p14:creationId xmlns:p14="http://schemas.microsoft.com/office/powerpoint/2010/main" val="2977057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0"/>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algn="ctr"/>
            <a:r>
              <a:rPr lang="en-IN" sz="4000" dirty="0">
                <a:latin typeface="Baskerville Old Face" panose="02020602080505020303" pitchFamily="18" charset="0"/>
              </a:rPr>
              <a:t>Introduction</a:t>
            </a:r>
          </a:p>
        </p:txBody>
      </p:sp>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8610600" y="6492875"/>
            <a:ext cx="3581400" cy="365125"/>
          </a:xfrm>
        </p:spPr>
        <p:txBody>
          <a:bodyPr/>
          <a:lstStyle/>
          <a:p>
            <a:fld id="{AC9992F4-CF0D-485F-9C6C-7D6E185D0DEE}" type="slidenum">
              <a:rPr lang="en-IN" smtClean="0"/>
              <a:t>3</a:t>
            </a:fld>
            <a:endParaRPr lang="en-IN" dirty="0"/>
          </a:p>
        </p:txBody>
      </p:sp>
      <p:sp>
        <p:nvSpPr>
          <p:cNvPr id="3" name="TextBox 2">
            <a:extLst>
              <a:ext uri="{FF2B5EF4-FFF2-40B4-BE49-F238E27FC236}">
                <a16:creationId xmlns:a16="http://schemas.microsoft.com/office/drawing/2014/main" id="{65E3B67E-E3B2-F920-EB6F-8ED382C5A640}"/>
              </a:ext>
            </a:extLst>
          </p:cNvPr>
          <p:cNvSpPr txBox="1"/>
          <p:nvPr/>
        </p:nvSpPr>
        <p:spPr>
          <a:xfrm>
            <a:off x="0" y="2081122"/>
            <a:ext cx="12192000"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IN" sz="1600" dirty="0">
                <a:latin typeface="Times New Roman" panose="02020603050405020304" pitchFamily="18" charset="0"/>
                <a:cs typeface="Times New Roman" panose="02020603050405020304" pitchFamily="18" charset="0"/>
              </a:rPr>
              <a:t>Build scientifically accurate predictive models. </a:t>
            </a:r>
          </a:p>
          <a:p>
            <a:pPr algn="ctr"/>
            <a:r>
              <a:rPr lang="en-IN" sz="1600" dirty="0">
                <a:latin typeface="Times New Roman" panose="02020603050405020304" pitchFamily="18" charset="0"/>
                <a:cs typeface="Times New Roman" panose="02020603050405020304" pitchFamily="18" charset="0"/>
              </a:rPr>
              <a:t>Accelerate the training of the ML models with increase in data efficiency.</a:t>
            </a:r>
          </a:p>
          <a:p>
            <a:pPr algn="ctr"/>
            <a:r>
              <a:rPr lang="en-IN" sz="1600" dirty="0">
                <a:latin typeface="Times New Roman" panose="02020603050405020304" pitchFamily="18" charset="0"/>
                <a:cs typeface="Times New Roman" panose="02020603050405020304" pitchFamily="18" charset="0"/>
              </a:rPr>
              <a:t>Increase interpretability to make ML model robust and trustworthy.</a:t>
            </a:r>
          </a:p>
        </p:txBody>
      </p:sp>
      <p:sp>
        <p:nvSpPr>
          <p:cNvPr id="8" name="TextBox 7">
            <a:extLst>
              <a:ext uri="{FF2B5EF4-FFF2-40B4-BE49-F238E27FC236}">
                <a16:creationId xmlns:a16="http://schemas.microsoft.com/office/drawing/2014/main" id="{9795944A-DCBB-3C5A-42CC-30B3152B5184}"/>
              </a:ext>
            </a:extLst>
          </p:cNvPr>
          <p:cNvSpPr txBox="1"/>
          <p:nvPr/>
        </p:nvSpPr>
        <p:spPr>
          <a:xfrm>
            <a:off x="-39328" y="960447"/>
            <a:ext cx="12231328" cy="369332"/>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ctr"/>
            <a:r>
              <a:rPr lang="en-IN" sz="1800" b="1" dirty="0">
                <a:latin typeface="Times New Roman" panose="02020603050405020304" pitchFamily="18" charset="0"/>
                <a:cs typeface="Times New Roman" panose="02020603050405020304" pitchFamily="18" charset="0"/>
              </a:rPr>
              <a:t>What is Physics-Informed Machine Learning?</a:t>
            </a:r>
          </a:p>
        </p:txBody>
      </p:sp>
      <p:sp>
        <p:nvSpPr>
          <p:cNvPr id="10" name="TextBox 9">
            <a:extLst>
              <a:ext uri="{FF2B5EF4-FFF2-40B4-BE49-F238E27FC236}">
                <a16:creationId xmlns:a16="http://schemas.microsoft.com/office/drawing/2014/main" id="{37BC481F-FCCF-A8DD-4A56-4F57BECAFBBC}"/>
              </a:ext>
            </a:extLst>
          </p:cNvPr>
          <p:cNvSpPr txBox="1"/>
          <p:nvPr/>
        </p:nvSpPr>
        <p:spPr>
          <a:xfrm>
            <a:off x="0" y="1413063"/>
            <a:ext cx="12192000" cy="58477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r>
              <a:rPr lang="en-IN" sz="1600" dirty="0">
                <a:latin typeface="Times New Roman" panose="02020603050405020304" pitchFamily="18" charset="0"/>
                <a:cs typeface="Times New Roman" panose="02020603050405020304" pitchFamily="18" charset="0"/>
              </a:rPr>
              <a:t>It is the process by which the prior knowledge stemming from the observational, empirical, physical and mathematical understanding of the underlaying model can be leveraged to improve the performance of the ML algorithms. </a:t>
            </a:r>
          </a:p>
        </p:txBody>
      </p:sp>
      <p:grpSp>
        <p:nvGrpSpPr>
          <p:cNvPr id="67" name="Group 66">
            <a:extLst>
              <a:ext uri="{FF2B5EF4-FFF2-40B4-BE49-F238E27FC236}">
                <a16:creationId xmlns:a16="http://schemas.microsoft.com/office/drawing/2014/main" id="{29AEDAA2-329D-E580-03E1-C5F707FF034A}"/>
              </a:ext>
            </a:extLst>
          </p:cNvPr>
          <p:cNvGrpSpPr/>
          <p:nvPr/>
        </p:nvGrpSpPr>
        <p:grpSpPr>
          <a:xfrm>
            <a:off x="367785" y="3608128"/>
            <a:ext cx="4404327" cy="1836809"/>
            <a:chOff x="259630" y="3608128"/>
            <a:chExt cx="4404327" cy="1836809"/>
          </a:xfrm>
        </p:grpSpPr>
        <p:sp>
          <p:nvSpPr>
            <p:cNvPr id="11" name="Rectangle: Rounded Corners 10">
              <a:extLst>
                <a:ext uri="{FF2B5EF4-FFF2-40B4-BE49-F238E27FC236}">
                  <a16:creationId xmlns:a16="http://schemas.microsoft.com/office/drawing/2014/main" id="{CAABEB91-9E14-22FC-E04D-7F829B0850DB}"/>
                </a:ext>
              </a:extLst>
            </p:cNvPr>
            <p:cNvSpPr/>
            <p:nvPr/>
          </p:nvSpPr>
          <p:spPr>
            <a:xfrm>
              <a:off x="259630" y="4167811"/>
              <a:ext cx="845574" cy="6372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latin typeface="Times New Roman" panose="02020603050405020304" pitchFamily="18" charset="0"/>
                  <a:cs typeface="Times New Roman" panose="02020603050405020304" pitchFamily="18" charset="0"/>
                </a:rPr>
                <a:t>INPUT</a:t>
              </a:r>
            </a:p>
          </p:txBody>
        </p:sp>
        <p:sp>
          <p:nvSpPr>
            <p:cNvPr id="28" name="Rectangle: Rounded Corners 27">
              <a:extLst>
                <a:ext uri="{FF2B5EF4-FFF2-40B4-BE49-F238E27FC236}">
                  <a16:creationId xmlns:a16="http://schemas.microsoft.com/office/drawing/2014/main" id="{1873B931-CB76-42C4-7908-837A8D985585}"/>
                </a:ext>
              </a:extLst>
            </p:cNvPr>
            <p:cNvSpPr/>
            <p:nvPr/>
          </p:nvSpPr>
          <p:spPr>
            <a:xfrm>
              <a:off x="3818383" y="4167810"/>
              <a:ext cx="845574" cy="63729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latin typeface="Times New Roman" panose="02020603050405020304" pitchFamily="18" charset="0"/>
                  <a:cs typeface="Times New Roman" panose="02020603050405020304" pitchFamily="18" charset="0"/>
                </a:rPr>
                <a:t>OUTPUT</a:t>
              </a:r>
            </a:p>
          </p:txBody>
        </p:sp>
        <p:grpSp>
          <p:nvGrpSpPr>
            <p:cNvPr id="60" name="Group 59">
              <a:extLst>
                <a:ext uri="{FF2B5EF4-FFF2-40B4-BE49-F238E27FC236}">
                  <a16:creationId xmlns:a16="http://schemas.microsoft.com/office/drawing/2014/main" id="{7AFE5465-924C-5A87-63F5-14830CD74382}"/>
                </a:ext>
              </a:extLst>
            </p:cNvPr>
            <p:cNvGrpSpPr/>
            <p:nvPr/>
          </p:nvGrpSpPr>
          <p:grpSpPr>
            <a:xfrm>
              <a:off x="1557183" y="3608128"/>
              <a:ext cx="1795617" cy="1836809"/>
              <a:chOff x="4467531" y="3664595"/>
              <a:chExt cx="2271254" cy="2036291"/>
            </a:xfrm>
          </p:grpSpPr>
          <p:sp>
            <p:nvSpPr>
              <p:cNvPr id="12" name="Oval 11">
                <a:extLst>
                  <a:ext uri="{FF2B5EF4-FFF2-40B4-BE49-F238E27FC236}">
                    <a16:creationId xmlns:a16="http://schemas.microsoft.com/office/drawing/2014/main" id="{E8CA1215-46FC-3D19-EC48-1D5BD6529180}"/>
                  </a:ext>
                </a:extLst>
              </p:cNvPr>
              <p:cNvSpPr/>
              <p:nvPr/>
            </p:nvSpPr>
            <p:spPr>
              <a:xfrm>
                <a:off x="4519152" y="3735882"/>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 name="Oval 12">
                <a:extLst>
                  <a:ext uri="{FF2B5EF4-FFF2-40B4-BE49-F238E27FC236}">
                    <a16:creationId xmlns:a16="http://schemas.microsoft.com/office/drawing/2014/main" id="{66767EB7-8636-7281-6F17-BF30ED463C17}"/>
                  </a:ext>
                </a:extLst>
              </p:cNvPr>
              <p:cNvSpPr/>
              <p:nvPr/>
            </p:nvSpPr>
            <p:spPr>
              <a:xfrm>
                <a:off x="4519152" y="4153753"/>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4" name="Oval 13">
                <a:extLst>
                  <a:ext uri="{FF2B5EF4-FFF2-40B4-BE49-F238E27FC236}">
                    <a16:creationId xmlns:a16="http://schemas.microsoft.com/office/drawing/2014/main" id="{E51933BD-A92C-389E-19D6-0ABF4CA7E444}"/>
                  </a:ext>
                </a:extLst>
              </p:cNvPr>
              <p:cNvSpPr/>
              <p:nvPr/>
            </p:nvSpPr>
            <p:spPr>
              <a:xfrm>
                <a:off x="4519152" y="4958196"/>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5" name="Oval 14">
                <a:extLst>
                  <a:ext uri="{FF2B5EF4-FFF2-40B4-BE49-F238E27FC236}">
                    <a16:creationId xmlns:a16="http://schemas.microsoft.com/office/drawing/2014/main" id="{E6446639-C5B7-B31D-A2D6-86A54F5C62DA}"/>
                  </a:ext>
                </a:extLst>
              </p:cNvPr>
              <p:cNvSpPr/>
              <p:nvPr/>
            </p:nvSpPr>
            <p:spPr>
              <a:xfrm>
                <a:off x="4519152" y="5364132"/>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6" name="Oval 15">
                <a:extLst>
                  <a:ext uri="{FF2B5EF4-FFF2-40B4-BE49-F238E27FC236}">
                    <a16:creationId xmlns:a16="http://schemas.microsoft.com/office/drawing/2014/main" id="{C1DCE522-EDFA-8487-43C4-5A5006C4179E}"/>
                  </a:ext>
                </a:extLst>
              </p:cNvPr>
              <p:cNvSpPr/>
              <p:nvPr/>
            </p:nvSpPr>
            <p:spPr>
              <a:xfrm>
                <a:off x="4961604" y="3735882"/>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7" name="Oval 16">
                <a:extLst>
                  <a:ext uri="{FF2B5EF4-FFF2-40B4-BE49-F238E27FC236}">
                    <a16:creationId xmlns:a16="http://schemas.microsoft.com/office/drawing/2014/main" id="{443621CF-093B-36B9-CE0A-FFD0A32644D1}"/>
                  </a:ext>
                </a:extLst>
              </p:cNvPr>
              <p:cNvSpPr/>
              <p:nvPr/>
            </p:nvSpPr>
            <p:spPr>
              <a:xfrm>
                <a:off x="4961604" y="4153753"/>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8" name="Oval 17">
                <a:extLst>
                  <a:ext uri="{FF2B5EF4-FFF2-40B4-BE49-F238E27FC236}">
                    <a16:creationId xmlns:a16="http://schemas.microsoft.com/office/drawing/2014/main" id="{45FF478F-F314-2427-7E51-686771CC9478}"/>
                  </a:ext>
                </a:extLst>
              </p:cNvPr>
              <p:cNvSpPr/>
              <p:nvPr/>
            </p:nvSpPr>
            <p:spPr>
              <a:xfrm>
                <a:off x="4961604" y="4958196"/>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9" name="Oval 18">
                <a:extLst>
                  <a:ext uri="{FF2B5EF4-FFF2-40B4-BE49-F238E27FC236}">
                    <a16:creationId xmlns:a16="http://schemas.microsoft.com/office/drawing/2014/main" id="{68B388D1-1174-240B-5DE7-3EE2C30983ED}"/>
                  </a:ext>
                </a:extLst>
              </p:cNvPr>
              <p:cNvSpPr/>
              <p:nvPr/>
            </p:nvSpPr>
            <p:spPr>
              <a:xfrm>
                <a:off x="4961604" y="5364132"/>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0" name="Oval 19">
                <a:extLst>
                  <a:ext uri="{FF2B5EF4-FFF2-40B4-BE49-F238E27FC236}">
                    <a16:creationId xmlns:a16="http://schemas.microsoft.com/office/drawing/2014/main" id="{8EC18EDC-353B-A5C5-2469-81EBF1A47B23}"/>
                  </a:ext>
                </a:extLst>
              </p:cNvPr>
              <p:cNvSpPr/>
              <p:nvPr/>
            </p:nvSpPr>
            <p:spPr>
              <a:xfrm>
                <a:off x="5939913" y="3735882"/>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1" name="Oval 20">
                <a:extLst>
                  <a:ext uri="{FF2B5EF4-FFF2-40B4-BE49-F238E27FC236}">
                    <a16:creationId xmlns:a16="http://schemas.microsoft.com/office/drawing/2014/main" id="{739CA47A-C620-9A0E-3119-D0AAE92A224A}"/>
                  </a:ext>
                </a:extLst>
              </p:cNvPr>
              <p:cNvSpPr/>
              <p:nvPr/>
            </p:nvSpPr>
            <p:spPr>
              <a:xfrm>
                <a:off x="5939913" y="4153753"/>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2" name="Oval 21">
                <a:extLst>
                  <a:ext uri="{FF2B5EF4-FFF2-40B4-BE49-F238E27FC236}">
                    <a16:creationId xmlns:a16="http://schemas.microsoft.com/office/drawing/2014/main" id="{D875C26B-FE03-70C8-A396-1357FF64DFCA}"/>
                  </a:ext>
                </a:extLst>
              </p:cNvPr>
              <p:cNvSpPr/>
              <p:nvPr/>
            </p:nvSpPr>
            <p:spPr>
              <a:xfrm>
                <a:off x="5939913" y="4958196"/>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3" name="Oval 22">
                <a:extLst>
                  <a:ext uri="{FF2B5EF4-FFF2-40B4-BE49-F238E27FC236}">
                    <a16:creationId xmlns:a16="http://schemas.microsoft.com/office/drawing/2014/main" id="{893025E7-B582-A44E-307C-2449A16E02FE}"/>
                  </a:ext>
                </a:extLst>
              </p:cNvPr>
              <p:cNvSpPr/>
              <p:nvPr/>
            </p:nvSpPr>
            <p:spPr>
              <a:xfrm>
                <a:off x="5939913" y="5364132"/>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4" name="Oval 23">
                <a:extLst>
                  <a:ext uri="{FF2B5EF4-FFF2-40B4-BE49-F238E27FC236}">
                    <a16:creationId xmlns:a16="http://schemas.microsoft.com/office/drawing/2014/main" id="{7AE21200-64A4-18B8-5F50-38384D3A0EAF}"/>
                  </a:ext>
                </a:extLst>
              </p:cNvPr>
              <p:cNvSpPr/>
              <p:nvPr/>
            </p:nvSpPr>
            <p:spPr>
              <a:xfrm>
                <a:off x="6382365" y="3735882"/>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5" name="Oval 24">
                <a:extLst>
                  <a:ext uri="{FF2B5EF4-FFF2-40B4-BE49-F238E27FC236}">
                    <a16:creationId xmlns:a16="http://schemas.microsoft.com/office/drawing/2014/main" id="{7E1FF235-6222-6C0D-04FB-0E0343C94A37}"/>
                  </a:ext>
                </a:extLst>
              </p:cNvPr>
              <p:cNvSpPr/>
              <p:nvPr/>
            </p:nvSpPr>
            <p:spPr>
              <a:xfrm>
                <a:off x="6382365" y="4153753"/>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6" name="Oval 25">
                <a:extLst>
                  <a:ext uri="{FF2B5EF4-FFF2-40B4-BE49-F238E27FC236}">
                    <a16:creationId xmlns:a16="http://schemas.microsoft.com/office/drawing/2014/main" id="{F8AB4C7B-B970-ECFA-B25B-174EF51921AC}"/>
                  </a:ext>
                </a:extLst>
              </p:cNvPr>
              <p:cNvSpPr/>
              <p:nvPr/>
            </p:nvSpPr>
            <p:spPr>
              <a:xfrm>
                <a:off x="6382365" y="4958196"/>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7" name="Oval 26">
                <a:extLst>
                  <a:ext uri="{FF2B5EF4-FFF2-40B4-BE49-F238E27FC236}">
                    <a16:creationId xmlns:a16="http://schemas.microsoft.com/office/drawing/2014/main" id="{80588289-9C61-CA07-5837-F94DFA7EEBF4}"/>
                  </a:ext>
                </a:extLst>
              </p:cNvPr>
              <p:cNvSpPr/>
              <p:nvPr/>
            </p:nvSpPr>
            <p:spPr>
              <a:xfrm>
                <a:off x="6382365" y="5364132"/>
                <a:ext cx="304800" cy="26547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6B4E273-0221-A7B8-A5EC-021218DC89EF}"/>
                      </a:ext>
                    </a:extLst>
                  </p:cNvPr>
                  <p:cNvSpPr txBox="1"/>
                  <p:nvPr/>
                </p:nvSpPr>
                <p:spPr>
                  <a:xfrm>
                    <a:off x="4467531" y="4453650"/>
                    <a:ext cx="408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29" name="TextBox 28">
                    <a:extLst>
                      <a:ext uri="{FF2B5EF4-FFF2-40B4-BE49-F238E27FC236}">
                        <a16:creationId xmlns:a16="http://schemas.microsoft.com/office/drawing/2014/main" id="{66B4E273-0221-A7B8-A5EC-021218DC89EF}"/>
                      </a:ext>
                    </a:extLst>
                  </p:cNvPr>
                  <p:cNvSpPr txBox="1">
                    <a:spLocks noRot="1" noChangeAspect="1" noMove="1" noResize="1" noEditPoints="1" noAdjustHandles="1" noChangeArrowheads="1" noChangeShapeType="1" noTextEdit="1"/>
                  </p:cNvSpPr>
                  <p:nvPr/>
                </p:nvSpPr>
                <p:spPr>
                  <a:xfrm>
                    <a:off x="4467531" y="4453650"/>
                    <a:ext cx="408041" cy="369332"/>
                  </a:xfrm>
                  <a:prstGeom prst="rect">
                    <a:avLst/>
                  </a:prstGeom>
                  <a:blipFill>
                    <a:blip r:embed="rId3"/>
                    <a:stretch>
                      <a:fillRect b="-18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06ED7BB-3574-66DD-CBF2-4D984251DFB0}"/>
                      </a:ext>
                    </a:extLst>
                  </p:cNvPr>
                  <p:cNvSpPr txBox="1"/>
                  <p:nvPr/>
                </p:nvSpPr>
                <p:spPr>
                  <a:xfrm>
                    <a:off x="4909983" y="4455893"/>
                    <a:ext cx="408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30" name="TextBox 29">
                    <a:extLst>
                      <a:ext uri="{FF2B5EF4-FFF2-40B4-BE49-F238E27FC236}">
                        <a16:creationId xmlns:a16="http://schemas.microsoft.com/office/drawing/2014/main" id="{706ED7BB-3574-66DD-CBF2-4D984251DFB0}"/>
                      </a:ext>
                    </a:extLst>
                  </p:cNvPr>
                  <p:cNvSpPr txBox="1">
                    <a:spLocks noRot="1" noChangeAspect="1" noMove="1" noResize="1" noEditPoints="1" noAdjustHandles="1" noChangeArrowheads="1" noChangeShapeType="1" noTextEdit="1"/>
                  </p:cNvSpPr>
                  <p:nvPr/>
                </p:nvSpPr>
                <p:spPr>
                  <a:xfrm>
                    <a:off x="4909983" y="4455893"/>
                    <a:ext cx="408041"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DF76D5F-CFBA-EEE5-72A6-81B25F97CAD6}"/>
                      </a:ext>
                    </a:extLst>
                  </p:cNvPr>
                  <p:cNvSpPr txBox="1"/>
                  <p:nvPr/>
                </p:nvSpPr>
                <p:spPr>
                  <a:xfrm>
                    <a:off x="5890751" y="4455893"/>
                    <a:ext cx="408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32" name="TextBox 31">
                    <a:extLst>
                      <a:ext uri="{FF2B5EF4-FFF2-40B4-BE49-F238E27FC236}">
                        <a16:creationId xmlns:a16="http://schemas.microsoft.com/office/drawing/2014/main" id="{9DF76D5F-CFBA-EEE5-72A6-81B25F97CAD6}"/>
                      </a:ext>
                    </a:extLst>
                  </p:cNvPr>
                  <p:cNvSpPr txBox="1">
                    <a:spLocks noRot="1" noChangeAspect="1" noMove="1" noResize="1" noEditPoints="1" noAdjustHandles="1" noChangeArrowheads="1" noChangeShapeType="1" noTextEdit="1"/>
                  </p:cNvSpPr>
                  <p:nvPr/>
                </p:nvSpPr>
                <p:spPr>
                  <a:xfrm>
                    <a:off x="5890751" y="4455893"/>
                    <a:ext cx="408041"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286783F9-FED7-2EB7-1B91-464EBA79379A}"/>
                      </a:ext>
                    </a:extLst>
                  </p:cNvPr>
                  <p:cNvSpPr txBox="1"/>
                  <p:nvPr/>
                </p:nvSpPr>
                <p:spPr>
                  <a:xfrm>
                    <a:off x="6330744" y="4455893"/>
                    <a:ext cx="408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54" name="TextBox 53">
                    <a:extLst>
                      <a:ext uri="{FF2B5EF4-FFF2-40B4-BE49-F238E27FC236}">
                        <a16:creationId xmlns:a16="http://schemas.microsoft.com/office/drawing/2014/main" id="{286783F9-FED7-2EB7-1B91-464EBA79379A}"/>
                      </a:ext>
                    </a:extLst>
                  </p:cNvPr>
                  <p:cNvSpPr txBox="1">
                    <a:spLocks noRot="1" noChangeAspect="1" noMove="1" noResize="1" noEditPoints="1" noAdjustHandles="1" noChangeArrowheads="1" noChangeShapeType="1" noTextEdit="1"/>
                  </p:cNvSpPr>
                  <p:nvPr/>
                </p:nvSpPr>
                <p:spPr>
                  <a:xfrm>
                    <a:off x="6330744" y="4455893"/>
                    <a:ext cx="408041"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F347361-DC0B-07E6-1B75-08A0F53CEABF}"/>
                      </a:ext>
                    </a:extLst>
                  </p:cNvPr>
                  <p:cNvSpPr txBox="1"/>
                  <p:nvPr/>
                </p:nvSpPr>
                <p:spPr>
                  <a:xfrm rot="16200000">
                    <a:off x="5407741" y="4101822"/>
                    <a:ext cx="408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55" name="TextBox 54">
                    <a:extLst>
                      <a:ext uri="{FF2B5EF4-FFF2-40B4-BE49-F238E27FC236}">
                        <a16:creationId xmlns:a16="http://schemas.microsoft.com/office/drawing/2014/main" id="{FF347361-DC0B-07E6-1B75-08A0F53CEABF}"/>
                      </a:ext>
                    </a:extLst>
                  </p:cNvPr>
                  <p:cNvSpPr txBox="1">
                    <a:spLocks noRot="1" noChangeAspect="1" noMove="1" noResize="1" noEditPoints="1" noAdjustHandles="1" noChangeArrowheads="1" noChangeShapeType="1" noTextEdit="1"/>
                  </p:cNvSpPr>
                  <p:nvPr/>
                </p:nvSpPr>
                <p:spPr>
                  <a:xfrm rot="16200000">
                    <a:off x="5407741" y="4101822"/>
                    <a:ext cx="408041" cy="369332"/>
                  </a:xfrm>
                  <a:prstGeom prst="rect">
                    <a:avLst/>
                  </a:prstGeom>
                  <a:blipFill>
                    <a:blip r:embed="rId7"/>
                    <a:stretch>
                      <a:fillRect r="-1458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6A226E3-2CB4-96CC-194B-37FDE9FA0662}"/>
                      </a:ext>
                    </a:extLst>
                  </p:cNvPr>
                  <p:cNvSpPr txBox="1"/>
                  <p:nvPr/>
                </p:nvSpPr>
                <p:spPr>
                  <a:xfrm rot="16200000">
                    <a:off x="5395909" y="3683950"/>
                    <a:ext cx="408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57" name="TextBox 56">
                    <a:extLst>
                      <a:ext uri="{FF2B5EF4-FFF2-40B4-BE49-F238E27FC236}">
                        <a16:creationId xmlns:a16="http://schemas.microsoft.com/office/drawing/2014/main" id="{A6A226E3-2CB4-96CC-194B-37FDE9FA0662}"/>
                      </a:ext>
                    </a:extLst>
                  </p:cNvPr>
                  <p:cNvSpPr txBox="1">
                    <a:spLocks noRot="1" noChangeAspect="1" noMove="1" noResize="1" noEditPoints="1" noAdjustHandles="1" noChangeArrowheads="1" noChangeShapeType="1" noTextEdit="1"/>
                  </p:cNvSpPr>
                  <p:nvPr/>
                </p:nvSpPr>
                <p:spPr>
                  <a:xfrm rot="16200000">
                    <a:off x="5395909" y="3683950"/>
                    <a:ext cx="408041" cy="369332"/>
                  </a:xfrm>
                  <a:prstGeom prst="rect">
                    <a:avLst/>
                  </a:prstGeom>
                  <a:blipFill>
                    <a:blip r:embed="rId8"/>
                    <a:stretch>
                      <a:fillRect r="-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0C77B198-EEEB-06A4-9A8D-E4799404D233}"/>
                      </a:ext>
                    </a:extLst>
                  </p:cNvPr>
                  <p:cNvSpPr txBox="1"/>
                  <p:nvPr/>
                </p:nvSpPr>
                <p:spPr>
                  <a:xfrm rot="16200000">
                    <a:off x="5410822" y="4906264"/>
                    <a:ext cx="408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58" name="TextBox 57">
                    <a:extLst>
                      <a:ext uri="{FF2B5EF4-FFF2-40B4-BE49-F238E27FC236}">
                        <a16:creationId xmlns:a16="http://schemas.microsoft.com/office/drawing/2014/main" id="{0C77B198-EEEB-06A4-9A8D-E4799404D233}"/>
                      </a:ext>
                    </a:extLst>
                  </p:cNvPr>
                  <p:cNvSpPr txBox="1">
                    <a:spLocks noRot="1" noChangeAspect="1" noMove="1" noResize="1" noEditPoints="1" noAdjustHandles="1" noChangeArrowheads="1" noChangeShapeType="1" noTextEdit="1"/>
                  </p:cNvSpPr>
                  <p:nvPr/>
                </p:nvSpPr>
                <p:spPr>
                  <a:xfrm rot="16200000">
                    <a:off x="5410822" y="4906264"/>
                    <a:ext cx="408041" cy="369332"/>
                  </a:xfrm>
                  <a:prstGeom prst="rect">
                    <a:avLst/>
                  </a:prstGeom>
                  <a:blipFill>
                    <a:blip r:embed="rId9"/>
                    <a:stretch>
                      <a:fillRect r="-1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DA5BFB1-E8B3-E12D-7D49-3E4403819CDE}"/>
                      </a:ext>
                    </a:extLst>
                  </p:cNvPr>
                  <p:cNvSpPr txBox="1"/>
                  <p:nvPr/>
                </p:nvSpPr>
                <p:spPr>
                  <a:xfrm rot="16200000">
                    <a:off x="5399139" y="5312200"/>
                    <a:ext cx="40804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59" name="TextBox 58">
                    <a:extLst>
                      <a:ext uri="{FF2B5EF4-FFF2-40B4-BE49-F238E27FC236}">
                        <a16:creationId xmlns:a16="http://schemas.microsoft.com/office/drawing/2014/main" id="{5DA5BFB1-E8B3-E12D-7D49-3E4403819CDE}"/>
                      </a:ext>
                    </a:extLst>
                  </p:cNvPr>
                  <p:cNvSpPr txBox="1">
                    <a:spLocks noRot="1" noChangeAspect="1" noMove="1" noResize="1" noEditPoints="1" noAdjustHandles="1" noChangeArrowheads="1" noChangeShapeType="1" noTextEdit="1"/>
                  </p:cNvSpPr>
                  <p:nvPr/>
                </p:nvSpPr>
                <p:spPr>
                  <a:xfrm rot="16200000">
                    <a:off x="5399139" y="5312200"/>
                    <a:ext cx="408041" cy="369332"/>
                  </a:xfrm>
                  <a:prstGeom prst="rect">
                    <a:avLst/>
                  </a:prstGeom>
                  <a:blipFill>
                    <a:blip r:embed="rId10"/>
                    <a:stretch>
                      <a:fillRect r="-17021"/>
                    </a:stretch>
                  </a:blipFill>
                </p:spPr>
                <p:txBody>
                  <a:bodyPr/>
                  <a:lstStyle/>
                  <a:p>
                    <a:r>
                      <a:rPr lang="en-IN">
                        <a:noFill/>
                      </a:rPr>
                      <a:t> </a:t>
                    </a:r>
                  </a:p>
                </p:txBody>
              </p:sp>
            </mc:Fallback>
          </mc:AlternateContent>
        </p:grpSp>
        <p:cxnSp>
          <p:nvCxnSpPr>
            <p:cNvPr id="62" name="Straight Arrow Connector 61">
              <a:extLst>
                <a:ext uri="{FF2B5EF4-FFF2-40B4-BE49-F238E27FC236}">
                  <a16:creationId xmlns:a16="http://schemas.microsoft.com/office/drawing/2014/main" id="{EAC2599E-C57E-F1E5-F9D2-9FA3462217E1}"/>
                </a:ext>
              </a:extLst>
            </p:cNvPr>
            <p:cNvCxnSpPr>
              <a:stCxn id="11" idx="3"/>
              <a:endCxn id="29" idx="1"/>
            </p:cNvCxnSpPr>
            <p:nvPr/>
          </p:nvCxnSpPr>
          <p:spPr>
            <a:xfrm>
              <a:off x="1105204" y="4486459"/>
              <a:ext cx="451979"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78774081-3639-21E7-E7BC-F78A9210D459}"/>
                </a:ext>
              </a:extLst>
            </p:cNvPr>
            <p:cNvCxnSpPr>
              <a:stCxn id="54" idx="3"/>
              <a:endCxn id="28" idx="1"/>
            </p:cNvCxnSpPr>
            <p:nvPr/>
          </p:nvCxnSpPr>
          <p:spPr>
            <a:xfrm flipV="1">
              <a:off x="3352800" y="4486458"/>
              <a:ext cx="465583" cy="20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68" name="Right Brace 67">
            <a:extLst>
              <a:ext uri="{FF2B5EF4-FFF2-40B4-BE49-F238E27FC236}">
                <a16:creationId xmlns:a16="http://schemas.microsoft.com/office/drawing/2014/main" id="{6E9962E2-DBB0-0696-724F-36AFDFC1CE19}"/>
              </a:ext>
            </a:extLst>
          </p:cNvPr>
          <p:cNvSpPr/>
          <p:nvPr/>
        </p:nvSpPr>
        <p:spPr>
          <a:xfrm rot="5400000">
            <a:off x="2353815" y="3392810"/>
            <a:ext cx="432268" cy="4404327"/>
          </a:xfrm>
          <a:prstGeom prst="rightBrace">
            <a:avLst>
              <a:gd name="adj1" fmla="val 51923"/>
              <a:gd name="adj2" fmla="val 49527"/>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IN"/>
          </a:p>
        </p:txBody>
      </p:sp>
      <p:sp>
        <p:nvSpPr>
          <p:cNvPr id="69" name="TextBox 68">
            <a:extLst>
              <a:ext uri="{FF2B5EF4-FFF2-40B4-BE49-F238E27FC236}">
                <a16:creationId xmlns:a16="http://schemas.microsoft.com/office/drawing/2014/main" id="{CB2748D2-11FD-9F86-633E-487547F57C41}"/>
              </a:ext>
            </a:extLst>
          </p:cNvPr>
          <p:cNvSpPr txBox="1"/>
          <p:nvPr/>
        </p:nvSpPr>
        <p:spPr>
          <a:xfrm>
            <a:off x="2035989" y="5823114"/>
            <a:ext cx="1115659" cy="276999"/>
          </a:xfrm>
          <a:prstGeom prst="rect">
            <a:avLst/>
          </a:prstGeom>
          <a:noFill/>
        </p:spPr>
        <p:txBody>
          <a:bodyPr wrap="square" rtlCol="0">
            <a:spAutoFit/>
          </a:bodyPr>
          <a:lstStyle/>
          <a:p>
            <a:pPr algn="ctr"/>
            <a:r>
              <a:rPr lang="en-IN" sz="1200" dirty="0">
                <a:latin typeface="Times New Roman" panose="02020603050405020304" pitchFamily="18" charset="0"/>
                <a:cs typeface="Times New Roman" panose="02020603050405020304" pitchFamily="18" charset="0"/>
              </a:rPr>
              <a:t>PINN</a:t>
            </a:r>
          </a:p>
        </p:txBody>
      </p:sp>
      <p:sp>
        <p:nvSpPr>
          <p:cNvPr id="104" name="Arrow: Right 103">
            <a:extLst>
              <a:ext uri="{FF2B5EF4-FFF2-40B4-BE49-F238E27FC236}">
                <a16:creationId xmlns:a16="http://schemas.microsoft.com/office/drawing/2014/main" id="{53867063-C1C1-3032-9C53-77C7EA74731E}"/>
              </a:ext>
            </a:extLst>
          </p:cNvPr>
          <p:cNvSpPr/>
          <p:nvPr/>
        </p:nvSpPr>
        <p:spPr>
          <a:xfrm>
            <a:off x="5416632" y="4288831"/>
            <a:ext cx="902563" cy="449336"/>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sp>
        <p:nvSpPr>
          <p:cNvPr id="110" name="Rectangle: Rounded Corners 109">
            <a:extLst>
              <a:ext uri="{FF2B5EF4-FFF2-40B4-BE49-F238E27FC236}">
                <a16:creationId xmlns:a16="http://schemas.microsoft.com/office/drawing/2014/main" id="{C4B3AF2E-4A44-0C80-E844-FCCA3E847166}"/>
              </a:ext>
            </a:extLst>
          </p:cNvPr>
          <p:cNvSpPr/>
          <p:nvPr/>
        </p:nvSpPr>
        <p:spPr>
          <a:xfrm>
            <a:off x="6889657" y="3433364"/>
            <a:ext cx="2096581" cy="620366"/>
          </a:xfrm>
          <a:prstGeom prst="roundRect">
            <a:avLst/>
          </a:prstGeom>
          <a:ln w="28575">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Observational Bias</a:t>
            </a:r>
          </a:p>
        </p:txBody>
      </p:sp>
      <p:sp>
        <p:nvSpPr>
          <p:cNvPr id="111" name="Rectangle: Rounded Corners 110">
            <a:extLst>
              <a:ext uri="{FF2B5EF4-FFF2-40B4-BE49-F238E27FC236}">
                <a16:creationId xmlns:a16="http://schemas.microsoft.com/office/drawing/2014/main" id="{DE625D89-6FB0-CC0C-E9CB-1AEBE8DDBB1C}"/>
              </a:ext>
            </a:extLst>
          </p:cNvPr>
          <p:cNvSpPr/>
          <p:nvPr/>
        </p:nvSpPr>
        <p:spPr>
          <a:xfrm>
            <a:off x="9341397" y="3433364"/>
            <a:ext cx="2096581" cy="620366"/>
          </a:xfrm>
          <a:prstGeom prst="roundRect">
            <a:avLst/>
          </a:prstGeom>
          <a:ln w="28575">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Learning Bias</a:t>
            </a:r>
          </a:p>
        </p:txBody>
      </p:sp>
      <p:sp>
        <p:nvSpPr>
          <p:cNvPr id="112" name="Rectangle: Rounded Corners 111">
            <a:extLst>
              <a:ext uri="{FF2B5EF4-FFF2-40B4-BE49-F238E27FC236}">
                <a16:creationId xmlns:a16="http://schemas.microsoft.com/office/drawing/2014/main" id="{6C9D49F8-DD1D-5EAD-C631-F12BCF1F8CAE}"/>
              </a:ext>
            </a:extLst>
          </p:cNvPr>
          <p:cNvSpPr/>
          <p:nvPr/>
        </p:nvSpPr>
        <p:spPr>
          <a:xfrm>
            <a:off x="6889658" y="4172173"/>
            <a:ext cx="2135448" cy="1932303"/>
          </a:xfrm>
          <a:prstGeom prst="roundRect">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Training the model on the data that reflect the underlying physical principle in the first place, which requires vast amount of data.</a:t>
            </a:r>
          </a:p>
        </p:txBody>
      </p:sp>
      <p:sp>
        <p:nvSpPr>
          <p:cNvPr id="113" name="Rectangle: Rounded Corners 112">
            <a:extLst>
              <a:ext uri="{FF2B5EF4-FFF2-40B4-BE49-F238E27FC236}">
                <a16:creationId xmlns:a16="http://schemas.microsoft.com/office/drawing/2014/main" id="{30DEA3D3-893B-418D-AF4C-7B5FB65FB727}"/>
              </a:ext>
            </a:extLst>
          </p:cNvPr>
          <p:cNvSpPr/>
          <p:nvPr/>
        </p:nvSpPr>
        <p:spPr>
          <a:xfrm>
            <a:off x="9341397" y="4167810"/>
            <a:ext cx="2096581" cy="1932303"/>
          </a:xfrm>
          <a:prstGeom prst="roundRect">
            <a:avLst/>
          </a:prstGeom>
          <a:ln w="12700"/>
        </p:spPr>
        <p:style>
          <a:lnRef idx="2">
            <a:schemeClr val="dk1"/>
          </a:lnRef>
          <a:fillRef idx="1">
            <a:schemeClr val="lt1"/>
          </a:fillRef>
          <a:effectRef idx="0">
            <a:schemeClr val="dk1"/>
          </a:effectRef>
          <a:fontRef idx="minor">
            <a:schemeClr val="dk1"/>
          </a:fontRef>
        </p:style>
        <p:txBody>
          <a:bodyPr rtlCol="0" anchor="ctr"/>
          <a:lstStyle/>
          <a:p>
            <a:pPr algn="ctr"/>
            <a:r>
              <a:rPr lang="en-IN" sz="1600" dirty="0">
                <a:latin typeface="Times New Roman" panose="02020603050405020304" pitchFamily="18" charset="0"/>
                <a:cs typeface="Times New Roman" panose="02020603050405020304" pitchFamily="18" charset="0"/>
              </a:rPr>
              <a:t>Enforce physics through penalty constraints in the loss function during model training.</a:t>
            </a:r>
          </a:p>
        </p:txBody>
      </p:sp>
    </p:spTree>
    <p:extLst>
      <p:ext uri="{BB962C8B-B14F-4D97-AF65-F5344CB8AC3E}">
        <p14:creationId xmlns:p14="http://schemas.microsoft.com/office/powerpoint/2010/main" val="2603763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Rectangle 119">
            <a:extLst>
              <a:ext uri="{FF2B5EF4-FFF2-40B4-BE49-F238E27FC236}">
                <a16:creationId xmlns:a16="http://schemas.microsoft.com/office/drawing/2014/main" id="{4007C62E-F665-F34A-1709-1CF4CC5DFABA}"/>
              </a:ext>
            </a:extLst>
          </p:cNvPr>
          <p:cNvSpPr/>
          <p:nvPr/>
        </p:nvSpPr>
        <p:spPr>
          <a:xfrm>
            <a:off x="588842" y="1691577"/>
            <a:ext cx="5879778" cy="409936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0"/>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lvl="0" algn="ctr"/>
            <a:r>
              <a:rPr lang="en-IN" sz="4000" dirty="0">
                <a:latin typeface="Times New Roman" panose="02020603050405020304" pitchFamily="18" charset="0"/>
                <a:cs typeface="Times New Roman" panose="02020603050405020304" pitchFamily="18" charset="0"/>
              </a:rPr>
              <a:t>Methodology</a:t>
            </a:r>
          </a:p>
        </p:txBody>
      </p:sp>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4</a:t>
            </a:fld>
            <a:endParaRPr lang="en-IN"/>
          </a:p>
        </p:txBody>
      </p:sp>
      <p:sp>
        <p:nvSpPr>
          <p:cNvPr id="509" name="Rectangle: Rounded Corners 508">
            <a:extLst>
              <a:ext uri="{FF2B5EF4-FFF2-40B4-BE49-F238E27FC236}">
                <a16:creationId xmlns:a16="http://schemas.microsoft.com/office/drawing/2014/main" id="{24D55586-4E58-11B5-B35F-82BE39F54BA1}"/>
              </a:ext>
            </a:extLst>
          </p:cNvPr>
          <p:cNvSpPr/>
          <p:nvPr/>
        </p:nvSpPr>
        <p:spPr>
          <a:xfrm>
            <a:off x="5489507" y="2093340"/>
            <a:ext cx="6557769" cy="3329325"/>
          </a:xfrm>
          <a:prstGeom prst="roundRect">
            <a:avLst/>
          </a:prstGeom>
          <a:ln w="38100">
            <a:solidFill>
              <a:srgbClr val="FF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10" name="TextBox 509">
            <a:extLst>
              <a:ext uri="{FF2B5EF4-FFF2-40B4-BE49-F238E27FC236}">
                <a16:creationId xmlns:a16="http://schemas.microsoft.com/office/drawing/2014/main" id="{622F53B2-C9B1-9878-2AD5-0369D60D3E8D}"/>
              </a:ext>
            </a:extLst>
          </p:cNvPr>
          <p:cNvSpPr txBox="1"/>
          <p:nvPr/>
        </p:nvSpPr>
        <p:spPr>
          <a:xfrm>
            <a:off x="6275316" y="1691577"/>
            <a:ext cx="4545084" cy="430887"/>
          </a:xfrm>
          <a:prstGeom prst="rect">
            <a:avLst/>
          </a:prstGeom>
          <a:noFill/>
        </p:spPr>
        <p:txBody>
          <a:bodyPr wrap="square">
            <a:spAutoFit/>
          </a:bodyPr>
          <a:lstStyle/>
          <a:p>
            <a:pPr algn="ctr"/>
            <a:r>
              <a:rPr lang="en-IN" sz="2200" dirty="0">
                <a:solidFill>
                  <a:srgbClr val="FF0000"/>
                </a:solidFill>
                <a:latin typeface="Baskerville Old Face" panose="02020602080505020303" pitchFamily="18" charset="0"/>
              </a:rPr>
              <a:t>Physics Part</a:t>
            </a:r>
          </a:p>
        </p:txBody>
      </p:sp>
      <p:grpSp>
        <p:nvGrpSpPr>
          <p:cNvPr id="470" name="Group 469">
            <a:extLst>
              <a:ext uri="{FF2B5EF4-FFF2-40B4-BE49-F238E27FC236}">
                <a16:creationId xmlns:a16="http://schemas.microsoft.com/office/drawing/2014/main" id="{E6E28388-01EC-FA65-1961-C415AE5AF440}"/>
              </a:ext>
            </a:extLst>
          </p:cNvPr>
          <p:cNvGrpSpPr/>
          <p:nvPr/>
        </p:nvGrpSpPr>
        <p:grpSpPr>
          <a:xfrm>
            <a:off x="0" y="1822522"/>
            <a:ext cx="6698710" cy="3855939"/>
            <a:chOff x="352953" y="1501030"/>
            <a:chExt cx="6698710" cy="3855939"/>
          </a:xfrm>
        </p:grpSpPr>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835A516A-675B-DAE5-E3D3-61F65A606B7D}"/>
                    </a:ext>
                  </a:extLst>
                </p:cNvPr>
                <p:cNvSpPr/>
                <p:nvPr/>
              </p:nvSpPr>
              <p:spPr>
                <a:xfrm>
                  <a:off x="1245698" y="2341870"/>
                  <a:ext cx="501330" cy="468834"/>
                </a:xfrm>
                <a:prstGeom prst="ellipse">
                  <a:avLst/>
                </a:prstGeom>
                <a:ln w="12700"/>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 </m:t>
                        </m:r>
                        <m:r>
                          <a:rPr lang="en-IN" b="0" i="1" smtClean="0">
                            <a:latin typeface="Cambria Math" panose="02040503050406030204" pitchFamily="18" charset="0"/>
                          </a:rPr>
                          <m:t>𝑥</m:t>
                        </m:r>
                      </m:oMath>
                    </m:oMathPara>
                  </a14:m>
                  <a:endParaRPr lang="en-IN" dirty="0"/>
                </a:p>
              </p:txBody>
            </p:sp>
          </mc:Choice>
          <mc:Fallback xmlns="">
            <p:sp>
              <p:nvSpPr>
                <p:cNvPr id="6" name="Oval 5">
                  <a:extLst>
                    <a:ext uri="{FF2B5EF4-FFF2-40B4-BE49-F238E27FC236}">
                      <a16:creationId xmlns:a16="http://schemas.microsoft.com/office/drawing/2014/main" id="{835A516A-675B-DAE5-E3D3-61F65A606B7D}"/>
                    </a:ext>
                  </a:extLst>
                </p:cNvPr>
                <p:cNvSpPr>
                  <a:spLocks noRot="1" noChangeAspect="1" noMove="1" noResize="1" noEditPoints="1" noAdjustHandles="1" noChangeArrowheads="1" noChangeShapeType="1" noTextEdit="1"/>
                </p:cNvSpPr>
                <p:nvPr/>
              </p:nvSpPr>
              <p:spPr>
                <a:xfrm>
                  <a:off x="1245698" y="2341870"/>
                  <a:ext cx="501330" cy="468834"/>
                </a:xfrm>
                <a:prstGeom prst="ellipse">
                  <a:avLst/>
                </a:prstGeom>
                <a:blipFill>
                  <a:blip r:embed="rId3"/>
                  <a:stretch>
                    <a:fillRect/>
                  </a:stretch>
                </a:blipFill>
                <a:ln w="12700"/>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37FCEB7E-3075-3488-47BF-7AFCDF40B154}"/>
                    </a:ext>
                  </a:extLst>
                </p:cNvPr>
                <p:cNvSpPr/>
                <p:nvPr/>
              </p:nvSpPr>
              <p:spPr>
                <a:xfrm>
                  <a:off x="1245698" y="4122005"/>
                  <a:ext cx="501330" cy="468834"/>
                </a:xfrm>
                <a:prstGeom prst="ellipse">
                  <a:avLst/>
                </a:prstGeom>
                <a:ln w="12700"/>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 </m:t>
                        </m:r>
                        <m:r>
                          <a:rPr lang="en-IN" b="0" i="1" smtClean="0">
                            <a:latin typeface="Cambria Math" panose="02040503050406030204" pitchFamily="18" charset="0"/>
                          </a:rPr>
                          <m:t>𝑡</m:t>
                        </m:r>
                      </m:oMath>
                    </m:oMathPara>
                  </a14:m>
                  <a:endParaRPr lang="en-IN" dirty="0"/>
                </a:p>
              </p:txBody>
            </p:sp>
          </mc:Choice>
          <mc:Fallback xmlns="">
            <p:sp>
              <p:nvSpPr>
                <p:cNvPr id="9" name="Oval 8">
                  <a:extLst>
                    <a:ext uri="{FF2B5EF4-FFF2-40B4-BE49-F238E27FC236}">
                      <a16:creationId xmlns:a16="http://schemas.microsoft.com/office/drawing/2014/main" id="{37FCEB7E-3075-3488-47BF-7AFCDF40B154}"/>
                    </a:ext>
                  </a:extLst>
                </p:cNvPr>
                <p:cNvSpPr>
                  <a:spLocks noRot="1" noChangeAspect="1" noMove="1" noResize="1" noEditPoints="1" noAdjustHandles="1" noChangeArrowheads="1" noChangeShapeType="1" noTextEdit="1"/>
                </p:cNvSpPr>
                <p:nvPr/>
              </p:nvSpPr>
              <p:spPr>
                <a:xfrm>
                  <a:off x="1245698" y="4122005"/>
                  <a:ext cx="501330" cy="468834"/>
                </a:xfrm>
                <a:prstGeom prst="ellipse">
                  <a:avLst/>
                </a:prstGeom>
                <a:blipFill>
                  <a:blip r:embed="rId4"/>
                  <a:stretch>
                    <a:fillRect/>
                  </a:stretch>
                </a:blipFill>
                <a:ln w="12700"/>
              </p:spPr>
              <p:txBody>
                <a:bodyPr/>
                <a:lstStyle/>
                <a:p>
                  <a:r>
                    <a:rPr lang="en-IN">
                      <a:noFill/>
                    </a:rPr>
                    <a:t> </a:t>
                  </a:r>
                </a:p>
              </p:txBody>
            </p:sp>
          </mc:Fallback>
        </mc:AlternateContent>
        <p:sp>
          <p:nvSpPr>
            <p:cNvPr id="10" name="Oval 9">
              <a:extLst>
                <a:ext uri="{FF2B5EF4-FFF2-40B4-BE49-F238E27FC236}">
                  <a16:creationId xmlns:a16="http://schemas.microsoft.com/office/drawing/2014/main" id="{135C624B-C31A-5DA3-E987-D7B17A139879}"/>
                </a:ext>
              </a:extLst>
            </p:cNvPr>
            <p:cNvSpPr/>
            <p:nvPr/>
          </p:nvSpPr>
          <p:spPr>
            <a:xfrm>
              <a:off x="2848628" y="1505913"/>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ADE42F96-EA98-E172-23C5-5F266FE787F7}"/>
                </a:ext>
              </a:extLst>
            </p:cNvPr>
            <p:cNvSpPr/>
            <p:nvPr/>
          </p:nvSpPr>
          <p:spPr>
            <a:xfrm>
              <a:off x="2841640" y="2344051"/>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Oval 11">
              <a:extLst>
                <a:ext uri="{FF2B5EF4-FFF2-40B4-BE49-F238E27FC236}">
                  <a16:creationId xmlns:a16="http://schemas.microsoft.com/office/drawing/2014/main" id="{6D5815BF-5CC0-508A-EA7A-0A5AFBE1ACD9}"/>
                </a:ext>
              </a:extLst>
            </p:cNvPr>
            <p:cNvSpPr/>
            <p:nvPr/>
          </p:nvSpPr>
          <p:spPr>
            <a:xfrm>
              <a:off x="2831325" y="3182189"/>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2BFC5DDE-AF7D-A49F-281F-0AFF847B10B7}"/>
                </a:ext>
              </a:extLst>
            </p:cNvPr>
            <p:cNvSpPr/>
            <p:nvPr/>
          </p:nvSpPr>
          <p:spPr>
            <a:xfrm>
              <a:off x="2823912" y="4017711"/>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B9B5E337-03BD-24CA-AD28-B803D4E3A45E}"/>
                </a:ext>
              </a:extLst>
            </p:cNvPr>
            <p:cNvSpPr/>
            <p:nvPr/>
          </p:nvSpPr>
          <p:spPr>
            <a:xfrm>
              <a:off x="2820206" y="4888135"/>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C67A29D7-3358-109C-3F44-726F268B08C6}"/>
                </a:ext>
              </a:extLst>
            </p:cNvPr>
            <p:cNvSpPr/>
            <p:nvPr/>
          </p:nvSpPr>
          <p:spPr>
            <a:xfrm>
              <a:off x="3970516" y="1501030"/>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E175CDF9-3672-803B-52A1-689D0E57EFF4}"/>
                </a:ext>
              </a:extLst>
            </p:cNvPr>
            <p:cNvSpPr/>
            <p:nvPr/>
          </p:nvSpPr>
          <p:spPr>
            <a:xfrm>
              <a:off x="3965278" y="2346272"/>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BEE17F69-F402-3B8D-2C2B-C2AA42E112EF}"/>
                </a:ext>
              </a:extLst>
            </p:cNvPr>
            <p:cNvSpPr/>
            <p:nvPr/>
          </p:nvSpPr>
          <p:spPr>
            <a:xfrm>
              <a:off x="3921083" y="3197651"/>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a:extLst>
                <a:ext uri="{FF2B5EF4-FFF2-40B4-BE49-F238E27FC236}">
                  <a16:creationId xmlns:a16="http://schemas.microsoft.com/office/drawing/2014/main" id="{BA46DAE5-661E-3A52-D783-6F7880D4C006}"/>
                </a:ext>
              </a:extLst>
            </p:cNvPr>
            <p:cNvSpPr/>
            <p:nvPr/>
          </p:nvSpPr>
          <p:spPr>
            <a:xfrm>
              <a:off x="3926049" y="4042893"/>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FF750900-05C1-9D22-34E0-AD192DEA5612}"/>
                </a:ext>
              </a:extLst>
            </p:cNvPr>
            <p:cNvSpPr/>
            <p:nvPr/>
          </p:nvSpPr>
          <p:spPr>
            <a:xfrm>
              <a:off x="3921083" y="4888135"/>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60554C83-FB2A-F1F4-612D-4CACFC8F70BB}"/>
                </a:ext>
              </a:extLst>
            </p:cNvPr>
            <p:cNvSpPr/>
            <p:nvPr/>
          </p:nvSpPr>
          <p:spPr>
            <a:xfrm>
              <a:off x="5074782" y="1502360"/>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F96D825B-70F7-655C-F3E0-530E878F6E69}"/>
                </a:ext>
              </a:extLst>
            </p:cNvPr>
            <p:cNvSpPr/>
            <p:nvPr/>
          </p:nvSpPr>
          <p:spPr>
            <a:xfrm>
              <a:off x="5086227" y="2346272"/>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2231A037-42E9-CDEA-68CF-894ADD8C8489}"/>
                </a:ext>
              </a:extLst>
            </p:cNvPr>
            <p:cNvSpPr/>
            <p:nvPr/>
          </p:nvSpPr>
          <p:spPr>
            <a:xfrm>
              <a:off x="5147621" y="3187073"/>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202BCDE2-DE2B-A8EA-BA7E-2AFF396132DB}"/>
                </a:ext>
              </a:extLst>
            </p:cNvPr>
            <p:cNvSpPr/>
            <p:nvPr/>
          </p:nvSpPr>
          <p:spPr>
            <a:xfrm>
              <a:off x="5109656" y="4042893"/>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E2A6DE40-2BD3-F593-99EC-3DEBD7A25322}"/>
                </a:ext>
              </a:extLst>
            </p:cNvPr>
            <p:cNvSpPr/>
            <p:nvPr/>
          </p:nvSpPr>
          <p:spPr>
            <a:xfrm>
              <a:off x="5122218" y="4888135"/>
              <a:ext cx="501330" cy="468834"/>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5" name="Oval 24">
                  <a:extLst>
                    <a:ext uri="{FF2B5EF4-FFF2-40B4-BE49-F238E27FC236}">
                      <a16:creationId xmlns:a16="http://schemas.microsoft.com/office/drawing/2014/main" id="{FB3CD9D3-BE06-8148-D7B8-C2B8489A6851}"/>
                    </a:ext>
                  </a:extLst>
                </p:cNvPr>
                <p:cNvSpPr/>
                <p:nvPr/>
              </p:nvSpPr>
              <p:spPr>
                <a:xfrm>
                  <a:off x="6113388" y="3182189"/>
                  <a:ext cx="501330" cy="468834"/>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 </m:t>
                        </m:r>
                        <m:acc>
                          <m:accPr>
                            <m:chr m:val="̂"/>
                            <m:ctrlPr>
                              <a:rPr lang="en-IN" i="1" smtClean="0">
                                <a:latin typeface="Cambria Math" panose="02040503050406030204" pitchFamily="18" charset="0"/>
                              </a:rPr>
                            </m:ctrlPr>
                          </m:accPr>
                          <m:e>
                            <m:r>
                              <a:rPr lang="en-IN" b="0" i="1" smtClean="0">
                                <a:latin typeface="Cambria Math" panose="02040503050406030204" pitchFamily="18" charset="0"/>
                              </a:rPr>
                              <m:t>𝑢</m:t>
                            </m:r>
                          </m:e>
                        </m:acc>
                      </m:oMath>
                    </m:oMathPara>
                  </a14:m>
                  <a:endParaRPr lang="en-IN" dirty="0"/>
                </a:p>
              </p:txBody>
            </p:sp>
          </mc:Choice>
          <mc:Fallback xmlns="">
            <p:sp>
              <p:nvSpPr>
                <p:cNvPr id="25" name="Oval 24">
                  <a:extLst>
                    <a:ext uri="{FF2B5EF4-FFF2-40B4-BE49-F238E27FC236}">
                      <a16:creationId xmlns:a16="http://schemas.microsoft.com/office/drawing/2014/main" id="{FB3CD9D3-BE06-8148-D7B8-C2B8489A6851}"/>
                    </a:ext>
                  </a:extLst>
                </p:cNvPr>
                <p:cNvSpPr>
                  <a:spLocks noRot="1" noChangeAspect="1" noMove="1" noResize="1" noEditPoints="1" noAdjustHandles="1" noChangeArrowheads="1" noChangeShapeType="1" noTextEdit="1"/>
                </p:cNvSpPr>
                <p:nvPr/>
              </p:nvSpPr>
              <p:spPr>
                <a:xfrm>
                  <a:off x="6113388" y="3182189"/>
                  <a:ext cx="501330" cy="468834"/>
                </a:xfrm>
                <a:prstGeom prst="ellipse">
                  <a:avLst/>
                </a:prstGeom>
                <a:blipFill>
                  <a:blip r:embed="rId5"/>
                  <a:stretch>
                    <a:fillRect/>
                  </a:stretch>
                </a:blipFill>
                <a:ln/>
              </p:spPr>
              <p:txBody>
                <a:bodyPr/>
                <a:lstStyle/>
                <a:p>
                  <a:r>
                    <a:rPr lang="en-IN">
                      <a:noFill/>
                    </a:rPr>
                    <a:t> </a:t>
                  </a:r>
                </a:p>
              </p:txBody>
            </p:sp>
          </mc:Fallback>
        </mc:AlternateContent>
        <p:cxnSp>
          <p:nvCxnSpPr>
            <p:cNvPr id="27" name="Straight Arrow Connector 26">
              <a:extLst>
                <a:ext uri="{FF2B5EF4-FFF2-40B4-BE49-F238E27FC236}">
                  <a16:creationId xmlns:a16="http://schemas.microsoft.com/office/drawing/2014/main" id="{A3C3B1C5-0CC7-1606-567B-D0C323DF5B6E}"/>
                </a:ext>
              </a:extLst>
            </p:cNvPr>
            <p:cNvCxnSpPr>
              <a:cxnSpLocks/>
              <a:stCxn id="6" idx="6"/>
              <a:endCxn id="10" idx="2"/>
            </p:cNvCxnSpPr>
            <p:nvPr/>
          </p:nvCxnSpPr>
          <p:spPr>
            <a:xfrm flipV="1">
              <a:off x="1747028" y="1740330"/>
              <a:ext cx="1101600" cy="8359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A6626BA-2063-28E8-7E95-4F22E6B9E774}"/>
                </a:ext>
              </a:extLst>
            </p:cNvPr>
            <p:cNvCxnSpPr>
              <a:cxnSpLocks/>
              <a:stCxn id="6" idx="6"/>
              <a:endCxn id="11" idx="2"/>
            </p:cNvCxnSpPr>
            <p:nvPr/>
          </p:nvCxnSpPr>
          <p:spPr>
            <a:xfrm>
              <a:off x="1747028" y="2576287"/>
              <a:ext cx="1094612" cy="218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E665305-389B-FBAC-79F6-CC57E17605D4}"/>
                </a:ext>
              </a:extLst>
            </p:cNvPr>
            <p:cNvCxnSpPr>
              <a:cxnSpLocks/>
              <a:stCxn id="6" idx="6"/>
              <a:endCxn id="12" idx="2"/>
            </p:cNvCxnSpPr>
            <p:nvPr/>
          </p:nvCxnSpPr>
          <p:spPr>
            <a:xfrm>
              <a:off x="1747028" y="2576287"/>
              <a:ext cx="1084297" cy="84031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48171FD-561E-9C05-69C3-EDDF55114703}"/>
                </a:ext>
              </a:extLst>
            </p:cNvPr>
            <p:cNvCxnSpPr>
              <a:cxnSpLocks/>
              <a:stCxn id="6" idx="6"/>
              <a:endCxn id="13" idx="2"/>
            </p:cNvCxnSpPr>
            <p:nvPr/>
          </p:nvCxnSpPr>
          <p:spPr>
            <a:xfrm>
              <a:off x="1747028" y="2576287"/>
              <a:ext cx="1076884" cy="16758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304F7BA-C221-444E-6A23-26B6A3CAD6A3}"/>
                </a:ext>
              </a:extLst>
            </p:cNvPr>
            <p:cNvCxnSpPr>
              <a:cxnSpLocks/>
              <a:stCxn id="6" idx="6"/>
              <a:endCxn id="14" idx="2"/>
            </p:cNvCxnSpPr>
            <p:nvPr/>
          </p:nvCxnSpPr>
          <p:spPr>
            <a:xfrm>
              <a:off x="1747028" y="2576287"/>
              <a:ext cx="1073178" cy="254626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5BBAED3D-755D-0729-37AF-DD6A92059E9B}"/>
                </a:ext>
              </a:extLst>
            </p:cNvPr>
            <p:cNvCxnSpPr>
              <a:cxnSpLocks/>
              <a:stCxn id="9" idx="6"/>
              <a:endCxn id="14" idx="2"/>
            </p:cNvCxnSpPr>
            <p:nvPr/>
          </p:nvCxnSpPr>
          <p:spPr>
            <a:xfrm>
              <a:off x="1747028" y="4356422"/>
              <a:ext cx="1073178" cy="76613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79A1510-9427-3909-77BB-30EE05E09108}"/>
                </a:ext>
              </a:extLst>
            </p:cNvPr>
            <p:cNvCxnSpPr>
              <a:cxnSpLocks/>
              <a:stCxn id="9" idx="6"/>
              <a:endCxn id="13" idx="2"/>
            </p:cNvCxnSpPr>
            <p:nvPr/>
          </p:nvCxnSpPr>
          <p:spPr>
            <a:xfrm flipV="1">
              <a:off x="1747028" y="4252128"/>
              <a:ext cx="1076884" cy="10429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8DD4C1D-B639-F68B-304D-0DCA7AE70268}"/>
                </a:ext>
              </a:extLst>
            </p:cNvPr>
            <p:cNvCxnSpPr>
              <a:cxnSpLocks/>
              <a:stCxn id="9" idx="6"/>
              <a:endCxn id="11" idx="2"/>
            </p:cNvCxnSpPr>
            <p:nvPr/>
          </p:nvCxnSpPr>
          <p:spPr>
            <a:xfrm flipV="1">
              <a:off x="1747028" y="2578468"/>
              <a:ext cx="1094612" cy="17779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03968A6-0F60-C545-9A63-C36372AED43A}"/>
                </a:ext>
              </a:extLst>
            </p:cNvPr>
            <p:cNvCxnSpPr>
              <a:cxnSpLocks/>
              <a:stCxn id="9" idx="6"/>
              <a:endCxn id="10" idx="2"/>
            </p:cNvCxnSpPr>
            <p:nvPr/>
          </p:nvCxnSpPr>
          <p:spPr>
            <a:xfrm flipV="1">
              <a:off x="1747028" y="1740330"/>
              <a:ext cx="1101600" cy="261609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0A44748-964F-4B67-0717-DF21C14B030A}"/>
                </a:ext>
              </a:extLst>
            </p:cNvPr>
            <p:cNvCxnSpPr>
              <a:cxnSpLocks/>
              <a:stCxn id="14" idx="6"/>
              <a:endCxn id="19" idx="2"/>
            </p:cNvCxnSpPr>
            <p:nvPr/>
          </p:nvCxnSpPr>
          <p:spPr>
            <a:xfrm>
              <a:off x="3321536" y="5122552"/>
              <a:ext cx="59954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F510B424-CF47-CDEA-296C-9629C05B1C36}"/>
                </a:ext>
              </a:extLst>
            </p:cNvPr>
            <p:cNvCxnSpPr>
              <a:cxnSpLocks/>
              <a:stCxn id="13" idx="6"/>
              <a:endCxn id="18" idx="2"/>
            </p:cNvCxnSpPr>
            <p:nvPr/>
          </p:nvCxnSpPr>
          <p:spPr>
            <a:xfrm>
              <a:off x="3325242" y="4252128"/>
              <a:ext cx="600807" cy="251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EDF75F8-9106-DF72-80CD-4DF7423F29C8}"/>
                </a:ext>
              </a:extLst>
            </p:cNvPr>
            <p:cNvCxnSpPr>
              <a:cxnSpLocks/>
              <a:stCxn id="12" idx="6"/>
              <a:endCxn id="17" idx="2"/>
            </p:cNvCxnSpPr>
            <p:nvPr/>
          </p:nvCxnSpPr>
          <p:spPr>
            <a:xfrm>
              <a:off x="3332655" y="3416606"/>
              <a:ext cx="588428" cy="154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B88E790-46B6-A709-CD62-4E46DB14BB6E}"/>
                </a:ext>
              </a:extLst>
            </p:cNvPr>
            <p:cNvCxnSpPr>
              <a:cxnSpLocks/>
              <a:stCxn id="11" idx="6"/>
              <a:endCxn id="16" idx="2"/>
            </p:cNvCxnSpPr>
            <p:nvPr/>
          </p:nvCxnSpPr>
          <p:spPr>
            <a:xfrm>
              <a:off x="3342970" y="2578468"/>
              <a:ext cx="622308" cy="22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6FF1D84-71C0-F65B-DF57-40B4171B644A}"/>
                </a:ext>
              </a:extLst>
            </p:cNvPr>
            <p:cNvCxnSpPr>
              <a:cxnSpLocks/>
              <a:stCxn id="10" idx="6"/>
              <a:endCxn id="15" idx="2"/>
            </p:cNvCxnSpPr>
            <p:nvPr/>
          </p:nvCxnSpPr>
          <p:spPr>
            <a:xfrm flipV="1">
              <a:off x="3349958" y="1735447"/>
              <a:ext cx="620558" cy="48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08AE995-B0C2-22D3-9A35-1367164B3A17}"/>
                </a:ext>
              </a:extLst>
            </p:cNvPr>
            <p:cNvCxnSpPr>
              <a:cxnSpLocks/>
              <a:stCxn id="14" idx="6"/>
              <a:endCxn id="18" idx="2"/>
            </p:cNvCxnSpPr>
            <p:nvPr/>
          </p:nvCxnSpPr>
          <p:spPr>
            <a:xfrm flipV="1">
              <a:off x="3321536" y="4277310"/>
              <a:ext cx="604513" cy="8452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24ADA89-6A09-A553-DE47-D7AD6D534BBA}"/>
                </a:ext>
              </a:extLst>
            </p:cNvPr>
            <p:cNvCxnSpPr>
              <a:cxnSpLocks/>
              <a:stCxn id="14" idx="6"/>
              <a:endCxn id="17" idx="2"/>
            </p:cNvCxnSpPr>
            <p:nvPr/>
          </p:nvCxnSpPr>
          <p:spPr>
            <a:xfrm flipV="1">
              <a:off x="3321536" y="3432068"/>
              <a:ext cx="599547" cy="169048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BB8BAD7-FA21-3B07-F4C5-E6A976715B90}"/>
                </a:ext>
              </a:extLst>
            </p:cNvPr>
            <p:cNvCxnSpPr>
              <a:cxnSpLocks/>
              <a:stCxn id="14" idx="6"/>
              <a:endCxn id="16" idx="2"/>
            </p:cNvCxnSpPr>
            <p:nvPr/>
          </p:nvCxnSpPr>
          <p:spPr>
            <a:xfrm flipV="1">
              <a:off x="3321536" y="2580689"/>
              <a:ext cx="643742" cy="25418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473848E-FE3F-C670-25A9-672A2EBEED27}"/>
                </a:ext>
              </a:extLst>
            </p:cNvPr>
            <p:cNvCxnSpPr>
              <a:cxnSpLocks/>
              <a:stCxn id="14" idx="6"/>
              <a:endCxn id="15" idx="2"/>
            </p:cNvCxnSpPr>
            <p:nvPr/>
          </p:nvCxnSpPr>
          <p:spPr>
            <a:xfrm flipV="1">
              <a:off x="3321536" y="1735447"/>
              <a:ext cx="648980" cy="33871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F10B27E-3652-971F-634A-20DFF63B2DA1}"/>
                </a:ext>
              </a:extLst>
            </p:cNvPr>
            <p:cNvCxnSpPr>
              <a:cxnSpLocks/>
              <a:stCxn id="13" idx="6"/>
              <a:endCxn id="19" idx="2"/>
            </p:cNvCxnSpPr>
            <p:nvPr/>
          </p:nvCxnSpPr>
          <p:spPr>
            <a:xfrm>
              <a:off x="3325242" y="4252128"/>
              <a:ext cx="595841" cy="8704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B2DD57C-473A-7DC1-61C7-F71EC9F1A38F}"/>
                </a:ext>
              </a:extLst>
            </p:cNvPr>
            <p:cNvCxnSpPr>
              <a:cxnSpLocks/>
              <a:stCxn id="13" idx="6"/>
              <a:endCxn id="17" idx="2"/>
            </p:cNvCxnSpPr>
            <p:nvPr/>
          </p:nvCxnSpPr>
          <p:spPr>
            <a:xfrm flipV="1">
              <a:off x="3325242" y="3432068"/>
              <a:ext cx="595841" cy="8200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964C90D-1E82-DFBC-2E63-D8AF183E96FD}"/>
                </a:ext>
              </a:extLst>
            </p:cNvPr>
            <p:cNvCxnSpPr>
              <a:cxnSpLocks/>
              <a:stCxn id="12" idx="6"/>
              <a:endCxn id="16" idx="2"/>
            </p:cNvCxnSpPr>
            <p:nvPr/>
          </p:nvCxnSpPr>
          <p:spPr>
            <a:xfrm flipV="1">
              <a:off x="3332655" y="2580689"/>
              <a:ext cx="632623" cy="8359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24C1FDE4-58DC-18AF-6614-AC945B536920}"/>
                </a:ext>
              </a:extLst>
            </p:cNvPr>
            <p:cNvCxnSpPr>
              <a:cxnSpLocks/>
              <a:stCxn id="11" idx="6"/>
              <a:endCxn id="15" idx="2"/>
            </p:cNvCxnSpPr>
            <p:nvPr/>
          </p:nvCxnSpPr>
          <p:spPr>
            <a:xfrm flipV="1">
              <a:off x="3342970" y="1735447"/>
              <a:ext cx="627546" cy="8430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A0794B4-6641-58E4-5539-66A79E153092}"/>
                </a:ext>
              </a:extLst>
            </p:cNvPr>
            <p:cNvCxnSpPr>
              <a:cxnSpLocks/>
              <a:stCxn id="10" idx="6"/>
              <a:endCxn id="19" idx="2"/>
            </p:cNvCxnSpPr>
            <p:nvPr/>
          </p:nvCxnSpPr>
          <p:spPr>
            <a:xfrm>
              <a:off x="3349958" y="1740330"/>
              <a:ext cx="571125" cy="338222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449C79E-AB72-FF32-C512-89DEBEE7FF3A}"/>
                </a:ext>
              </a:extLst>
            </p:cNvPr>
            <p:cNvCxnSpPr>
              <a:cxnSpLocks/>
              <a:stCxn id="13" idx="6"/>
              <a:endCxn id="15" idx="2"/>
            </p:cNvCxnSpPr>
            <p:nvPr/>
          </p:nvCxnSpPr>
          <p:spPr>
            <a:xfrm flipV="1">
              <a:off x="3325242" y="1735447"/>
              <a:ext cx="645274" cy="251668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33AC98F-D967-7CE8-0818-4B1BDB73231B}"/>
                </a:ext>
              </a:extLst>
            </p:cNvPr>
            <p:cNvCxnSpPr>
              <a:cxnSpLocks/>
              <a:stCxn id="12" idx="6"/>
              <a:endCxn id="15" idx="2"/>
            </p:cNvCxnSpPr>
            <p:nvPr/>
          </p:nvCxnSpPr>
          <p:spPr>
            <a:xfrm flipV="1">
              <a:off x="3332655" y="1735447"/>
              <a:ext cx="637861" cy="168115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0E823135-A27E-BCB1-57D5-DEB801FF7279}"/>
                </a:ext>
              </a:extLst>
            </p:cNvPr>
            <p:cNvCxnSpPr>
              <a:cxnSpLocks/>
              <a:stCxn id="10" idx="6"/>
              <a:endCxn id="18" idx="2"/>
            </p:cNvCxnSpPr>
            <p:nvPr/>
          </p:nvCxnSpPr>
          <p:spPr>
            <a:xfrm>
              <a:off x="3349958" y="1740330"/>
              <a:ext cx="576091" cy="253698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2917827D-10A2-397C-786D-9A1E8AF1E680}"/>
                </a:ext>
              </a:extLst>
            </p:cNvPr>
            <p:cNvCxnSpPr>
              <a:cxnSpLocks/>
              <a:stCxn id="10" idx="6"/>
              <a:endCxn id="17" idx="2"/>
            </p:cNvCxnSpPr>
            <p:nvPr/>
          </p:nvCxnSpPr>
          <p:spPr>
            <a:xfrm>
              <a:off x="3349958" y="1740330"/>
              <a:ext cx="571125" cy="169173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156E3A96-4CC1-CB23-FFBF-9C1CB4E911D0}"/>
                </a:ext>
              </a:extLst>
            </p:cNvPr>
            <p:cNvCxnSpPr>
              <a:cxnSpLocks/>
              <a:stCxn id="12" idx="6"/>
              <a:endCxn id="19" idx="2"/>
            </p:cNvCxnSpPr>
            <p:nvPr/>
          </p:nvCxnSpPr>
          <p:spPr>
            <a:xfrm>
              <a:off x="3332655" y="3416606"/>
              <a:ext cx="588428" cy="17059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DC9F1256-6752-EBC6-A838-88DA23DCC7B9}"/>
                </a:ext>
              </a:extLst>
            </p:cNvPr>
            <p:cNvCxnSpPr>
              <a:cxnSpLocks/>
              <a:stCxn id="11" idx="6"/>
              <a:endCxn id="19" idx="2"/>
            </p:cNvCxnSpPr>
            <p:nvPr/>
          </p:nvCxnSpPr>
          <p:spPr>
            <a:xfrm>
              <a:off x="3342970" y="2578468"/>
              <a:ext cx="578113" cy="254408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5A7242F2-CEAF-480D-901A-7D131DCF2640}"/>
                </a:ext>
              </a:extLst>
            </p:cNvPr>
            <p:cNvCxnSpPr>
              <a:cxnSpLocks/>
              <a:stCxn id="10" idx="6"/>
              <a:endCxn id="16" idx="2"/>
            </p:cNvCxnSpPr>
            <p:nvPr/>
          </p:nvCxnSpPr>
          <p:spPr>
            <a:xfrm>
              <a:off x="3349958" y="1740330"/>
              <a:ext cx="615320" cy="84035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824F6118-D435-A0A8-D648-B67934E8A754}"/>
                </a:ext>
              </a:extLst>
            </p:cNvPr>
            <p:cNvCxnSpPr>
              <a:cxnSpLocks/>
              <a:stCxn id="19" idx="6"/>
              <a:endCxn id="24" idx="2"/>
            </p:cNvCxnSpPr>
            <p:nvPr/>
          </p:nvCxnSpPr>
          <p:spPr>
            <a:xfrm>
              <a:off x="4422413" y="5122552"/>
              <a:ext cx="6998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F30D686-68C2-CA18-7948-9595B019E430}"/>
                </a:ext>
              </a:extLst>
            </p:cNvPr>
            <p:cNvCxnSpPr>
              <a:cxnSpLocks/>
              <a:stCxn id="19" idx="6"/>
              <a:endCxn id="23" idx="2"/>
            </p:cNvCxnSpPr>
            <p:nvPr/>
          </p:nvCxnSpPr>
          <p:spPr>
            <a:xfrm flipV="1">
              <a:off x="4422413" y="4277310"/>
              <a:ext cx="687243" cy="8452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4F53E79-BFD3-46DD-D103-A980CA31689F}"/>
                </a:ext>
              </a:extLst>
            </p:cNvPr>
            <p:cNvCxnSpPr>
              <a:cxnSpLocks/>
              <a:stCxn id="19" idx="6"/>
              <a:endCxn id="22" idx="2"/>
            </p:cNvCxnSpPr>
            <p:nvPr/>
          </p:nvCxnSpPr>
          <p:spPr>
            <a:xfrm flipV="1">
              <a:off x="4422413" y="3421490"/>
              <a:ext cx="725208" cy="17010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E734591-887A-D113-A9ED-9CDD62E5CC19}"/>
                </a:ext>
              </a:extLst>
            </p:cNvPr>
            <p:cNvCxnSpPr>
              <a:cxnSpLocks/>
              <a:stCxn id="19" idx="6"/>
              <a:endCxn id="21" idx="2"/>
            </p:cNvCxnSpPr>
            <p:nvPr/>
          </p:nvCxnSpPr>
          <p:spPr>
            <a:xfrm flipV="1">
              <a:off x="4422413" y="2580689"/>
              <a:ext cx="663814" cy="25418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6BB90BE-40FF-8315-A14C-6FCFCD901B34}"/>
                </a:ext>
              </a:extLst>
            </p:cNvPr>
            <p:cNvCxnSpPr>
              <a:cxnSpLocks/>
              <a:stCxn id="19" idx="6"/>
              <a:endCxn id="20" idx="2"/>
            </p:cNvCxnSpPr>
            <p:nvPr/>
          </p:nvCxnSpPr>
          <p:spPr>
            <a:xfrm flipV="1">
              <a:off x="4422413" y="1736777"/>
              <a:ext cx="652369" cy="338577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3C3D288-05D6-B227-F992-534D3081CD7F}"/>
                </a:ext>
              </a:extLst>
            </p:cNvPr>
            <p:cNvCxnSpPr>
              <a:cxnSpLocks/>
              <a:stCxn id="18" idx="6"/>
              <a:endCxn id="24" idx="2"/>
            </p:cNvCxnSpPr>
            <p:nvPr/>
          </p:nvCxnSpPr>
          <p:spPr>
            <a:xfrm>
              <a:off x="4427379" y="4277310"/>
              <a:ext cx="694839" cy="8452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0381F2DF-F010-F57C-2004-F6CA5986B15D}"/>
                </a:ext>
              </a:extLst>
            </p:cNvPr>
            <p:cNvCxnSpPr>
              <a:cxnSpLocks/>
              <a:stCxn id="17" idx="6"/>
              <a:endCxn id="23" idx="2"/>
            </p:cNvCxnSpPr>
            <p:nvPr/>
          </p:nvCxnSpPr>
          <p:spPr>
            <a:xfrm>
              <a:off x="4422413" y="3432068"/>
              <a:ext cx="687243" cy="8452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205E4852-06C5-1117-FB3B-EFB996BDF375}"/>
                </a:ext>
              </a:extLst>
            </p:cNvPr>
            <p:cNvCxnSpPr>
              <a:cxnSpLocks/>
              <a:stCxn id="17" idx="6"/>
              <a:endCxn id="24" idx="2"/>
            </p:cNvCxnSpPr>
            <p:nvPr/>
          </p:nvCxnSpPr>
          <p:spPr>
            <a:xfrm>
              <a:off x="4422413" y="3432068"/>
              <a:ext cx="699805" cy="169048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03999934-4469-4BF2-5A21-67354ECF36B5}"/>
                </a:ext>
              </a:extLst>
            </p:cNvPr>
            <p:cNvCxnSpPr>
              <a:cxnSpLocks/>
              <a:stCxn id="16" idx="6"/>
              <a:endCxn id="24" idx="2"/>
            </p:cNvCxnSpPr>
            <p:nvPr/>
          </p:nvCxnSpPr>
          <p:spPr>
            <a:xfrm>
              <a:off x="4466608" y="2580689"/>
              <a:ext cx="655610" cy="25418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48E4E75E-FB83-BEB2-B6C6-DEED87EBF535}"/>
                </a:ext>
              </a:extLst>
            </p:cNvPr>
            <p:cNvCxnSpPr>
              <a:cxnSpLocks/>
              <a:stCxn id="15" idx="6"/>
              <a:endCxn id="24" idx="2"/>
            </p:cNvCxnSpPr>
            <p:nvPr/>
          </p:nvCxnSpPr>
          <p:spPr>
            <a:xfrm>
              <a:off x="4471846" y="1735447"/>
              <a:ext cx="650372" cy="33871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D594906C-1852-922D-D06A-2964279F3646}"/>
                </a:ext>
              </a:extLst>
            </p:cNvPr>
            <p:cNvCxnSpPr>
              <a:cxnSpLocks/>
              <a:stCxn id="18" idx="6"/>
              <a:endCxn id="23" idx="2"/>
            </p:cNvCxnSpPr>
            <p:nvPr/>
          </p:nvCxnSpPr>
          <p:spPr>
            <a:xfrm>
              <a:off x="4427379" y="4277310"/>
              <a:ext cx="68227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270682F-7A07-4783-9BDE-7488410C46FC}"/>
                </a:ext>
              </a:extLst>
            </p:cNvPr>
            <p:cNvCxnSpPr>
              <a:cxnSpLocks/>
              <a:stCxn id="17" idx="6"/>
              <a:endCxn id="22" idx="2"/>
            </p:cNvCxnSpPr>
            <p:nvPr/>
          </p:nvCxnSpPr>
          <p:spPr>
            <a:xfrm flipV="1">
              <a:off x="4422413" y="3421490"/>
              <a:ext cx="725208" cy="105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8D99CF2-01C0-050A-7F9F-3C84C086E199}"/>
                </a:ext>
              </a:extLst>
            </p:cNvPr>
            <p:cNvCxnSpPr>
              <a:cxnSpLocks/>
              <a:stCxn id="16" idx="6"/>
              <a:endCxn id="23" idx="2"/>
            </p:cNvCxnSpPr>
            <p:nvPr/>
          </p:nvCxnSpPr>
          <p:spPr>
            <a:xfrm>
              <a:off x="4466608" y="2580689"/>
              <a:ext cx="643048" cy="16966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B15CC099-19F9-14CB-66E8-174AFD5908C2}"/>
                </a:ext>
              </a:extLst>
            </p:cNvPr>
            <p:cNvCxnSpPr>
              <a:cxnSpLocks/>
              <a:stCxn id="16" idx="6"/>
              <a:endCxn id="21" idx="2"/>
            </p:cNvCxnSpPr>
            <p:nvPr/>
          </p:nvCxnSpPr>
          <p:spPr>
            <a:xfrm>
              <a:off x="4466608" y="2580689"/>
              <a:ext cx="619619"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71EE1331-3CFF-77CD-C503-83CC458BB9C9}"/>
                </a:ext>
              </a:extLst>
            </p:cNvPr>
            <p:cNvCxnSpPr>
              <a:cxnSpLocks/>
              <a:stCxn id="15" idx="6"/>
              <a:endCxn id="20" idx="2"/>
            </p:cNvCxnSpPr>
            <p:nvPr/>
          </p:nvCxnSpPr>
          <p:spPr>
            <a:xfrm>
              <a:off x="4471846" y="1735447"/>
              <a:ext cx="602936" cy="133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750167CE-4BE7-9E70-371A-60DDF851DB0F}"/>
                </a:ext>
              </a:extLst>
            </p:cNvPr>
            <p:cNvCxnSpPr>
              <a:cxnSpLocks/>
              <a:stCxn id="15" idx="6"/>
              <a:endCxn id="23" idx="2"/>
            </p:cNvCxnSpPr>
            <p:nvPr/>
          </p:nvCxnSpPr>
          <p:spPr>
            <a:xfrm>
              <a:off x="4471846" y="1735447"/>
              <a:ext cx="637810" cy="25418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03B06D24-0A26-3DE3-D538-B588AE476E6C}"/>
                </a:ext>
              </a:extLst>
            </p:cNvPr>
            <p:cNvCxnSpPr>
              <a:cxnSpLocks/>
              <a:stCxn id="15" idx="6"/>
              <a:endCxn id="21" idx="2"/>
            </p:cNvCxnSpPr>
            <p:nvPr/>
          </p:nvCxnSpPr>
          <p:spPr>
            <a:xfrm>
              <a:off x="4471846" y="1735447"/>
              <a:ext cx="614381" cy="8452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10986DEF-62A4-0D3C-DA5F-C937ED438AE9}"/>
                </a:ext>
              </a:extLst>
            </p:cNvPr>
            <p:cNvCxnSpPr>
              <a:cxnSpLocks/>
              <a:stCxn id="16" idx="6"/>
              <a:endCxn id="20" idx="2"/>
            </p:cNvCxnSpPr>
            <p:nvPr/>
          </p:nvCxnSpPr>
          <p:spPr>
            <a:xfrm flipV="1">
              <a:off x="4466608" y="1736777"/>
              <a:ext cx="608174" cy="8439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7566664-C8DF-EC4D-D558-34552228336C}"/>
                </a:ext>
              </a:extLst>
            </p:cNvPr>
            <p:cNvCxnSpPr>
              <a:cxnSpLocks/>
              <a:stCxn id="16" idx="6"/>
              <a:endCxn id="22" idx="2"/>
            </p:cNvCxnSpPr>
            <p:nvPr/>
          </p:nvCxnSpPr>
          <p:spPr>
            <a:xfrm>
              <a:off x="4466608" y="2580689"/>
              <a:ext cx="681013" cy="84080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AA7DAFC5-519E-74A4-CA81-DFF460EA39FA}"/>
                </a:ext>
              </a:extLst>
            </p:cNvPr>
            <p:cNvCxnSpPr>
              <a:cxnSpLocks/>
              <a:stCxn id="17" idx="6"/>
              <a:endCxn id="20" idx="2"/>
            </p:cNvCxnSpPr>
            <p:nvPr/>
          </p:nvCxnSpPr>
          <p:spPr>
            <a:xfrm flipV="1">
              <a:off x="4422413" y="1736777"/>
              <a:ext cx="652369" cy="169529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46513FA4-22E3-492A-CF6B-689CEF8DE8ED}"/>
                </a:ext>
              </a:extLst>
            </p:cNvPr>
            <p:cNvCxnSpPr>
              <a:cxnSpLocks/>
              <a:stCxn id="15" idx="6"/>
              <a:endCxn id="22" idx="2"/>
            </p:cNvCxnSpPr>
            <p:nvPr/>
          </p:nvCxnSpPr>
          <p:spPr>
            <a:xfrm>
              <a:off x="4471846" y="1735447"/>
              <a:ext cx="675775" cy="168604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06A9973-CBEA-7596-B2A2-ED8A77CEC5F9}"/>
                </a:ext>
              </a:extLst>
            </p:cNvPr>
            <p:cNvCxnSpPr>
              <a:cxnSpLocks/>
              <a:stCxn id="18" idx="6"/>
              <a:endCxn id="21" idx="2"/>
            </p:cNvCxnSpPr>
            <p:nvPr/>
          </p:nvCxnSpPr>
          <p:spPr>
            <a:xfrm flipV="1">
              <a:off x="4427379" y="2580689"/>
              <a:ext cx="658848" cy="16966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D0089096-5913-A5C6-03DD-E852507465E0}"/>
                </a:ext>
              </a:extLst>
            </p:cNvPr>
            <p:cNvCxnSpPr>
              <a:cxnSpLocks/>
              <a:stCxn id="18" idx="6"/>
              <a:endCxn id="20" idx="2"/>
            </p:cNvCxnSpPr>
            <p:nvPr/>
          </p:nvCxnSpPr>
          <p:spPr>
            <a:xfrm flipV="1">
              <a:off x="4427379" y="1736777"/>
              <a:ext cx="647403" cy="25405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B55FFE71-B0FF-DE79-CB63-C1C9DD042484}"/>
                </a:ext>
              </a:extLst>
            </p:cNvPr>
            <p:cNvCxnSpPr>
              <a:cxnSpLocks/>
              <a:stCxn id="24" idx="6"/>
              <a:endCxn id="25" idx="2"/>
            </p:cNvCxnSpPr>
            <p:nvPr/>
          </p:nvCxnSpPr>
          <p:spPr>
            <a:xfrm flipV="1">
              <a:off x="5623548" y="3416606"/>
              <a:ext cx="489840" cy="17059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130CB37B-1622-21F8-9A45-3FF9310504F0}"/>
                </a:ext>
              </a:extLst>
            </p:cNvPr>
            <p:cNvCxnSpPr>
              <a:cxnSpLocks/>
              <a:stCxn id="23" idx="6"/>
              <a:endCxn id="25" idx="2"/>
            </p:cNvCxnSpPr>
            <p:nvPr/>
          </p:nvCxnSpPr>
          <p:spPr>
            <a:xfrm flipV="1">
              <a:off x="5610986" y="3416606"/>
              <a:ext cx="502402" cy="8607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DBE2770F-8E60-C766-F72F-9E0EAA31931B}"/>
                </a:ext>
              </a:extLst>
            </p:cNvPr>
            <p:cNvCxnSpPr>
              <a:cxnSpLocks/>
              <a:stCxn id="22" idx="6"/>
              <a:endCxn id="25" idx="2"/>
            </p:cNvCxnSpPr>
            <p:nvPr/>
          </p:nvCxnSpPr>
          <p:spPr>
            <a:xfrm flipV="1">
              <a:off x="5648951" y="3416606"/>
              <a:ext cx="464437" cy="488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BFDB5358-0304-3083-9024-D3C85118DAA3}"/>
                </a:ext>
              </a:extLst>
            </p:cNvPr>
            <p:cNvCxnSpPr>
              <a:cxnSpLocks/>
              <a:stCxn id="21" idx="6"/>
              <a:endCxn id="25" idx="2"/>
            </p:cNvCxnSpPr>
            <p:nvPr/>
          </p:nvCxnSpPr>
          <p:spPr>
            <a:xfrm>
              <a:off x="5587557" y="2580689"/>
              <a:ext cx="525831" cy="8359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5BBF5D7C-7B9B-E918-55C8-99CB32647693}"/>
                </a:ext>
              </a:extLst>
            </p:cNvPr>
            <p:cNvCxnSpPr>
              <a:cxnSpLocks/>
              <a:stCxn id="20" idx="6"/>
              <a:endCxn id="25" idx="2"/>
            </p:cNvCxnSpPr>
            <p:nvPr/>
          </p:nvCxnSpPr>
          <p:spPr>
            <a:xfrm>
              <a:off x="5576112" y="1736777"/>
              <a:ext cx="537276" cy="16798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C332C70F-C51E-52BE-44F6-81533DD9BE19}"/>
                </a:ext>
              </a:extLst>
            </p:cNvPr>
            <p:cNvCxnSpPr>
              <a:cxnSpLocks/>
              <a:stCxn id="25" idx="6"/>
              <a:endCxn id="475" idx="2"/>
            </p:cNvCxnSpPr>
            <p:nvPr/>
          </p:nvCxnSpPr>
          <p:spPr>
            <a:xfrm>
              <a:off x="6614718" y="3416606"/>
              <a:ext cx="4369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EF1DEA68-ED40-BE39-8F30-E56569EBB478}"/>
                </a:ext>
              </a:extLst>
            </p:cNvPr>
            <p:cNvCxnSpPr>
              <a:cxnSpLocks/>
              <a:endCxn id="6" idx="2"/>
            </p:cNvCxnSpPr>
            <p:nvPr/>
          </p:nvCxnSpPr>
          <p:spPr>
            <a:xfrm>
              <a:off x="794753" y="2576026"/>
              <a:ext cx="450945" cy="2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DC4A2E54-4E44-4229-3387-425FF25D683E}"/>
                </a:ext>
              </a:extLst>
            </p:cNvPr>
            <p:cNvCxnSpPr>
              <a:cxnSpLocks/>
              <a:endCxn id="9" idx="2"/>
            </p:cNvCxnSpPr>
            <p:nvPr/>
          </p:nvCxnSpPr>
          <p:spPr>
            <a:xfrm>
              <a:off x="794753" y="4356422"/>
              <a:ext cx="45094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096A4FAC-CDC0-9530-F4A4-21253A3B85BC}"/>
                </a:ext>
              </a:extLst>
            </p:cNvPr>
            <p:cNvCxnSpPr>
              <a:cxnSpLocks/>
              <a:stCxn id="9" idx="6"/>
              <a:endCxn id="12" idx="2"/>
            </p:cNvCxnSpPr>
            <p:nvPr/>
          </p:nvCxnSpPr>
          <p:spPr>
            <a:xfrm flipV="1">
              <a:off x="1747028" y="3416606"/>
              <a:ext cx="1084297" cy="93981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1" name="TextBox 440">
              <a:extLst>
                <a:ext uri="{FF2B5EF4-FFF2-40B4-BE49-F238E27FC236}">
                  <a16:creationId xmlns:a16="http://schemas.microsoft.com/office/drawing/2014/main" id="{6E30082A-53E4-379A-87CE-50D31CD507AE}"/>
                </a:ext>
              </a:extLst>
            </p:cNvPr>
            <p:cNvSpPr txBox="1"/>
            <p:nvPr/>
          </p:nvSpPr>
          <p:spPr>
            <a:xfrm rot="16200000">
              <a:off x="-318407" y="3242233"/>
              <a:ext cx="1773608" cy="43088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IN" sz="2200" dirty="0">
                  <a:latin typeface="Baskerville Old Face" panose="02020602080505020303" pitchFamily="18" charset="0"/>
                </a:rPr>
                <a:t>INPUT</a:t>
              </a:r>
            </a:p>
          </p:txBody>
        </p:sp>
      </p:grpSp>
      <mc:AlternateContent xmlns:mc="http://schemas.openxmlformats.org/markup-compatibility/2006" xmlns:a14="http://schemas.microsoft.com/office/drawing/2010/main">
        <mc:Choice Requires="a14">
          <p:sp>
            <p:nvSpPr>
              <p:cNvPr id="474" name="Oval 473">
                <a:extLst>
                  <a:ext uri="{FF2B5EF4-FFF2-40B4-BE49-F238E27FC236}">
                    <a16:creationId xmlns:a16="http://schemas.microsoft.com/office/drawing/2014/main" id="{737B084A-38BC-D554-6B76-CB4B3F7A6B3C}"/>
                  </a:ext>
                </a:extLst>
              </p:cNvPr>
              <p:cNvSpPr/>
              <p:nvPr/>
            </p:nvSpPr>
            <p:spPr>
              <a:xfrm>
                <a:off x="6698710" y="2291356"/>
                <a:ext cx="667126" cy="690464"/>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 </m:t>
                      </m:r>
                      <m:f>
                        <m:fPr>
                          <m:ctrlPr>
                            <a:rPr lang="en-IN" i="1" smtClean="0">
                              <a:latin typeface="Cambria Math" panose="02040503050406030204" pitchFamily="18" charset="0"/>
                            </a:rPr>
                          </m:ctrlPr>
                        </m:fPr>
                        <m:num>
                          <m:r>
                            <a:rPr lang="en-IN" i="1" smtClean="0">
                              <a:latin typeface="Cambria Math" panose="02040503050406030204" pitchFamily="18" charset="0"/>
                              <a:ea typeface="Cambria Math" panose="02040503050406030204" pitchFamily="18" charset="0"/>
                            </a:rPr>
                            <m:t>𝜕</m:t>
                          </m:r>
                          <m:acc>
                            <m:accPr>
                              <m:chr m:val="̂"/>
                              <m:ctrlPr>
                                <a:rPr lang="en-IN" i="1" dirty="0">
                                  <a:latin typeface="Cambria Math" panose="02040503050406030204" pitchFamily="18" charset="0"/>
                                </a:rPr>
                              </m:ctrlPr>
                            </m:accPr>
                            <m:e>
                              <m:r>
                                <a:rPr lang="en-IN" i="1" dirty="0">
                                  <a:latin typeface="Cambria Math" panose="02040503050406030204" pitchFamily="18" charset="0"/>
                                </a:rPr>
                                <m:t>𝑢</m:t>
                              </m:r>
                            </m:e>
                          </m:acc>
                        </m:num>
                        <m:den>
                          <m:r>
                            <a:rPr lang="en-IN" i="1">
                              <a:latin typeface="Cambria Math" panose="02040503050406030204" pitchFamily="18" charset="0"/>
                              <a:ea typeface="Cambria Math" panose="02040503050406030204" pitchFamily="18" charset="0"/>
                            </a:rPr>
                            <m:t>𝜕</m:t>
                          </m:r>
                          <m:r>
                            <a:rPr lang="en-IN" i="1" smtClean="0">
                              <a:latin typeface="Cambria Math" panose="02040503050406030204" pitchFamily="18" charset="0"/>
                            </a:rPr>
                            <m:t>𝑥</m:t>
                          </m:r>
                        </m:den>
                      </m:f>
                    </m:oMath>
                  </m:oMathPara>
                </a14:m>
                <a:endParaRPr lang="en-IN" dirty="0"/>
              </a:p>
            </p:txBody>
          </p:sp>
        </mc:Choice>
        <mc:Fallback xmlns="">
          <p:sp>
            <p:nvSpPr>
              <p:cNvPr id="474" name="Oval 473">
                <a:extLst>
                  <a:ext uri="{FF2B5EF4-FFF2-40B4-BE49-F238E27FC236}">
                    <a16:creationId xmlns:a16="http://schemas.microsoft.com/office/drawing/2014/main" id="{737B084A-38BC-D554-6B76-CB4B3F7A6B3C}"/>
                  </a:ext>
                </a:extLst>
              </p:cNvPr>
              <p:cNvSpPr>
                <a:spLocks noRot="1" noChangeAspect="1" noMove="1" noResize="1" noEditPoints="1" noAdjustHandles="1" noChangeArrowheads="1" noChangeShapeType="1" noTextEdit="1"/>
              </p:cNvSpPr>
              <p:nvPr/>
            </p:nvSpPr>
            <p:spPr>
              <a:xfrm>
                <a:off x="6698710" y="2291356"/>
                <a:ext cx="667126" cy="690464"/>
              </a:xfrm>
              <a:prstGeom prst="ellipse">
                <a:avLst/>
              </a:prstGeom>
              <a:blipFill>
                <a:blip r:embed="rId6"/>
                <a:stretch>
                  <a:fillRect/>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5" name="Oval 474">
                <a:extLst>
                  <a:ext uri="{FF2B5EF4-FFF2-40B4-BE49-F238E27FC236}">
                    <a16:creationId xmlns:a16="http://schemas.microsoft.com/office/drawing/2014/main" id="{00986A31-2485-51B3-AF43-E0F9C3B31C6A}"/>
                  </a:ext>
                </a:extLst>
              </p:cNvPr>
              <p:cNvSpPr/>
              <p:nvPr/>
            </p:nvSpPr>
            <p:spPr>
              <a:xfrm>
                <a:off x="6698710" y="3392866"/>
                <a:ext cx="664902" cy="690464"/>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 </m:t>
                      </m:r>
                      <m:f>
                        <m:fPr>
                          <m:ctrlPr>
                            <a:rPr lang="en-IN" i="1" smtClean="0">
                              <a:latin typeface="Cambria Math" panose="02040503050406030204" pitchFamily="18" charset="0"/>
                            </a:rPr>
                          </m:ctrlPr>
                        </m:fPr>
                        <m:num>
                          <m:r>
                            <a:rPr lang="en-IN" i="1">
                              <a:latin typeface="Cambria Math" panose="02040503050406030204" pitchFamily="18" charset="0"/>
                              <a:ea typeface="Cambria Math" panose="02040503050406030204" pitchFamily="18" charset="0"/>
                            </a:rPr>
                            <m:t>𝜕</m:t>
                          </m:r>
                          <m:acc>
                            <m:accPr>
                              <m:chr m:val="̂"/>
                              <m:ctrlPr>
                                <a:rPr lang="en-IN" i="1" dirty="0">
                                  <a:latin typeface="Cambria Math" panose="02040503050406030204" pitchFamily="18" charset="0"/>
                                </a:rPr>
                              </m:ctrlPr>
                            </m:accPr>
                            <m:e>
                              <m:r>
                                <a:rPr lang="en-IN" i="1" dirty="0">
                                  <a:latin typeface="Cambria Math" panose="02040503050406030204" pitchFamily="18" charset="0"/>
                                </a:rPr>
                                <m:t>𝑢</m:t>
                              </m:r>
                            </m:e>
                          </m:acc>
                        </m:num>
                        <m:den>
                          <m:r>
                            <a:rPr lang="en-IN" i="1">
                              <a:latin typeface="Cambria Math" panose="02040503050406030204" pitchFamily="18" charset="0"/>
                              <a:ea typeface="Cambria Math" panose="02040503050406030204" pitchFamily="18" charset="0"/>
                            </a:rPr>
                            <m:t>𝜕</m:t>
                          </m:r>
                          <m:r>
                            <a:rPr lang="en-IN" b="0" i="1" smtClean="0">
                              <a:latin typeface="Cambria Math" panose="02040503050406030204" pitchFamily="18" charset="0"/>
                            </a:rPr>
                            <m:t>𝑡</m:t>
                          </m:r>
                        </m:den>
                      </m:f>
                    </m:oMath>
                  </m:oMathPara>
                </a14:m>
                <a:endParaRPr lang="en-IN" dirty="0"/>
              </a:p>
            </p:txBody>
          </p:sp>
        </mc:Choice>
        <mc:Fallback xmlns="">
          <p:sp>
            <p:nvSpPr>
              <p:cNvPr id="475" name="Oval 474">
                <a:extLst>
                  <a:ext uri="{FF2B5EF4-FFF2-40B4-BE49-F238E27FC236}">
                    <a16:creationId xmlns:a16="http://schemas.microsoft.com/office/drawing/2014/main" id="{00986A31-2485-51B3-AF43-E0F9C3B31C6A}"/>
                  </a:ext>
                </a:extLst>
              </p:cNvPr>
              <p:cNvSpPr>
                <a:spLocks noRot="1" noChangeAspect="1" noMove="1" noResize="1" noEditPoints="1" noAdjustHandles="1" noChangeArrowheads="1" noChangeShapeType="1" noTextEdit="1"/>
              </p:cNvSpPr>
              <p:nvPr/>
            </p:nvSpPr>
            <p:spPr>
              <a:xfrm>
                <a:off x="6698710" y="3392866"/>
                <a:ext cx="664902" cy="690464"/>
              </a:xfrm>
              <a:prstGeom prst="ellipse">
                <a:avLst/>
              </a:prstGeom>
              <a:blipFill>
                <a:blip r:embed="rId7"/>
                <a:stretch>
                  <a:fillRect/>
                </a:stretch>
              </a:blipFill>
              <a:ln/>
            </p:spPr>
            <p:txBody>
              <a:bodyPr/>
              <a:lstStyle/>
              <a:p>
                <a:r>
                  <a:rPr lang="en-IN">
                    <a:noFill/>
                  </a:rPr>
                  <a:t> </a:t>
                </a:r>
              </a:p>
            </p:txBody>
          </p:sp>
        </mc:Fallback>
      </mc:AlternateContent>
      <p:sp>
        <p:nvSpPr>
          <p:cNvPr id="476" name="Oval 475">
            <a:extLst>
              <a:ext uri="{FF2B5EF4-FFF2-40B4-BE49-F238E27FC236}">
                <a16:creationId xmlns:a16="http://schemas.microsoft.com/office/drawing/2014/main" id="{440595EE-9FA5-EFC2-7F02-28D449C2146E}"/>
              </a:ext>
            </a:extLst>
          </p:cNvPr>
          <p:cNvSpPr/>
          <p:nvPr/>
        </p:nvSpPr>
        <p:spPr>
          <a:xfrm>
            <a:off x="6698710" y="4519163"/>
            <a:ext cx="667126" cy="690464"/>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2000" dirty="0">
                <a:latin typeface="Baskerville Old Face" panose="02020602080505020303" pitchFamily="18" charset="0"/>
              </a:rPr>
              <a:t>I</a:t>
            </a:r>
          </a:p>
        </p:txBody>
      </p:sp>
      <p:cxnSp>
        <p:nvCxnSpPr>
          <p:cNvPr id="492" name="Straight Arrow Connector 491">
            <a:extLst>
              <a:ext uri="{FF2B5EF4-FFF2-40B4-BE49-F238E27FC236}">
                <a16:creationId xmlns:a16="http://schemas.microsoft.com/office/drawing/2014/main" id="{54A7974D-9FF1-8DC0-D3CB-E2D206574008}"/>
              </a:ext>
            </a:extLst>
          </p:cNvPr>
          <p:cNvCxnSpPr>
            <a:cxnSpLocks/>
            <a:stCxn id="25" idx="6"/>
            <a:endCxn id="474" idx="2"/>
          </p:cNvCxnSpPr>
          <p:nvPr/>
        </p:nvCxnSpPr>
        <p:spPr>
          <a:xfrm flipV="1">
            <a:off x="6261765" y="2636588"/>
            <a:ext cx="436945" cy="110151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5" name="Straight Arrow Connector 494">
            <a:extLst>
              <a:ext uri="{FF2B5EF4-FFF2-40B4-BE49-F238E27FC236}">
                <a16:creationId xmlns:a16="http://schemas.microsoft.com/office/drawing/2014/main" id="{C05AFF70-6EBF-CF76-6ED4-08FE4B075D41}"/>
              </a:ext>
            </a:extLst>
          </p:cNvPr>
          <p:cNvCxnSpPr>
            <a:cxnSpLocks/>
            <a:stCxn id="25" idx="6"/>
            <a:endCxn id="476" idx="2"/>
          </p:cNvCxnSpPr>
          <p:nvPr/>
        </p:nvCxnSpPr>
        <p:spPr>
          <a:xfrm>
            <a:off x="6261765" y="3738098"/>
            <a:ext cx="436945" cy="112629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8" name="Rectangle 497">
                <a:extLst>
                  <a:ext uri="{FF2B5EF4-FFF2-40B4-BE49-F238E27FC236}">
                    <a16:creationId xmlns:a16="http://schemas.microsoft.com/office/drawing/2014/main" id="{FF4B6C0F-1449-F45F-1801-10E9BC148328}"/>
                  </a:ext>
                </a:extLst>
              </p:cNvPr>
              <p:cNvSpPr/>
              <p:nvPr/>
            </p:nvSpPr>
            <p:spPr>
              <a:xfrm>
                <a:off x="8013291" y="2641948"/>
                <a:ext cx="3834881" cy="2217086"/>
              </a:xfrm>
              <a:prstGeom prst="rect">
                <a:avLst/>
              </a:prstGeom>
              <a:solidFill>
                <a:schemeClr val="bg1"/>
              </a:solid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2800" dirty="0">
                    <a:latin typeface="Baskerville Old Face" panose="02020602080505020303" pitchFamily="18" charset="0"/>
                  </a:rPr>
                  <a:t>Residuals</a:t>
                </a:r>
              </a:p>
              <a:p>
                <a:pPr algn="ctr"/>
                <a:endParaRPr lang="en-IN" sz="1600" dirty="0">
                  <a:latin typeface="Baskerville Old Face" panose="02020602080505020303" pitchFamily="18" charset="0"/>
                </a:endParaRPr>
              </a:p>
              <a:p>
                <a:pPr algn="ctr"/>
                <a14:m>
                  <m:oMathPara xmlns:m="http://schemas.openxmlformats.org/officeDocument/2006/math">
                    <m:oMathParaPr>
                      <m:jc m:val="centerGroup"/>
                    </m:oMathParaPr>
                    <m:oMath xmlns:m="http://schemas.openxmlformats.org/officeDocument/2006/math">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𝑓</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m:t>
                      </m:r>
                      <m:sSub>
                        <m:sSubPr>
                          <m:ctrlPr>
                            <a:rPr lang="en-IN" sz="2400" b="0" i="1" smtClean="0">
                              <a:latin typeface="Cambria Math" panose="02040503050406030204" pitchFamily="18" charset="0"/>
                            </a:rPr>
                          </m:ctrlPr>
                        </m:sSubPr>
                        <m:e>
                          <m:acc>
                            <m:accPr>
                              <m:chr m:val="̂"/>
                              <m:ctrlPr>
                                <a:rPr lang="en-IN" sz="2400" i="1" dirty="0">
                                  <a:latin typeface="Cambria Math" panose="02040503050406030204" pitchFamily="18" charset="0"/>
                                </a:rPr>
                              </m:ctrlPr>
                            </m:accPr>
                            <m:e>
                              <m:r>
                                <a:rPr lang="en-IN" sz="2400" i="1" dirty="0">
                                  <a:latin typeface="Cambria Math" panose="02040503050406030204" pitchFamily="18" charset="0"/>
                                </a:rPr>
                                <m:t>𝑢</m:t>
                              </m:r>
                            </m:e>
                          </m:acc>
                        </m:e>
                        <m:sub>
                          <m:r>
                            <a:rPr lang="en-IN" sz="2400" b="0" i="1" smtClean="0">
                              <a:latin typeface="Cambria Math" panose="02040503050406030204" pitchFamily="18" charset="0"/>
                            </a:rPr>
                            <m:t>𝑡</m:t>
                          </m:r>
                        </m:sub>
                      </m:sSub>
                      <m:r>
                        <a:rPr lang="en-IN" sz="2400" b="0" i="1" smtClean="0">
                          <a:latin typeface="Cambria Math" panose="02040503050406030204" pitchFamily="18" charset="0"/>
                        </a:rPr>
                        <m:t>+</m:t>
                      </m:r>
                      <m:r>
                        <a:rPr lang="en-IN" sz="2400" b="0" i="1" smtClean="0">
                          <a:latin typeface="Cambria Math" panose="02040503050406030204" pitchFamily="18" charset="0"/>
                          <a:ea typeface="Cambria Math" panose="02040503050406030204" pitchFamily="18" charset="0"/>
                        </a:rPr>
                        <m:t>𝒩</m:t>
                      </m:r>
                      <m:d>
                        <m:dPr>
                          <m:begChr m:val="["/>
                          <m:endChr m:val="]"/>
                          <m:ctrlPr>
                            <a:rPr lang="en-IN" sz="2400" b="0" i="1" smtClean="0">
                              <a:latin typeface="Cambria Math" panose="02040503050406030204" pitchFamily="18" charset="0"/>
                              <a:ea typeface="Cambria Math" panose="02040503050406030204" pitchFamily="18" charset="0"/>
                            </a:rPr>
                          </m:ctrlPr>
                        </m:dPr>
                        <m:e>
                          <m:acc>
                            <m:accPr>
                              <m:chr m:val="̂"/>
                              <m:ctrlPr>
                                <a:rPr lang="en-IN" sz="2400" i="1" dirty="0">
                                  <a:latin typeface="Cambria Math" panose="02040503050406030204" pitchFamily="18" charset="0"/>
                                </a:rPr>
                              </m:ctrlPr>
                            </m:accPr>
                            <m:e>
                              <m:r>
                                <a:rPr lang="en-IN" sz="2400" i="1" dirty="0">
                                  <a:latin typeface="Cambria Math" panose="02040503050406030204" pitchFamily="18" charset="0"/>
                                </a:rPr>
                                <m:t>𝑢</m:t>
                              </m:r>
                            </m:e>
                          </m:acc>
                        </m:e>
                      </m:d>
                    </m:oMath>
                  </m:oMathPara>
                </a14:m>
                <a:endParaRPr lang="en-IN" sz="2400" b="0" dirty="0">
                  <a:latin typeface="Baskerville Old Face" panose="02020602080505020303" pitchFamily="18" charset="0"/>
                  <a:ea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 </m:t>
                          </m:r>
                          <m:r>
                            <a:rPr lang="en-IN" sz="2400" b="0" i="1" smtClean="0">
                              <a:latin typeface="Cambria Math" panose="02040503050406030204" pitchFamily="18" charset="0"/>
                            </a:rPr>
                            <m:t>𝑓</m:t>
                          </m:r>
                        </m:e>
                        <m:sub>
                          <m:r>
                            <a:rPr lang="en-IN" sz="2400" b="0" i="1" smtClean="0">
                              <a:latin typeface="Cambria Math" panose="02040503050406030204" pitchFamily="18" charset="0"/>
                            </a:rPr>
                            <m:t>2</m:t>
                          </m:r>
                        </m:sub>
                      </m:sSub>
                      <m:r>
                        <a:rPr lang="en-IN" sz="2400" b="0" i="1" smtClean="0">
                          <a:latin typeface="Cambria Math" panose="02040503050406030204" pitchFamily="18" charset="0"/>
                        </a:rPr>
                        <m:t>≔</m:t>
                      </m:r>
                      <m:acc>
                        <m:accPr>
                          <m:chr m:val="̂"/>
                          <m:ctrlPr>
                            <a:rPr lang="en-IN" sz="2400" i="1" dirty="0">
                              <a:latin typeface="Cambria Math" panose="02040503050406030204" pitchFamily="18" charset="0"/>
                            </a:rPr>
                          </m:ctrlPr>
                        </m:accPr>
                        <m:e>
                          <m:r>
                            <a:rPr lang="en-IN" sz="2400" i="1" dirty="0">
                              <a:latin typeface="Cambria Math" panose="02040503050406030204" pitchFamily="18" charset="0"/>
                            </a:rPr>
                            <m:t>𝑢</m:t>
                          </m:r>
                        </m:e>
                      </m:acc>
                      <m:d>
                        <m:dPr>
                          <m:ctrlPr>
                            <a:rPr lang="en-IN" sz="2400" b="0" i="1" smtClean="0">
                              <a:latin typeface="Cambria Math" panose="02040503050406030204" pitchFamily="18" charset="0"/>
                            </a:rPr>
                          </m:ctrlPr>
                        </m:dPr>
                        <m:e>
                          <m:r>
                            <a:rPr lang="en-IN" sz="2400" b="0" i="1" smtClean="0">
                              <a:latin typeface="Cambria Math" panose="02040503050406030204" pitchFamily="18" charset="0"/>
                            </a:rPr>
                            <m:t>𝑥</m:t>
                          </m:r>
                          <m:r>
                            <a:rPr lang="en-IN" sz="2400" b="0" i="1" smtClean="0">
                              <a:latin typeface="Cambria Math" panose="02040503050406030204" pitchFamily="18" charset="0"/>
                            </a:rPr>
                            <m:t>,0</m:t>
                          </m:r>
                        </m:e>
                      </m:d>
                      <m:r>
                        <a:rPr lang="en-IN" sz="2400" b="0" i="1" smtClean="0">
                          <a:latin typeface="Cambria Math" panose="02040503050406030204" pitchFamily="18" charset="0"/>
                        </a:rPr>
                        <m:t>−</m:t>
                      </m:r>
                      <m:r>
                        <a:rPr lang="en-IN" sz="2400" b="0" i="1" smtClean="0">
                          <a:latin typeface="Cambria Math" panose="02040503050406030204" pitchFamily="18" charset="0"/>
                        </a:rPr>
                        <m:t>h</m:t>
                      </m:r>
                      <m:r>
                        <a:rPr lang="en-IN" sz="2400" b="0" i="1" smtClean="0">
                          <a:latin typeface="Cambria Math" panose="02040503050406030204" pitchFamily="18" charset="0"/>
                        </a:rPr>
                        <m:t> </m:t>
                      </m:r>
                    </m:oMath>
                  </m:oMathPara>
                </a14:m>
                <a:endParaRPr lang="en-IN" sz="2400" b="0" dirty="0">
                  <a:latin typeface="Baskerville Old Face" panose="02020602080505020303" pitchFamily="18" charset="0"/>
                </a:endParaRPr>
              </a:p>
              <a:p>
                <a:pPr algn="ctr"/>
                <a14:m>
                  <m:oMathPara xmlns:m="http://schemas.openxmlformats.org/officeDocument/2006/math">
                    <m:oMathParaPr>
                      <m:jc m:val="centerGroup"/>
                    </m:oMathParaPr>
                    <m:oMath xmlns:m="http://schemas.openxmlformats.org/officeDocument/2006/math">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𝑓</m:t>
                          </m:r>
                        </m:e>
                        <m:sub>
                          <m:r>
                            <a:rPr lang="en-IN" sz="2400" b="0" i="1" smtClean="0">
                              <a:latin typeface="Cambria Math" panose="02040503050406030204" pitchFamily="18" charset="0"/>
                            </a:rPr>
                            <m:t>3</m:t>
                          </m:r>
                        </m:sub>
                      </m:sSub>
                      <m:r>
                        <a:rPr lang="en-IN" sz="2400" b="0" i="1" smtClean="0">
                          <a:latin typeface="Cambria Math" panose="02040503050406030204" pitchFamily="18" charset="0"/>
                        </a:rPr>
                        <m:t>≔</m:t>
                      </m:r>
                      <m:acc>
                        <m:accPr>
                          <m:chr m:val="̂"/>
                          <m:ctrlPr>
                            <a:rPr lang="en-IN" sz="2400" i="1" dirty="0">
                              <a:latin typeface="Cambria Math" panose="02040503050406030204" pitchFamily="18" charset="0"/>
                            </a:rPr>
                          </m:ctrlPr>
                        </m:accPr>
                        <m:e>
                          <m:r>
                            <a:rPr lang="en-IN" sz="2400" i="1" dirty="0">
                              <a:latin typeface="Cambria Math" panose="02040503050406030204" pitchFamily="18" charset="0"/>
                            </a:rPr>
                            <m:t>𝑢</m:t>
                          </m:r>
                        </m:e>
                      </m:acc>
                      <m:d>
                        <m:dPr>
                          <m:ctrlPr>
                            <a:rPr lang="en-IN" sz="2400" b="0" i="1" smtClean="0">
                              <a:latin typeface="Cambria Math" panose="02040503050406030204" pitchFamily="18" charset="0"/>
                            </a:rPr>
                          </m:ctrlPr>
                        </m:dPr>
                        <m:e>
                          <m:r>
                            <a:rPr lang="en-IN" sz="2400" b="0" i="1" smtClean="0">
                              <a:latin typeface="Cambria Math" panose="02040503050406030204" pitchFamily="18" charset="0"/>
                            </a:rPr>
                            <m:t>0,</m:t>
                          </m:r>
                          <m:r>
                            <a:rPr lang="en-IN" sz="2400" b="0" i="1" smtClean="0">
                              <a:latin typeface="Cambria Math" panose="02040503050406030204" pitchFamily="18" charset="0"/>
                            </a:rPr>
                            <m:t>𝑡</m:t>
                          </m:r>
                        </m:e>
                      </m:d>
                      <m:r>
                        <a:rPr lang="en-IN" sz="2400" b="0" i="1" smtClean="0">
                          <a:latin typeface="Cambria Math" panose="02040503050406030204" pitchFamily="18" charset="0"/>
                        </a:rPr>
                        <m:t>−</m:t>
                      </m:r>
                      <m:r>
                        <a:rPr lang="en-IN" sz="2400" b="0" i="1" smtClean="0">
                          <a:latin typeface="Cambria Math" panose="02040503050406030204" pitchFamily="18" charset="0"/>
                        </a:rPr>
                        <m:t>𝑔</m:t>
                      </m:r>
                    </m:oMath>
                  </m:oMathPara>
                </a14:m>
                <a:endParaRPr lang="en-IN" sz="2400" dirty="0">
                  <a:latin typeface="Baskerville Old Face" panose="02020602080505020303" pitchFamily="18" charset="0"/>
                </a:endParaRPr>
              </a:p>
              <a:p>
                <a:pPr algn="ctr"/>
                <a:endParaRPr lang="en-IN" sz="500" dirty="0">
                  <a:latin typeface="Baskerville Old Face" panose="02020602080505020303" pitchFamily="18" charset="0"/>
                </a:endParaRPr>
              </a:p>
            </p:txBody>
          </p:sp>
        </mc:Choice>
        <mc:Fallback xmlns="">
          <p:sp>
            <p:nvSpPr>
              <p:cNvPr id="498" name="Rectangle 497">
                <a:extLst>
                  <a:ext uri="{FF2B5EF4-FFF2-40B4-BE49-F238E27FC236}">
                    <a16:creationId xmlns:a16="http://schemas.microsoft.com/office/drawing/2014/main" id="{FF4B6C0F-1449-F45F-1801-10E9BC148328}"/>
                  </a:ext>
                </a:extLst>
              </p:cNvPr>
              <p:cNvSpPr>
                <a:spLocks noRot="1" noChangeAspect="1" noMove="1" noResize="1" noEditPoints="1" noAdjustHandles="1" noChangeArrowheads="1" noChangeShapeType="1" noTextEdit="1"/>
              </p:cNvSpPr>
              <p:nvPr/>
            </p:nvSpPr>
            <p:spPr>
              <a:xfrm>
                <a:off x="8013291" y="2641948"/>
                <a:ext cx="3834881" cy="2217086"/>
              </a:xfrm>
              <a:prstGeom prst="rect">
                <a:avLst/>
              </a:prstGeom>
              <a:blipFill>
                <a:blip r:embed="rId8"/>
                <a:stretch>
                  <a:fillRect/>
                </a:stretch>
              </a:blipFill>
              <a:ln w="28575">
                <a:solidFill>
                  <a:srgbClr val="FF0000"/>
                </a:solidFill>
              </a:ln>
            </p:spPr>
            <p:txBody>
              <a:bodyPr/>
              <a:lstStyle/>
              <a:p>
                <a:r>
                  <a:rPr lang="en-IN">
                    <a:noFill/>
                  </a:rPr>
                  <a:t> </a:t>
                </a:r>
              </a:p>
            </p:txBody>
          </p:sp>
        </mc:Fallback>
      </mc:AlternateContent>
      <p:cxnSp>
        <p:nvCxnSpPr>
          <p:cNvPr id="499" name="Straight Arrow Connector 498">
            <a:extLst>
              <a:ext uri="{FF2B5EF4-FFF2-40B4-BE49-F238E27FC236}">
                <a16:creationId xmlns:a16="http://schemas.microsoft.com/office/drawing/2014/main" id="{AA8350C4-8B16-257F-E2F6-669F14B5A8E2}"/>
              </a:ext>
            </a:extLst>
          </p:cNvPr>
          <p:cNvCxnSpPr>
            <a:cxnSpLocks/>
            <a:stCxn id="474" idx="6"/>
            <a:endCxn id="498" idx="1"/>
          </p:cNvCxnSpPr>
          <p:nvPr/>
        </p:nvCxnSpPr>
        <p:spPr>
          <a:xfrm>
            <a:off x="7365836" y="2636588"/>
            <a:ext cx="647455" cy="111390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3" name="Straight Arrow Connector 502">
            <a:extLst>
              <a:ext uri="{FF2B5EF4-FFF2-40B4-BE49-F238E27FC236}">
                <a16:creationId xmlns:a16="http://schemas.microsoft.com/office/drawing/2014/main" id="{23E71539-E393-DA66-B854-D3BB35A8093F}"/>
              </a:ext>
            </a:extLst>
          </p:cNvPr>
          <p:cNvCxnSpPr>
            <a:cxnSpLocks/>
            <a:stCxn id="475" idx="6"/>
            <a:endCxn id="498" idx="1"/>
          </p:cNvCxnSpPr>
          <p:nvPr/>
        </p:nvCxnSpPr>
        <p:spPr>
          <a:xfrm>
            <a:off x="7363612" y="3738098"/>
            <a:ext cx="649679" cy="1239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5D140B6-7FE3-1C91-BC47-A930397F948F}"/>
              </a:ext>
            </a:extLst>
          </p:cNvPr>
          <p:cNvCxnSpPr>
            <a:cxnSpLocks/>
            <a:stCxn id="476" idx="6"/>
            <a:endCxn id="498" idx="1"/>
          </p:cNvCxnSpPr>
          <p:nvPr/>
        </p:nvCxnSpPr>
        <p:spPr>
          <a:xfrm flipV="1">
            <a:off x="7365836" y="3750491"/>
            <a:ext cx="647455" cy="11139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47D8666-D630-EE13-B06B-35B1E285E81B}"/>
                  </a:ext>
                </a:extLst>
              </p:cNvPr>
              <p:cNvSpPr txBox="1"/>
              <p:nvPr/>
            </p:nvSpPr>
            <p:spPr>
              <a:xfrm>
                <a:off x="2381034" y="960372"/>
                <a:ext cx="8175172" cy="369332"/>
              </a:xfrm>
              <a:prstGeom prst="rect">
                <a:avLst/>
              </a:prstGeom>
              <a:ln>
                <a:solidFill>
                  <a:srgbClr val="FF0000"/>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14:m>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𝑃𝐷𝐸</m:t>
                        </m:r>
                        <m:r>
                          <a:rPr lang="en-IN" b="0" i="1" smtClean="0">
                            <a:latin typeface="Cambria Math" panose="02040503050406030204" pitchFamily="18" charset="0"/>
                          </a:rPr>
                          <m:t>≔ </m:t>
                        </m:r>
                        <m:r>
                          <a:rPr lang="en-IN" b="0" i="1" smtClean="0">
                            <a:latin typeface="Cambria Math" panose="02040503050406030204" pitchFamily="18" charset="0"/>
                          </a:rPr>
                          <m:t>𝑢</m:t>
                        </m:r>
                      </m:e>
                      <m:sub>
                        <m:r>
                          <a:rPr lang="en-IN" b="0" i="1" smtClean="0">
                            <a:latin typeface="Cambria Math" panose="02040503050406030204" pitchFamily="18" charset="0"/>
                          </a:rPr>
                          <m:t>𝑡</m:t>
                        </m:r>
                      </m:sub>
                    </m:sSub>
                    <m:r>
                      <a:rPr lang="en-IN" b="0" i="1" smtClean="0">
                        <a:latin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𝒩</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𝑢</m:t>
                    </m:r>
                    <m:r>
                      <a:rPr lang="en-IN" b="0" i="1" smtClean="0">
                        <a:latin typeface="Cambria Math" panose="02040503050406030204" pitchFamily="18" charset="0"/>
                        <a:ea typeface="Cambria Math" panose="02040503050406030204" pitchFamily="18" charset="0"/>
                      </a:rPr>
                      <m:t>]</m:t>
                    </m:r>
                  </m:oMath>
                </a14:m>
                <a:r>
                  <a:rPr lang="en-IN" dirty="0"/>
                  <a:t>	</a:t>
                </a:r>
                <a14:m>
                  <m:oMath xmlns:m="http://schemas.openxmlformats.org/officeDocument/2006/math">
                    <m:r>
                      <a:rPr lang="en-IN" b="0" i="1" smtClean="0">
                        <a:latin typeface="Cambria Math" panose="02040503050406030204" pitchFamily="18" charset="0"/>
                      </a:rPr>
                      <m:t>𝐵𝐶</m:t>
                    </m:r>
                    <m:r>
                      <a:rPr lang="en-IN" b="0" i="1" smtClean="0">
                        <a:latin typeface="Cambria Math" panose="02040503050406030204" pitchFamily="18" charset="0"/>
                      </a:rPr>
                      <m:t>≔</m:t>
                    </m:r>
                    <m:r>
                      <a:rPr lang="en-IN" b="0" i="1" smtClean="0">
                        <a:latin typeface="Cambria Math" panose="02040503050406030204" pitchFamily="18" charset="0"/>
                      </a:rPr>
                      <m:t>𝑢</m:t>
                    </m:r>
                    <m:d>
                      <m:dPr>
                        <m:ctrlPr>
                          <a:rPr lang="en-IN" b="0" i="1" smtClean="0">
                            <a:latin typeface="Cambria Math" panose="02040503050406030204" pitchFamily="18" charset="0"/>
                          </a:rPr>
                        </m:ctrlPr>
                      </m:dPr>
                      <m:e>
                        <m:r>
                          <a:rPr lang="en-IN" b="0" i="1" smtClean="0">
                            <a:latin typeface="Cambria Math" panose="02040503050406030204" pitchFamily="18" charset="0"/>
                          </a:rPr>
                          <m:t>0,</m:t>
                        </m:r>
                        <m:r>
                          <a:rPr lang="en-IN" b="0" i="1" smtClean="0">
                            <a:latin typeface="Cambria Math" panose="02040503050406030204" pitchFamily="18" charset="0"/>
                          </a:rPr>
                          <m:t>𝑡</m:t>
                        </m:r>
                      </m:e>
                    </m:d>
                    <m:r>
                      <a:rPr lang="en-IN" b="0" i="1" smtClean="0">
                        <a:latin typeface="Cambria Math" panose="02040503050406030204" pitchFamily="18" charset="0"/>
                      </a:rPr>
                      <m:t>=</m:t>
                    </m:r>
                    <m:r>
                      <a:rPr lang="en-IN" b="0" i="1" smtClean="0">
                        <a:latin typeface="Cambria Math" panose="02040503050406030204" pitchFamily="18" charset="0"/>
                      </a:rPr>
                      <m:t>𝑔</m:t>
                    </m:r>
                    <m:r>
                      <a:rPr lang="en-IN" b="0" i="1" smtClean="0">
                        <a:latin typeface="Cambria Math" panose="02040503050406030204" pitchFamily="18" charset="0"/>
                      </a:rPr>
                      <m:t>(</m:t>
                    </m:r>
                    <m:r>
                      <a:rPr lang="en-IN" b="0" i="1" smtClean="0">
                        <a:latin typeface="Cambria Math" panose="02040503050406030204" pitchFamily="18" charset="0"/>
                      </a:rPr>
                      <m:t>𝑡</m:t>
                    </m:r>
                    <m:r>
                      <a:rPr lang="en-IN" b="0" i="1" smtClean="0">
                        <a:latin typeface="Cambria Math" panose="02040503050406030204" pitchFamily="18" charset="0"/>
                      </a:rPr>
                      <m:t>)</m:t>
                    </m:r>
                  </m:oMath>
                </a14:m>
                <a:r>
                  <a:rPr lang="en-IN" dirty="0"/>
                  <a:t>	</a:t>
                </a:r>
                <a14:m>
                  <m:oMath xmlns:m="http://schemas.openxmlformats.org/officeDocument/2006/math">
                    <m:r>
                      <a:rPr lang="en-IN" b="0" i="1" smtClean="0">
                        <a:latin typeface="Cambria Math" panose="02040503050406030204" pitchFamily="18" charset="0"/>
                      </a:rPr>
                      <m:t>𝐼𝐶</m:t>
                    </m:r>
                    <m:r>
                      <a:rPr lang="en-IN" b="0" i="1" smtClean="0">
                        <a:latin typeface="Cambria Math" panose="02040503050406030204" pitchFamily="18" charset="0"/>
                      </a:rPr>
                      <m:t>≔</m:t>
                    </m:r>
                    <m:r>
                      <a:rPr lang="en-IN" b="0" i="1" smtClean="0">
                        <a:latin typeface="Cambria Math" panose="02040503050406030204" pitchFamily="18" charset="0"/>
                      </a:rPr>
                      <m:t>𝑢</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,0</m:t>
                        </m:r>
                      </m:e>
                    </m:d>
                    <m:r>
                      <a:rPr lang="en-IN" b="0" i="1" smtClean="0">
                        <a:latin typeface="Cambria Math" panose="02040503050406030204" pitchFamily="18" charset="0"/>
                      </a:rPr>
                      <m:t>=</m:t>
                    </m:r>
                    <m:r>
                      <a:rPr lang="en-IN" b="0" i="1" smtClean="0">
                        <a:latin typeface="Cambria Math" panose="02040503050406030204" pitchFamily="18" charset="0"/>
                      </a:rPr>
                      <m:t>h</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oMath>
                </a14:m>
                <a:endParaRPr lang="en-IN" dirty="0"/>
              </a:p>
            </p:txBody>
          </p:sp>
        </mc:Choice>
        <mc:Fallback xmlns="">
          <p:sp>
            <p:nvSpPr>
              <p:cNvPr id="100" name="TextBox 99">
                <a:extLst>
                  <a:ext uri="{FF2B5EF4-FFF2-40B4-BE49-F238E27FC236}">
                    <a16:creationId xmlns:a16="http://schemas.microsoft.com/office/drawing/2014/main" id="{547D8666-D630-EE13-B06B-35B1E285E81B}"/>
                  </a:ext>
                </a:extLst>
              </p:cNvPr>
              <p:cNvSpPr txBox="1">
                <a:spLocks noRot="1" noChangeAspect="1" noMove="1" noResize="1" noEditPoints="1" noAdjustHandles="1" noChangeArrowheads="1" noChangeShapeType="1" noTextEdit="1"/>
              </p:cNvSpPr>
              <p:nvPr/>
            </p:nvSpPr>
            <p:spPr>
              <a:xfrm>
                <a:off x="2381034" y="960372"/>
                <a:ext cx="8175172" cy="369332"/>
              </a:xfrm>
              <a:prstGeom prst="rect">
                <a:avLst/>
              </a:prstGeom>
              <a:blipFill>
                <a:blip r:embed="rId9"/>
                <a:stretch>
                  <a:fillRect b="-14516"/>
                </a:stretch>
              </a:blipFill>
              <a:ln>
                <a:solidFill>
                  <a:srgbClr val="FF0000"/>
                </a:solidFill>
              </a:ln>
            </p:spPr>
            <p:txBody>
              <a:bodyPr/>
              <a:lstStyle/>
              <a:p>
                <a:r>
                  <a:rPr lang="en-IN">
                    <a:noFill/>
                  </a:rPr>
                  <a:t> </a:t>
                </a:r>
              </a:p>
            </p:txBody>
          </p:sp>
        </mc:Fallback>
      </mc:AlternateContent>
      <p:sp>
        <p:nvSpPr>
          <p:cNvPr id="102" name="Rectangle: Rounded Corners 101">
            <a:extLst>
              <a:ext uri="{FF2B5EF4-FFF2-40B4-BE49-F238E27FC236}">
                <a16:creationId xmlns:a16="http://schemas.microsoft.com/office/drawing/2014/main" id="{7485ED6C-C143-E2B5-CA59-CC18643C79CB}"/>
              </a:ext>
            </a:extLst>
          </p:cNvPr>
          <p:cNvSpPr/>
          <p:nvPr/>
        </p:nvSpPr>
        <p:spPr>
          <a:xfrm>
            <a:off x="6623168" y="5642920"/>
            <a:ext cx="810191" cy="78337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104" name="Oval 103">
            <a:extLst>
              <a:ext uri="{FF2B5EF4-FFF2-40B4-BE49-F238E27FC236}">
                <a16:creationId xmlns:a16="http://schemas.microsoft.com/office/drawing/2014/main" id="{2B15EC70-A258-13CB-D2A7-2045A00EBCE3}"/>
              </a:ext>
            </a:extLst>
          </p:cNvPr>
          <p:cNvSpPr/>
          <p:nvPr/>
        </p:nvSpPr>
        <p:spPr>
          <a:xfrm>
            <a:off x="9487299" y="5591981"/>
            <a:ext cx="886863" cy="900894"/>
          </a:xfrm>
          <a:prstGeom prst="ellipse">
            <a:avLst/>
          </a:prstGeom>
          <a:solidFill>
            <a:srgbClr val="00B050"/>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dirty="0">
                <a:latin typeface="Baskerville Old Face" panose="02020602080505020303" pitchFamily="18" charset="0"/>
              </a:rPr>
              <a:t>Loss</a:t>
            </a:r>
          </a:p>
        </p:txBody>
      </p:sp>
      <p:sp>
        <p:nvSpPr>
          <p:cNvPr id="105" name="TextBox 104">
            <a:extLst>
              <a:ext uri="{FF2B5EF4-FFF2-40B4-BE49-F238E27FC236}">
                <a16:creationId xmlns:a16="http://schemas.microsoft.com/office/drawing/2014/main" id="{C9CE05BA-B330-316E-67EB-EFACD2EC6377}"/>
              </a:ext>
            </a:extLst>
          </p:cNvPr>
          <p:cNvSpPr txBox="1"/>
          <p:nvPr/>
        </p:nvSpPr>
        <p:spPr>
          <a:xfrm>
            <a:off x="4602272" y="6033595"/>
            <a:ext cx="810191" cy="338554"/>
          </a:xfrm>
          <a:prstGeom prst="rect">
            <a:avLst/>
          </a:prstGeom>
          <a:noFill/>
        </p:spPr>
        <p:txBody>
          <a:bodyPr wrap="square" rtlCol="0">
            <a:spAutoFit/>
          </a:bodyPr>
          <a:lstStyle/>
          <a:p>
            <a:pPr algn="ctr"/>
            <a:r>
              <a:rPr lang="en-IN" sz="1600" dirty="0">
                <a:latin typeface="Baskerville Old Face" panose="02020602080505020303" pitchFamily="18" charset="0"/>
              </a:rPr>
              <a:t>NO</a:t>
            </a:r>
          </a:p>
        </p:txBody>
      </p:sp>
      <p:sp>
        <p:nvSpPr>
          <p:cNvPr id="106" name="TextBox 105">
            <a:extLst>
              <a:ext uri="{FF2B5EF4-FFF2-40B4-BE49-F238E27FC236}">
                <a16:creationId xmlns:a16="http://schemas.microsoft.com/office/drawing/2014/main" id="{8E5D6122-FFEF-4C7D-8FD5-B9A542860191}"/>
              </a:ext>
            </a:extLst>
          </p:cNvPr>
          <p:cNvSpPr txBox="1"/>
          <p:nvPr/>
        </p:nvSpPr>
        <p:spPr>
          <a:xfrm>
            <a:off x="7472675" y="6426295"/>
            <a:ext cx="662725" cy="338554"/>
          </a:xfrm>
          <a:prstGeom prst="rect">
            <a:avLst/>
          </a:prstGeom>
          <a:noFill/>
        </p:spPr>
        <p:txBody>
          <a:bodyPr wrap="square">
            <a:spAutoFit/>
          </a:bodyPr>
          <a:lstStyle/>
          <a:p>
            <a:pPr algn="ctr"/>
            <a:r>
              <a:rPr lang="en-IN" sz="1600" dirty="0">
                <a:latin typeface="Baskerville Old Face" panose="02020602080505020303" pitchFamily="18" charset="0"/>
              </a:rPr>
              <a:t>YES</a:t>
            </a:r>
          </a:p>
        </p:txBody>
      </p:sp>
      <p:sp>
        <p:nvSpPr>
          <p:cNvPr id="107" name="TextBox 106">
            <a:extLst>
              <a:ext uri="{FF2B5EF4-FFF2-40B4-BE49-F238E27FC236}">
                <a16:creationId xmlns:a16="http://schemas.microsoft.com/office/drawing/2014/main" id="{6BC783D4-486C-0AE9-5283-000E3D002FB1}"/>
              </a:ext>
            </a:extLst>
          </p:cNvPr>
          <p:cNvSpPr txBox="1"/>
          <p:nvPr/>
        </p:nvSpPr>
        <p:spPr>
          <a:xfrm>
            <a:off x="6605403" y="6545408"/>
            <a:ext cx="851515"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DONE</a:t>
            </a:r>
          </a:p>
        </p:txBody>
      </p:sp>
      <p:cxnSp>
        <p:nvCxnSpPr>
          <p:cNvPr id="110" name="Straight Arrow Connector 109">
            <a:extLst>
              <a:ext uri="{FF2B5EF4-FFF2-40B4-BE49-F238E27FC236}">
                <a16:creationId xmlns:a16="http://schemas.microsoft.com/office/drawing/2014/main" id="{705918D7-76F6-B76E-9ACE-BEAE457219CF}"/>
              </a:ext>
            </a:extLst>
          </p:cNvPr>
          <p:cNvCxnSpPr>
            <a:cxnSpLocks/>
            <a:stCxn id="498" idx="2"/>
            <a:endCxn id="104" idx="0"/>
          </p:cNvCxnSpPr>
          <p:nvPr/>
        </p:nvCxnSpPr>
        <p:spPr>
          <a:xfrm flipH="1">
            <a:off x="9930731" y="4859034"/>
            <a:ext cx="1" cy="7329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1F4477DF-3BD8-981B-E72B-13696D0AF53D}"/>
              </a:ext>
            </a:extLst>
          </p:cNvPr>
          <p:cNvCxnSpPr>
            <a:cxnSpLocks/>
            <a:stCxn id="104" idx="2"/>
            <a:endCxn id="102" idx="3"/>
          </p:cNvCxnSpPr>
          <p:nvPr/>
        </p:nvCxnSpPr>
        <p:spPr>
          <a:xfrm flipH="1" flipV="1">
            <a:off x="7433359" y="6034608"/>
            <a:ext cx="2053940" cy="78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Connector: Elbow 122">
            <a:extLst>
              <a:ext uri="{FF2B5EF4-FFF2-40B4-BE49-F238E27FC236}">
                <a16:creationId xmlns:a16="http://schemas.microsoft.com/office/drawing/2014/main" id="{47AF519D-9F26-7F10-9A93-2A771D54F2AE}"/>
              </a:ext>
            </a:extLst>
          </p:cNvPr>
          <p:cNvCxnSpPr>
            <a:cxnSpLocks/>
            <a:stCxn id="102" idx="1"/>
            <a:endCxn id="120" idx="2"/>
          </p:cNvCxnSpPr>
          <p:nvPr/>
        </p:nvCxnSpPr>
        <p:spPr>
          <a:xfrm rot="10800000">
            <a:off x="3528732" y="5790942"/>
            <a:ext cx="3094437" cy="243667"/>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4" name="Straight Arrow Connector 383">
            <a:extLst>
              <a:ext uri="{FF2B5EF4-FFF2-40B4-BE49-F238E27FC236}">
                <a16:creationId xmlns:a16="http://schemas.microsoft.com/office/drawing/2014/main" id="{792845AB-11AB-AC09-19F8-76F5A1C15784}"/>
              </a:ext>
            </a:extLst>
          </p:cNvPr>
          <p:cNvCxnSpPr>
            <a:stCxn id="102" idx="2"/>
            <a:endCxn id="107" idx="0"/>
          </p:cNvCxnSpPr>
          <p:nvPr/>
        </p:nvCxnSpPr>
        <p:spPr>
          <a:xfrm>
            <a:off x="7028264" y="6426295"/>
            <a:ext cx="2897" cy="1191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6" name="TextBox 385">
                <a:extLst>
                  <a:ext uri="{FF2B5EF4-FFF2-40B4-BE49-F238E27FC236}">
                    <a16:creationId xmlns:a16="http://schemas.microsoft.com/office/drawing/2014/main" id="{42048A49-A2EA-62BE-B15A-190C08CB77E3}"/>
                  </a:ext>
                </a:extLst>
              </p:cNvPr>
              <p:cNvSpPr txBox="1"/>
              <p:nvPr/>
            </p:nvSpPr>
            <p:spPr>
              <a:xfrm>
                <a:off x="5887659" y="5696179"/>
                <a:ext cx="2281210" cy="692497"/>
              </a:xfrm>
              <a:prstGeom prst="rect">
                <a:avLst/>
              </a:prstGeom>
              <a:noFill/>
            </p:spPr>
            <p:txBody>
              <a:bodyPr wrap="square">
                <a:spAutoFit/>
              </a:bodyPr>
              <a:lstStyle/>
              <a:p>
                <a:pPr algn="ctr"/>
                <a14:m>
                  <m:oMath xmlns:m="http://schemas.openxmlformats.org/officeDocument/2006/math">
                    <m:r>
                      <a:rPr lang="en-IN" sz="1300" i="1" dirty="0" smtClean="0">
                        <a:latin typeface="Cambria Math" panose="02040503050406030204" pitchFamily="18" charset="0"/>
                      </a:rPr>
                      <m:t>&gt;</m:t>
                    </m:r>
                  </m:oMath>
                </a14:m>
                <a:r>
                  <a:rPr lang="en-IN" sz="1300" dirty="0">
                    <a:latin typeface="Baskerville Old Face" panose="02020602080505020303" pitchFamily="18" charset="0"/>
                  </a:rPr>
                  <a:t>Tolerance</a:t>
                </a:r>
              </a:p>
              <a:p>
                <a:pPr algn="ctr"/>
                <a:r>
                  <a:rPr lang="en-IN" sz="1300" dirty="0">
                    <a:latin typeface="Baskerville Old Face" panose="02020602080505020303" pitchFamily="18" charset="0"/>
                  </a:rPr>
                  <a:t>Or</a:t>
                </a:r>
              </a:p>
              <a:p>
                <a:pPr algn="ctr"/>
                <a:r>
                  <a:rPr lang="en-IN" sz="1300" dirty="0">
                    <a:latin typeface="Baskerville Old Face" panose="02020602080505020303" pitchFamily="18" charset="0"/>
                  </a:rPr>
                  <a:t>Max Iter.</a:t>
                </a:r>
                <a:endParaRPr lang="en-IN" sz="1300" dirty="0"/>
              </a:p>
            </p:txBody>
          </p:sp>
        </mc:Choice>
        <mc:Fallback xmlns="">
          <p:sp>
            <p:nvSpPr>
              <p:cNvPr id="386" name="TextBox 385">
                <a:extLst>
                  <a:ext uri="{FF2B5EF4-FFF2-40B4-BE49-F238E27FC236}">
                    <a16:creationId xmlns:a16="http://schemas.microsoft.com/office/drawing/2014/main" id="{42048A49-A2EA-62BE-B15A-190C08CB77E3}"/>
                  </a:ext>
                </a:extLst>
              </p:cNvPr>
              <p:cNvSpPr txBox="1">
                <a:spLocks noRot="1" noChangeAspect="1" noMove="1" noResize="1" noEditPoints="1" noAdjustHandles="1" noChangeArrowheads="1" noChangeShapeType="1" noTextEdit="1"/>
              </p:cNvSpPr>
              <p:nvPr/>
            </p:nvSpPr>
            <p:spPr>
              <a:xfrm>
                <a:off x="5887659" y="5696179"/>
                <a:ext cx="2281210" cy="692497"/>
              </a:xfrm>
              <a:prstGeom prst="rect">
                <a:avLst/>
              </a:prstGeom>
              <a:blipFill>
                <a:blip r:embed="rId10"/>
                <a:stretch>
                  <a:fillRect t="-877" b="-6140"/>
                </a:stretch>
              </a:blipFill>
            </p:spPr>
            <p:txBody>
              <a:bodyPr/>
              <a:lstStyle/>
              <a:p>
                <a:r>
                  <a:rPr lang="en-IN">
                    <a:noFill/>
                  </a:rPr>
                  <a:t> </a:t>
                </a:r>
              </a:p>
            </p:txBody>
          </p:sp>
        </mc:Fallback>
      </mc:AlternateContent>
    </p:spTree>
    <p:extLst>
      <p:ext uri="{BB962C8B-B14F-4D97-AF65-F5344CB8AC3E}">
        <p14:creationId xmlns:p14="http://schemas.microsoft.com/office/powerpoint/2010/main" val="267469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0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9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9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0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8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8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2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509" grpId="0" animBg="1"/>
      <p:bldP spid="510" grpId="0"/>
      <p:bldP spid="474" grpId="0" animBg="1"/>
      <p:bldP spid="475" grpId="0" animBg="1"/>
      <p:bldP spid="476" grpId="0" animBg="1"/>
      <p:bldP spid="498" grpId="0" animBg="1"/>
      <p:bldP spid="102" grpId="0" animBg="1"/>
      <p:bldP spid="104" grpId="0" animBg="1"/>
      <p:bldP spid="105" grpId="0"/>
      <p:bldP spid="106" grpId="0"/>
      <p:bldP spid="107" grpId="0"/>
      <p:bldP spid="38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0"/>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lvl="0" algn="ctr"/>
            <a:r>
              <a:rPr lang="en-IN" sz="4000" dirty="0">
                <a:latin typeface="Times New Roman" panose="02020603050405020304" pitchFamily="18" charset="0"/>
                <a:cs typeface="Times New Roman" panose="02020603050405020304" pitchFamily="18" charset="0"/>
              </a:rPr>
              <a:t>Methodology</a:t>
            </a:r>
          </a:p>
        </p:txBody>
      </p:sp>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5</a:t>
            </a:fld>
            <a:endParaRPr lang="en-IN"/>
          </a:p>
        </p:txBody>
      </p: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47D8666-D630-EE13-B06B-35B1E285E81B}"/>
                  </a:ext>
                </a:extLst>
              </p:cNvPr>
              <p:cNvSpPr txBox="1"/>
              <p:nvPr/>
            </p:nvSpPr>
            <p:spPr>
              <a:xfrm>
                <a:off x="2008414" y="980607"/>
                <a:ext cx="8175172" cy="369332"/>
              </a:xfrm>
              <a:prstGeom prst="rect">
                <a:avLst/>
              </a:prstGeom>
              <a:ln>
                <a:solidFill>
                  <a:srgbClr val="FF0000"/>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14:m>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𝑃𝐷𝐸</m:t>
                        </m:r>
                        <m:r>
                          <a:rPr lang="en-IN" b="0" i="1" smtClean="0">
                            <a:latin typeface="Cambria Math" panose="02040503050406030204" pitchFamily="18" charset="0"/>
                          </a:rPr>
                          <m:t>≔ </m:t>
                        </m:r>
                        <m:r>
                          <a:rPr lang="en-IN" b="0" i="1" smtClean="0">
                            <a:latin typeface="Cambria Math" panose="02040503050406030204" pitchFamily="18" charset="0"/>
                          </a:rPr>
                          <m:t>𝑢</m:t>
                        </m:r>
                      </m:e>
                      <m:sub>
                        <m:r>
                          <a:rPr lang="en-IN" b="0" i="1" smtClean="0">
                            <a:latin typeface="Cambria Math" panose="02040503050406030204" pitchFamily="18" charset="0"/>
                          </a:rPr>
                          <m:t>𝑡</m:t>
                        </m:r>
                      </m:sub>
                    </m:sSub>
                    <m:r>
                      <a:rPr lang="en-IN" b="0" i="1" smtClean="0">
                        <a:latin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𝒩</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𝑢</m:t>
                    </m:r>
                    <m:r>
                      <a:rPr lang="en-IN" b="0" i="1" smtClean="0">
                        <a:latin typeface="Cambria Math" panose="02040503050406030204" pitchFamily="18" charset="0"/>
                        <a:ea typeface="Cambria Math" panose="02040503050406030204" pitchFamily="18" charset="0"/>
                      </a:rPr>
                      <m:t>]</m:t>
                    </m:r>
                  </m:oMath>
                </a14:m>
                <a:r>
                  <a:rPr lang="en-IN" dirty="0"/>
                  <a:t>	</a:t>
                </a:r>
                <a14:m>
                  <m:oMath xmlns:m="http://schemas.openxmlformats.org/officeDocument/2006/math">
                    <m:r>
                      <a:rPr lang="en-IN" b="0" i="1" smtClean="0">
                        <a:latin typeface="Cambria Math" panose="02040503050406030204" pitchFamily="18" charset="0"/>
                      </a:rPr>
                      <m:t>𝐵𝐶</m:t>
                    </m:r>
                    <m:r>
                      <a:rPr lang="en-IN" b="0" i="1" smtClean="0">
                        <a:latin typeface="Cambria Math" panose="02040503050406030204" pitchFamily="18" charset="0"/>
                      </a:rPr>
                      <m:t>≔</m:t>
                    </m:r>
                    <m:r>
                      <a:rPr lang="en-IN" b="0" i="1" smtClean="0">
                        <a:latin typeface="Cambria Math" panose="02040503050406030204" pitchFamily="18" charset="0"/>
                      </a:rPr>
                      <m:t>𝑢</m:t>
                    </m:r>
                    <m:d>
                      <m:dPr>
                        <m:ctrlPr>
                          <a:rPr lang="en-IN" b="0" i="1" smtClean="0">
                            <a:latin typeface="Cambria Math" panose="02040503050406030204" pitchFamily="18" charset="0"/>
                          </a:rPr>
                        </m:ctrlPr>
                      </m:dPr>
                      <m:e>
                        <m:r>
                          <a:rPr lang="en-IN" b="0" i="1" smtClean="0">
                            <a:latin typeface="Cambria Math" panose="02040503050406030204" pitchFamily="18" charset="0"/>
                          </a:rPr>
                          <m:t>0,</m:t>
                        </m:r>
                        <m:r>
                          <a:rPr lang="en-IN" b="0" i="1" smtClean="0">
                            <a:latin typeface="Cambria Math" panose="02040503050406030204" pitchFamily="18" charset="0"/>
                          </a:rPr>
                          <m:t>𝑡</m:t>
                        </m:r>
                      </m:e>
                    </m:d>
                    <m:r>
                      <a:rPr lang="en-IN" b="0" i="1" smtClean="0">
                        <a:latin typeface="Cambria Math" panose="02040503050406030204" pitchFamily="18" charset="0"/>
                      </a:rPr>
                      <m:t>=</m:t>
                    </m:r>
                    <m:r>
                      <a:rPr lang="en-IN" b="0" i="1" smtClean="0">
                        <a:latin typeface="Cambria Math" panose="02040503050406030204" pitchFamily="18" charset="0"/>
                      </a:rPr>
                      <m:t>𝑔</m:t>
                    </m:r>
                    <m:r>
                      <a:rPr lang="en-IN" b="0" i="1" smtClean="0">
                        <a:latin typeface="Cambria Math" panose="02040503050406030204" pitchFamily="18" charset="0"/>
                      </a:rPr>
                      <m:t>(</m:t>
                    </m:r>
                    <m:r>
                      <a:rPr lang="en-IN" b="0" i="1" smtClean="0">
                        <a:latin typeface="Cambria Math" panose="02040503050406030204" pitchFamily="18" charset="0"/>
                      </a:rPr>
                      <m:t>𝑡</m:t>
                    </m:r>
                    <m:r>
                      <a:rPr lang="en-IN" b="0" i="1" smtClean="0">
                        <a:latin typeface="Cambria Math" panose="02040503050406030204" pitchFamily="18" charset="0"/>
                      </a:rPr>
                      <m:t>)</m:t>
                    </m:r>
                  </m:oMath>
                </a14:m>
                <a:r>
                  <a:rPr lang="en-IN" dirty="0"/>
                  <a:t>	</a:t>
                </a:r>
                <a14:m>
                  <m:oMath xmlns:m="http://schemas.openxmlformats.org/officeDocument/2006/math">
                    <m:r>
                      <a:rPr lang="en-IN" b="0" i="1" smtClean="0">
                        <a:latin typeface="Cambria Math" panose="02040503050406030204" pitchFamily="18" charset="0"/>
                      </a:rPr>
                      <m:t>𝐼𝐶</m:t>
                    </m:r>
                    <m:r>
                      <a:rPr lang="en-IN" b="0" i="1" smtClean="0">
                        <a:latin typeface="Cambria Math" panose="02040503050406030204" pitchFamily="18" charset="0"/>
                      </a:rPr>
                      <m:t>≔</m:t>
                    </m:r>
                    <m:r>
                      <a:rPr lang="en-IN" b="0" i="1" smtClean="0">
                        <a:latin typeface="Cambria Math" panose="02040503050406030204" pitchFamily="18" charset="0"/>
                      </a:rPr>
                      <m:t>𝑢</m:t>
                    </m:r>
                    <m:d>
                      <m:dPr>
                        <m:ctrlPr>
                          <a:rPr lang="en-IN" b="0" i="1" smtClean="0">
                            <a:latin typeface="Cambria Math" panose="02040503050406030204" pitchFamily="18" charset="0"/>
                          </a:rPr>
                        </m:ctrlPr>
                      </m:dPr>
                      <m:e>
                        <m:r>
                          <a:rPr lang="en-IN" b="0" i="1" smtClean="0">
                            <a:latin typeface="Cambria Math" panose="02040503050406030204" pitchFamily="18" charset="0"/>
                          </a:rPr>
                          <m:t>𝑥</m:t>
                        </m:r>
                        <m:r>
                          <a:rPr lang="en-IN" b="0" i="1" smtClean="0">
                            <a:latin typeface="Cambria Math" panose="02040503050406030204" pitchFamily="18" charset="0"/>
                          </a:rPr>
                          <m:t>,0</m:t>
                        </m:r>
                      </m:e>
                    </m:d>
                    <m:r>
                      <a:rPr lang="en-IN" b="0" i="1" smtClean="0">
                        <a:latin typeface="Cambria Math" panose="02040503050406030204" pitchFamily="18" charset="0"/>
                      </a:rPr>
                      <m:t>=</m:t>
                    </m:r>
                    <m:r>
                      <a:rPr lang="en-IN" b="0" i="1" smtClean="0">
                        <a:latin typeface="Cambria Math" panose="02040503050406030204" pitchFamily="18" charset="0"/>
                      </a:rPr>
                      <m:t>h</m:t>
                    </m:r>
                    <m:r>
                      <a:rPr lang="en-IN" b="0" i="1" smtClean="0">
                        <a:latin typeface="Cambria Math" panose="02040503050406030204" pitchFamily="18" charset="0"/>
                      </a:rPr>
                      <m:t>(</m:t>
                    </m:r>
                    <m:r>
                      <a:rPr lang="en-IN" b="0" i="1" smtClean="0">
                        <a:latin typeface="Cambria Math" panose="02040503050406030204" pitchFamily="18" charset="0"/>
                      </a:rPr>
                      <m:t>𝑥</m:t>
                    </m:r>
                    <m:r>
                      <a:rPr lang="en-IN" b="0" i="1" smtClean="0">
                        <a:latin typeface="Cambria Math" panose="02040503050406030204" pitchFamily="18" charset="0"/>
                      </a:rPr>
                      <m:t>)</m:t>
                    </m:r>
                  </m:oMath>
                </a14:m>
                <a:endParaRPr lang="en-IN" dirty="0"/>
              </a:p>
            </p:txBody>
          </p:sp>
        </mc:Choice>
        <mc:Fallback xmlns="">
          <p:sp>
            <p:nvSpPr>
              <p:cNvPr id="100" name="TextBox 99">
                <a:extLst>
                  <a:ext uri="{FF2B5EF4-FFF2-40B4-BE49-F238E27FC236}">
                    <a16:creationId xmlns:a16="http://schemas.microsoft.com/office/drawing/2014/main" id="{547D8666-D630-EE13-B06B-35B1E285E81B}"/>
                  </a:ext>
                </a:extLst>
              </p:cNvPr>
              <p:cNvSpPr txBox="1">
                <a:spLocks noRot="1" noChangeAspect="1" noMove="1" noResize="1" noEditPoints="1" noAdjustHandles="1" noChangeArrowheads="1" noChangeShapeType="1" noTextEdit="1"/>
              </p:cNvSpPr>
              <p:nvPr/>
            </p:nvSpPr>
            <p:spPr>
              <a:xfrm>
                <a:off x="2008414" y="980607"/>
                <a:ext cx="8175172" cy="369332"/>
              </a:xfrm>
              <a:prstGeom prst="rect">
                <a:avLst/>
              </a:prstGeom>
              <a:blipFill>
                <a:blip r:embed="rId3"/>
                <a:stretch>
                  <a:fillRect b="-14516"/>
                </a:stretch>
              </a:blipFill>
              <a:ln>
                <a:solidFill>
                  <a:srgbClr val="FF000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54DD20A-069E-06B4-CE46-7793B158C378}"/>
                  </a:ext>
                </a:extLst>
              </p:cNvPr>
              <p:cNvSpPr txBox="1"/>
              <p:nvPr/>
            </p:nvSpPr>
            <p:spPr>
              <a:xfrm>
                <a:off x="0" y="1349939"/>
                <a:ext cx="12192000" cy="1603581"/>
              </a:xfrm>
              <a:prstGeom prst="rect">
                <a:avLst/>
              </a:prstGeom>
              <a:noFill/>
            </p:spPr>
            <p:txBody>
              <a:bodyPr wrap="square" rtlCol="0">
                <a:spAutoFit/>
              </a:bodyPr>
              <a:lstStyle/>
              <a:p>
                <a:pPr algn="ctr"/>
                <a:endParaRPr lang="en-IN" sz="1000"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Total Loss = Loss due to PDE + Loss due to B.C. + Loss due to I.C.</a:t>
                </a:r>
              </a:p>
              <a:p>
                <a:pPr algn="ctr"/>
                <a:r>
                  <a:rPr lang="en-IN" sz="1000" dirty="0">
                    <a:latin typeface="Times New Roman" panose="02020603050405020304" pitchFamily="18" charset="0"/>
                    <a:cs typeface="Times New Roman" panose="02020603050405020304" pitchFamily="18" charset="0"/>
                  </a:rPr>
                  <a:t> </a:t>
                </a:r>
              </a:p>
              <a:p>
                <a:pPr algn="ctr"/>
                <a14:m>
                  <m:oMathPara xmlns:m="http://schemas.openxmlformats.org/officeDocument/2006/math">
                    <m:oMathParaPr>
                      <m:jc m:val="centerGroup"/>
                    </m:oMathParaPr>
                    <m:oMath xmlns:m="http://schemas.openxmlformats.org/officeDocument/2006/math">
                      <m:sSub>
                        <m:sSubPr>
                          <m:ctrlPr>
                            <a:rPr lang="en-IN" b="1" i="1" dirty="0" smtClean="0">
                              <a:latin typeface="Cambria Math" panose="02040503050406030204" pitchFamily="18" charset="0"/>
                              <a:cs typeface="Times New Roman" panose="02020603050405020304" pitchFamily="18" charset="0"/>
                            </a:rPr>
                          </m:ctrlPr>
                        </m:sSubPr>
                        <m:e>
                          <m:r>
                            <a:rPr lang="en-IN" b="1" i="1" dirty="0" smtClean="0">
                              <a:latin typeface="Cambria Math" panose="02040503050406030204" pitchFamily="18" charset="0"/>
                              <a:cs typeface="Times New Roman" panose="02020603050405020304" pitchFamily="18" charset="0"/>
                            </a:rPr>
                            <m:t>𝑴𝑺𝑬</m:t>
                          </m:r>
                        </m:e>
                        <m:sub>
                          <m:r>
                            <a:rPr lang="en-IN" b="1" i="1" dirty="0" smtClean="0">
                              <a:latin typeface="Cambria Math" panose="02040503050406030204" pitchFamily="18" charset="0"/>
                              <a:cs typeface="Times New Roman" panose="02020603050405020304" pitchFamily="18" charset="0"/>
                            </a:rPr>
                            <m:t>𝑻𝒐𝒕𝒂𝒍</m:t>
                          </m:r>
                          <m:r>
                            <a:rPr lang="en-IN" b="1" i="1" dirty="0" smtClean="0">
                              <a:latin typeface="Cambria Math" panose="02040503050406030204" pitchFamily="18" charset="0"/>
                              <a:cs typeface="Times New Roman" panose="02020603050405020304" pitchFamily="18" charset="0"/>
                            </a:rPr>
                            <m:t> </m:t>
                          </m:r>
                          <m:r>
                            <a:rPr lang="en-IN" b="1" i="1" dirty="0" smtClean="0">
                              <a:latin typeface="Cambria Math" panose="02040503050406030204" pitchFamily="18" charset="0"/>
                              <a:cs typeface="Times New Roman" panose="02020603050405020304" pitchFamily="18" charset="0"/>
                            </a:rPr>
                            <m:t>𝑳𝒐𝒔𝒔</m:t>
                          </m:r>
                        </m:sub>
                      </m:sSub>
                      <m:d>
                        <m:dPr>
                          <m:ctrlPr>
                            <a:rPr lang="en-IN" b="1" i="1" dirty="0" smtClean="0">
                              <a:latin typeface="Cambria Math" panose="02040503050406030204" pitchFamily="18" charset="0"/>
                              <a:cs typeface="Times New Roman" panose="02020603050405020304" pitchFamily="18" charset="0"/>
                            </a:rPr>
                          </m:ctrlPr>
                        </m:dPr>
                        <m:e>
                          <m:r>
                            <a:rPr lang="en-IN" b="1" i="1" dirty="0" smtClean="0">
                              <a:latin typeface="Cambria Math" panose="02040503050406030204" pitchFamily="18" charset="0"/>
                              <a:ea typeface="Cambria Math" panose="02040503050406030204" pitchFamily="18" charset="0"/>
                              <a:cs typeface="Times New Roman" panose="02020603050405020304" pitchFamily="18" charset="0"/>
                            </a:rPr>
                            <m:t>𝜽</m:t>
                          </m:r>
                        </m:e>
                      </m:d>
                      <m:r>
                        <a:rPr lang="en-IN" b="1" i="1" dirty="0" smtClean="0">
                          <a:latin typeface="Cambria Math" panose="02040503050406030204" pitchFamily="18" charset="0"/>
                          <a:cs typeface="Times New Roman" panose="02020603050405020304" pitchFamily="18" charset="0"/>
                        </a:rPr>
                        <m:t>=</m:t>
                      </m:r>
                      <m:sSub>
                        <m:sSubPr>
                          <m:ctrlPr>
                            <a:rPr lang="en-IN" b="1" i="1" dirty="0">
                              <a:latin typeface="Cambria Math" panose="02040503050406030204" pitchFamily="18" charset="0"/>
                              <a:cs typeface="Times New Roman" panose="02020603050405020304" pitchFamily="18" charset="0"/>
                            </a:rPr>
                          </m:ctrlPr>
                        </m:sSubPr>
                        <m:e>
                          <m:r>
                            <a:rPr lang="en-IN" b="1" i="1" dirty="0">
                              <a:latin typeface="Cambria Math" panose="02040503050406030204" pitchFamily="18" charset="0"/>
                              <a:cs typeface="Times New Roman" panose="02020603050405020304" pitchFamily="18" charset="0"/>
                            </a:rPr>
                            <m:t>𝑴𝑺𝑬</m:t>
                          </m:r>
                        </m:e>
                        <m:sub>
                          <m:r>
                            <a:rPr lang="en-IN" b="1" i="1" dirty="0" smtClean="0">
                              <a:latin typeface="Cambria Math" panose="02040503050406030204" pitchFamily="18" charset="0"/>
                              <a:cs typeface="Times New Roman" panose="02020603050405020304" pitchFamily="18" charset="0"/>
                            </a:rPr>
                            <m:t>𝑷𝑫𝑬</m:t>
                          </m:r>
                        </m:sub>
                      </m:sSub>
                      <m:r>
                        <a:rPr lang="en-IN" b="1" i="1" dirty="0" smtClean="0">
                          <a:latin typeface="Cambria Math" panose="02040503050406030204" pitchFamily="18" charset="0"/>
                          <a:cs typeface="Times New Roman" panose="02020603050405020304" pitchFamily="18" charset="0"/>
                        </a:rPr>
                        <m:t>+</m:t>
                      </m:r>
                      <m:sSub>
                        <m:sSubPr>
                          <m:ctrlPr>
                            <a:rPr lang="en-IN" b="1" i="1" dirty="0">
                              <a:latin typeface="Cambria Math" panose="02040503050406030204" pitchFamily="18" charset="0"/>
                              <a:cs typeface="Times New Roman" panose="02020603050405020304" pitchFamily="18" charset="0"/>
                            </a:rPr>
                          </m:ctrlPr>
                        </m:sSubPr>
                        <m:e>
                          <m:r>
                            <a:rPr lang="en-IN" b="1" i="1" dirty="0">
                              <a:latin typeface="Cambria Math" panose="02040503050406030204" pitchFamily="18" charset="0"/>
                              <a:cs typeface="Times New Roman" panose="02020603050405020304" pitchFamily="18" charset="0"/>
                            </a:rPr>
                            <m:t>𝑴𝑺𝑬</m:t>
                          </m:r>
                        </m:e>
                        <m:sub>
                          <m:r>
                            <a:rPr lang="en-IN" b="1" i="1" dirty="0" smtClean="0">
                              <a:latin typeface="Cambria Math" panose="02040503050406030204" pitchFamily="18" charset="0"/>
                              <a:cs typeface="Times New Roman" panose="02020603050405020304" pitchFamily="18" charset="0"/>
                            </a:rPr>
                            <m:t>𝑩𝑪</m:t>
                          </m:r>
                        </m:sub>
                      </m:sSub>
                      <m:r>
                        <a:rPr lang="en-IN" b="1" i="1" dirty="0" smtClean="0">
                          <a:latin typeface="Cambria Math" panose="02040503050406030204" pitchFamily="18" charset="0"/>
                          <a:cs typeface="Times New Roman" panose="02020603050405020304" pitchFamily="18" charset="0"/>
                        </a:rPr>
                        <m:t>+</m:t>
                      </m:r>
                      <m:sSub>
                        <m:sSubPr>
                          <m:ctrlPr>
                            <a:rPr lang="en-IN" b="1" i="1" dirty="0">
                              <a:latin typeface="Cambria Math" panose="02040503050406030204" pitchFamily="18" charset="0"/>
                              <a:cs typeface="Times New Roman" panose="02020603050405020304" pitchFamily="18" charset="0"/>
                            </a:rPr>
                          </m:ctrlPr>
                        </m:sSubPr>
                        <m:e>
                          <m:r>
                            <a:rPr lang="en-IN" b="1" i="1" dirty="0">
                              <a:latin typeface="Cambria Math" panose="02040503050406030204" pitchFamily="18" charset="0"/>
                              <a:cs typeface="Times New Roman" panose="02020603050405020304" pitchFamily="18" charset="0"/>
                            </a:rPr>
                            <m:t>𝑴𝑺𝑬</m:t>
                          </m:r>
                        </m:e>
                        <m:sub>
                          <m:r>
                            <a:rPr lang="en-IN" b="1" i="1" dirty="0" smtClean="0">
                              <a:latin typeface="Cambria Math" panose="02040503050406030204" pitchFamily="18" charset="0"/>
                              <a:cs typeface="Times New Roman" panose="02020603050405020304" pitchFamily="18" charset="0"/>
                            </a:rPr>
                            <m:t>𝑰𝑪</m:t>
                          </m:r>
                        </m:sub>
                      </m:sSub>
                    </m:oMath>
                  </m:oMathPara>
                </a14:m>
                <a:endParaRPr lang="en-IN" b="1" dirty="0">
                  <a:latin typeface="Times New Roman" panose="02020603050405020304" pitchFamily="18" charset="0"/>
                  <a:cs typeface="Times New Roman" panose="02020603050405020304" pitchFamily="18" charset="0"/>
                </a:endParaRPr>
              </a:p>
              <a:p>
                <a:pPr algn="ctr"/>
                <a:endParaRPr lang="en-IN" sz="1000" dirty="0">
                  <a:latin typeface="Times New Roman" panose="02020603050405020304" pitchFamily="18" charset="0"/>
                  <a:cs typeface="Times New Roman" panose="02020603050405020304" pitchFamily="18" charset="0"/>
                </a:endParaRPr>
              </a:p>
              <a:p>
                <a:pPr algn="ctr"/>
                <a14:m>
                  <m:oMath xmlns:m="http://schemas.openxmlformats.org/officeDocument/2006/math">
                    <m:sSub>
                      <m:sSubPr>
                        <m:ctrlPr>
                          <a:rPr lang="en-IN" i="1" dirty="0" smtClean="0">
                            <a:latin typeface="Cambria Math" panose="02040503050406030204" pitchFamily="18" charset="0"/>
                            <a:cs typeface="Times New Roman" panose="02020603050405020304" pitchFamily="18" charset="0"/>
                          </a:rPr>
                        </m:ctrlPr>
                      </m:sSubPr>
                      <m:e>
                        <m:r>
                          <a:rPr lang="en-IN" b="0" i="1" dirty="0" smtClean="0">
                            <a:latin typeface="Cambria Math" panose="02040503050406030204" pitchFamily="18" charset="0"/>
                            <a:cs typeface="Times New Roman" panose="02020603050405020304" pitchFamily="18" charset="0"/>
                          </a:rPr>
                          <m:t>𝑀𝑆𝐸</m:t>
                        </m:r>
                      </m:e>
                      <m:sub>
                        <m:r>
                          <a:rPr lang="en-IN" b="0" i="1" dirty="0" smtClean="0">
                            <a:latin typeface="Cambria Math" panose="02040503050406030204" pitchFamily="18" charset="0"/>
                            <a:cs typeface="Times New Roman" panose="02020603050405020304" pitchFamily="18" charset="0"/>
                          </a:rPr>
                          <m:t>𝑃𝐷𝐸</m:t>
                        </m:r>
                      </m:sub>
                    </m:sSub>
                    <m:r>
                      <a:rPr lang="en-IN" b="0" i="1" dirty="0" smtClean="0">
                        <a:latin typeface="Cambria Math" panose="02040503050406030204" pitchFamily="18" charset="0"/>
                        <a:cs typeface="Times New Roman" panose="02020603050405020304" pitchFamily="18" charset="0"/>
                      </a:rPr>
                      <m:t>=</m:t>
                    </m:r>
                    <m:f>
                      <m:fPr>
                        <m:ctrlPr>
                          <a:rPr lang="en-IN" b="0" i="1" dirty="0" smtClean="0">
                            <a:latin typeface="Cambria Math" panose="02040503050406030204" pitchFamily="18" charset="0"/>
                            <a:cs typeface="Times New Roman" panose="02020603050405020304" pitchFamily="18" charset="0"/>
                          </a:rPr>
                        </m:ctrlPr>
                      </m:fPr>
                      <m:num>
                        <m:r>
                          <a:rPr lang="en-IN" b="0" i="1" dirty="0" smtClean="0">
                            <a:latin typeface="Cambria Math" panose="02040503050406030204" pitchFamily="18" charset="0"/>
                            <a:cs typeface="Times New Roman" panose="02020603050405020304" pitchFamily="18" charset="0"/>
                          </a:rPr>
                          <m:t>1</m:t>
                        </m:r>
                      </m:num>
                      <m:den>
                        <m:sSub>
                          <m:sSubPr>
                            <m:ctrlPr>
                              <a:rPr lang="en-IN" b="0" i="1" dirty="0" smtClean="0">
                                <a:latin typeface="Cambria Math" panose="02040503050406030204" pitchFamily="18" charset="0"/>
                                <a:cs typeface="Times New Roman" panose="02020603050405020304" pitchFamily="18" charset="0"/>
                              </a:rPr>
                            </m:ctrlPr>
                          </m:sSubPr>
                          <m:e>
                            <m:r>
                              <a:rPr lang="en-IN" b="0" i="1" dirty="0" smtClean="0">
                                <a:latin typeface="Cambria Math" panose="02040503050406030204" pitchFamily="18" charset="0"/>
                                <a:cs typeface="Times New Roman" panose="02020603050405020304" pitchFamily="18" charset="0"/>
                              </a:rPr>
                              <m:t>𝑁</m:t>
                            </m:r>
                          </m:e>
                          <m:sub>
                            <m:r>
                              <a:rPr lang="en-IN" b="0" i="1" dirty="0" smtClean="0">
                                <a:latin typeface="Cambria Math" panose="02040503050406030204" pitchFamily="18" charset="0"/>
                                <a:cs typeface="Times New Roman" panose="02020603050405020304" pitchFamily="18" charset="0"/>
                              </a:rPr>
                              <m:t>𝑓</m:t>
                            </m:r>
                          </m:sub>
                        </m:sSub>
                      </m:den>
                    </m:f>
                    <m:nary>
                      <m:naryPr>
                        <m:chr m:val="∑"/>
                        <m:ctrlPr>
                          <a:rPr lang="en-IN" b="0" i="1" dirty="0" smtClean="0">
                            <a:latin typeface="Cambria Math" panose="02040503050406030204" pitchFamily="18" charset="0"/>
                            <a:cs typeface="Times New Roman" panose="02020603050405020304" pitchFamily="18" charset="0"/>
                          </a:rPr>
                        </m:ctrlPr>
                      </m:naryPr>
                      <m:sub>
                        <m:r>
                          <m:rPr>
                            <m:brk m:alnAt="23"/>
                          </m:rPr>
                          <a:rPr lang="en-IN" b="0" i="1" dirty="0" smtClean="0">
                            <a:latin typeface="Cambria Math" panose="02040503050406030204" pitchFamily="18" charset="0"/>
                            <a:cs typeface="Times New Roman" panose="02020603050405020304" pitchFamily="18" charset="0"/>
                          </a:rPr>
                          <m:t>𝑖</m:t>
                        </m:r>
                        <m:r>
                          <a:rPr lang="en-IN" b="0" i="1" dirty="0" smtClean="0">
                            <a:latin typeface="Cambria Math" panose="02040503050406030204" pitchFamily="18" charset="0"/>
                            <a:cs typeface="Times New Roman" panose="02020603050405020304" pitchFamily="18" charset="0"/>
                          </a:rPr>
                          <m:t>=1</m:t>
                        </m:r>
                      </m:sub>
                      <m:sup>
                        <m:sSub>
                          <m:sSubPr>
                            <m:ctrlPr>
                              <a:rPr lang="en-IN" b="0" i="1" dirty="0" smtClean="0">
                                <a:latin typeface="Cambria Math" panose="02040503050406030204" pitchFamily="18" charset="0"/>
                                <a:cs typeface="Times New Roman" panose="02020603050405020304" pitchFamily="18" charset="0"/>
                              </a:rPr>
                            </m:ctrlPr>
                          </m:sSubPr>
                          <m:e>
                            <m:r>
                              <a:rPr lang="en-IN" b="0" i="1" dirty="0" smtClean="0">
                                <a:latin typeface="Cambria Math" panose="02040503050406030204" pitchFamily="18" charset="0"/>
                                <a:cs typeface="Times New Roman" panose="02020603050405020304" pitchFamily="18" charset="0"/>
                              </a:rPr>
                              <m:t>𝑁</m:t>
                            </m:r>
                          </m:e>
                          <m:sub>
                            <m:r>
                              <a:rPr lang="en-IN" b="0" i="1" dirty="0" smtClean="0">
                                <a:latin typeface="Cambria Math" panose="02040503050406030204" pitchFamily="18" charset="0"/>
                                <a:cs typeface="Times New Roman" panose="02020603050405020304" pitchFamily="18" charset="0"/>
                              </a:rPr>
                              <m:t>𝑓</m:t>
                            </m:r>
                          </m:sub>
                        </m:sSub>
                      </m:sup>
                      <m:e>
                        <m:sSup>
                          <m:sSupPr>
                            <m:ctrlPr>
                              <a:rPr lang="en-IN" b="0" i="1" dirty="0" smtClean="0">
                                <a:latin typeface="Cambria Math" panose="02040503050406030204" pitchFamily="18" charset="0"/>
                                <a:cs typeface="Times New Roman" panose="02020603050405020304" pitchFamily="18" charset="0"/>
                              </a:rPr>
                            </m:ctrlPr>
                          </m:sSupPr>
                          <m:e>
                            <m:d>
                              <m:dPr>
                                <m:begChr m:val="|"/>
                                <m:endChr m:val="|"/>
                                <m:ctrlPr>
                                  <a:rPr lang="en-IN" b="0" i="1" dirty="0" smtClean="0">
                                    <a:latin typeface="Cambria Math" panose="02040503050406030204" pitchFamily="18" charset="0"/>
                                    <a:cs typeface="Times New Roman" panose="02020603050405020304" pitchFamily="18" charset="0"/>
                                  </a:rPr>
                                </m:ctrlPr>
                              </m:dPr>
                              <m:e>
                                <m:sSub>
                                  <m:sSubPr>
                                    <m:ctrlPr>
                                      <a:rPr lang="en-IN" i="1">
                                        <a:latin typeface="Cambria Math" panose="02040503050406030204" pitchFamily="18" charset="0"/>
                                      </a:rPr>
                                    </m:ctrlPr>
                                  </m:sSubPr>
                                  <m:e>
                                    <m:acc>
                                      <m:accPr>
                                        <m:chr m:val="̂"/>
                                        <m:ctrlPr>
                                          <a:rPr lang="en-IN" i="1" dirty="0">
                                            <a:latin typeface="Cambria Math" panose="02040503050406030204" pitchFamily="18" charset="0"/>
                                          </a:rPr>
                                        </m:ctrlPr>
                                      </m:accPr>
                                      <m:e>
                                        <m:r>
                                          <a:rPr lang="en-IN" i="1" dirty="0">
                                            <a:latin typeface="Cambria Math" panose="02040503050406030204" pitchFamily="18" charset="0"/>
                                          </a:rPr>
                                          <m:t>𝑢</m:t>
                                        </m:r>
                                      </m:e>
                                    </m:acc>
                                  </m:e>
                                  <m:sub>
                                    <m:r>
                                      <a:rPr lang="en-IN" i="1">
                                        <a:latin typeface="Cambria Math" panose="02040503050406030204" pitchFamily="18" charset="0"/>
                                      </a:rPr>
                                      <m:t>𝑡</m:t>
                                    </m:r>
                                  </m:sub>
                                </m:sSub>
                                <m:r>
                                  <a:rPr lang="en-IN" i="1">
                                    <a:latin typeface="Cambria Math" panose="02040503050406030204" pitchFamily="18" charset="0"/>
                                  </a:rPr>
                                  <m:t>+</m:t>
                                </m:r>
                                <m:r>
                                  <a:rPr lang="en-IN" i="1">
                                    <a:latin typeface="Cambria Math" panose="02040503050406030204" pitchFamily="18" charset="0"/>
                                    <a:ea typeface="Cambria Math" panose="02040503050406030204" pitchFamily="18" charset="0"/>
                                  </a:rPr>
                                  <m:t>𝒩</m:t>
                                </m:r>
                                <m:d>
                                  <m:dPr>
                                    <m:begChr m:val="["/>
                                    <m:endChr m:val="]"/>
                                    <m:ctrlPr>
                                      <a:rPr lang="en-IN" i="1">
                                        <a:latin typeface="Cambria Math" panose="02040503050406030204" pitchFamily="18" charset="0"/>
                                        <a:ea typeface="Cambria Math" panose="02040503050406030204" pitchFamily="18" charset="0"/>
                                      </a:rPr>
                                    </m:ctrlPr>
                                  </m:dPr>
                                  <m:e>
                                    <m:acc>
                                      <m:accPr>
                                        <m:chr m:val="̂"/>
                                        <m:ctrlPr>
                                          <a:rPr lang="en-IN" i="1" dirty="0">
                                            <a:latin typeface="Cambria Math" panose="02040503050406030204" pitchFamily="18" charset="0"/>
                                          </a:rPr>
                                        </m:ctrlPr>
                                      </m:accPr>
                                      <m:e>
                                        <m:r>
                                          <a:rPr lang="en-IN" i="1" dirty="0">
                                            <a:latin typeface="Cambria Math" panose="02040503050406030204" pitchFamily="18" charset="0"/>
                                          </a:rPr>
                                          <m:t>𝑢</m:t>
                                        </m:r>
                                      </m:e>
                                    </m:acc>
                                  </m:e>
                                </m:d>
                                <m:r>
                                  <a:rPr lang="en-IN" b="0" i="1" dirty="0" smtClean="0">
                                    <a:latin typeface="Cambria Math" panose="02040503050406030204" pitchFamily="18" charset="0"/>
                                  </a:rPr>
                                  <m:t>−0</m:t>
                                </m:r>
                              </m:e>
                            </m:d>
                          </m:e>
                          <m:sup>
                            <m:r>
                              <a:rPr lang="en-IN" b="0" i="1" dirty="0" smtClean="0">
                                <a:latin typeface="Cambria Math" panose="02040503050406030204" pitchFamily="18" charset="0"/>
                                <a:cs typeface="Times New Roman" panose="02020603050405020304" pitchFamily="18" charset="0"/>
                              </a:rPr>
                              <m:t>2</m:t>
                            </m:r>
                          </m:sup>
                        </m:sSup>
                      </m:e>
                    </m:nary>
                  </m:oMath>
                </a14:m>
                <a:r>
                  <a:rPr lang="en-IN" dirty="0">
                    <a:latin typeface="Times New Roman" panose="02020603050405020304" pitchFamily="18" charset="0"/>
                    <a:cs typeface="Times New Roman" panose="02020603050405020304" pitchFamily="18" charset="0"/>
                  </a:rPr>
                  <a:t>		</a:t>
                </a:r>
                <a:r>
                  <a:rPr lang="en-IN" dirty="0">
                    <a:cs typeface="Times New Roman" panose="02020603050405020304" pitchFamily="18" charset="0"/>
                  </a:rPr>
                  <a:t> </a:t>
                </a:r>
                <a14:m>
                  <m:oMath xmlns:m="http://schemas.openxmlformats.org/officeDocument/2006/math">
                    <m:sSub>
                      <m:sSubPr>
                        <m:ctrlPr>
                          <a:rPr lang="en-IN" i="1" dirty="0">
                            <a:latin typeface="Cambria Math" panose="02040503050406030204" pitchFamily="18" charset="0"/>
                            <a:cs typeface="Times New Roman" panose="02020603050405020304" pitchFamily="18" charset="0"/>
                          </a:rPr>
                        </m:ctrlPr>
                      </m:sSubPr>
                      <m:e>
                        <m:r>
                          <a:rPr lang="en-IN" i="1" dirty="0">
                            <a:latin typeface="Cambria Math" panose="02040503050406030204" pitchFamily="18" charset="0"/>
                            <a:cs typeface="Times New Roman" panose="02020603050405020304" pitchFamily="18" charset="0"/>
                          </a:rPr>
                          <m:t>𝑀𝑆𝐸</m:t>
                        </m:r>
                      </m:e>
                      <m:sub>
                        <m:r>
                          <a:rPr lang="en-IN" b="0" i="1" dirty="0" smtClean="0">
                            <a:latin typeface="Cambria Math" panose="02040503050406030204" pitchFamily="18" charset="0"/>
                            <a:cs typeface="Times New Roman" panose="02020603050405020304" pitchFamily="18" charset="0"/>
                          </a:rPr>
                          <m:t>𝐵𝐶</m:t>
                        </m:r>
                      </m:sub>
                    </m:sSub>
                    <m:r>
                      <a:rPr lang="en-IN" i="1" dirty="0">
                        <a:latin typeface="Cambria Math" panose="02040503050406030204" pitchFamily="18" charset="0"/>
                        <a:cs typeface="Times New Roman" panose="02020603050405020304" pitchFamily="18" charset="0"/>
                      </a:rPr>
                      <m:t>=</m:t>
                    </m:r>
                    <m:f>
                      <m:fPr>
                        <m:ctrlPr>
                          <a:rPr lang="en-IN" i="1" dirty="0">
                            <a:latin typeface="Cambria Math" panose="02040503050406030204" pitchFamily="18" charset="0"/>
                            <a:cs typeface="Times New Roman" panose="02020603050405020304" pitchFamily="18" charset="0"/>
                          </a:rPr>
                        </m:ctrlPr>
                      </m:fPr>
                      <m:num>
                        <m:r>
                          <a:rPr lang="en-IN" i="1" dirty="0">
                            <a:latin typeface="Cambria Math" panose="02040503050406030204" pitchFamily="18" charset="0"/>
                            <a:cs typeface="Times New Roman" panose="02020603050405020304" pitchFamily="18" charset="0"/>
                          </a:rPr>
                          <m:t>1</m:t>
                        </m:r>
                      </m:num>
                      <m:den>
                        <m:sSub>
                          <m:sSubPr>
                            <m:ctrlPr>
                              <a:rPr lang="en-IN" i="1" dirty="0">
                                <a:latin typeface="Cambria Math" panose="02040503050406030204" pitchFamily="18" charset="0"/>
                                <a:cs typeface="Times New Roman" panose="02020603050405020304" pitchFamily="18" charset="0"/>
                              </a:rPr>
                            </m:ctrlPr>
                          </m:sSubPr>
                          <m:e>
                            <m:r>
                              <a:rPr lang="en-IN" i="1" dirty="0">
                                <a:latin typeface="Cambria Math" panose="02040503050406030204" pitchFamily="18" charset="0"/>
                                <a:cs typeface="Times New Roman" panose="02020603050405020304" pitchFamily="18" charset="0"/>
                              </a:rPr>
                              <m:t>𝑁</m:t>
                            </m:r>
                          </m:e>
                          <m:sub>
                            <m:r>
                              <a:rPr lang="en-IN" b="0" i="1" dirty="0" smtClean="0">
                                <a:latin typeface="Cambria Math" panose="02040503050406030204" pitchFamily="18" charset="0"/>
                                <a:cs typeface="Times New Roman" panose="02020603050405020304" pitchFamily="18" charset="0"/>
                              </a:rPr>
                              <m:t>𝑢</m:t>
                            </m:r>
                          </m:sub>
                        </m:sSub>
                      </m:den>
                    </m:f>
                    <m:nary>
                      <m:naryPr>
                        <m:chr m:val="∑"/>
                        <m:ctrlPr>
                          <a:rPr lang="en-IN" i="1" dirty="0">
                            <a:latin typeface="Cambria Math" panose="02040503050406030204" pitchFamily="18" charset="0"/>
                            <a:cs typeface="Times New Roman" panose="02020603050405020304" pitchFamily="18" charset="0"/>
                          </a:rPr>
                        </m:ctrlPr>
                      </m:naryPr>
                      <m:sub>
                        <m:r>
                          <m:rPr>
                            <m:brk m:alnAt="23"/>
                          </m:rPr>
                          <a:rPr lang="en-IN" i="1" dirty="0">
                            <a:latin typeface="Cambria Math" panose="02040503050406030204" pitchFamily="18" charset="0"/>
                            <a:cs typeface="Times New Roman" panose="02020603050405020304" pitchFamily="18" charset="0"/>
                          </a:rPr>
                          <m:t>𝑖</m:t>
                        </m:r>
                        <m:r>
                          <a:rPr lang="en-IN" i="1" dirty="0">
                            <a:latin typeface="Cambria Math" panose="02040503050406030204" pitchFamily="18" charset="0"/>
                            <a:cs typeface="Times New Roman" panose="02020603050405020304" pitchFamily="18" charset="0"/>
                          </a:rPr>
                          <m:t>=1</m:t>
                        </m:r>
                      </m:sub>
                      <m:sup>
                        <m:sSub>
                          <m:sSubPr>
                            <m:ctrlPr>
                              <a:rPr lang="en-IN" i="1" dirty="0" smtClean="0">
                                <a:latin typeface="Cambria Math" panose="02040503050406030204" pitchFamily="18" charset="0"/>
                                <a:cs typeface="Times New Roman" panose="02020603050405020304" pitchFamily="18" charset="0"/>
                              </a:rPr>
                            </m:ctrlPr>
                          </m:sSubPr>
                          <m:e>
                            <m:r>
                              <a:rPr lang="en-IN" i="1" dirty="0">
                                <a:latin typeface="Cambria Math" panose="02040503050406030204" pitchFamily="18" charset="0"/>
                                <a:cs typeface="Times New Roman" panose="02020603050405020304" pitchFamily="18" charset="0"/>
                              </a:rPr>
                              <m:t>𝑁</m:t>
                            </m:r>
                          </m:e>
                          <m:sub>
                            <m:r>
                              <a:rPr lang="en-IN" b="0" i="1" dirty="0" smtClean="0">
                                <a:latin typeface="Cambria Math" panose="02040503050406030204" pitchFamily="18" charset="0"/>
                                <a:cs typeface="Times New Roman" panose="02020603050405020304" pitchFamily="18" charset="0"/>
                              </a:rPr>
                              <m:t>𝑢</m:t>
                            </m:r>
                          </m:sub>
                        </m:sSub>
                      </m:sup>
                      <m:e>
                        <m:sSup>
                          <m:sSupPr>
                            <m:ctrlPr>
                              <a:rPr lang="en-IN" i="1" dirty="0">
                                <a:latin typeface="Cambria Math" panose="02040503050406030204" pitchFamily="18" charset="0"/>
                                <a:cs typeface="Times New Roman" panose="02020603050405020304" pitchFamily="18" charset="0"/>
                              </a:rPr>
                            </m:ctrlPr>
                          </m:sSupPr>
                          <m:e>
                            <m:d>
                              <m:dPr>
                                <m:begChr m:val="|"/>
                                <m:endChr m:val="|"/>
                                <m:ctrlPr>
                                  <a:rPr lang="en-IN" i="1" dirty="0">
                                    <a:latin typeface="Cambria Math" panose="02040503050406030204" pitchFamily="18" charset="0"/>
                                    <a:cs typeface="Times New Roman" panose="02020603050405020304" pitchFamily="18" charset="0"/>
                                  </a:rPr>
                                </m:ctrlPr>
                              </m:dPr>
                              <m:e>
                                <m:acc>
                                  <m:accPr>
                                    <m:chr m:val="̂"/>
                                    <m:ctrlPr>
                                      <a:rPr lang="en-IN" i="1" dirty="0">
                                        <a:latin typeface="Cambria Math" panose="02040503050406030204" pitchFamily="18" charset="0"/>
                                      </a:rPr>
                                    </m:ctrlPr>
                                  </m:accPr>
                                  <m:e>
                                    <m:r>
                                      <a:rPr lang="en-IN" i="1" dirty="0">
                                        <a:latin typeface="Cambria Math" panose="02040503050406030204" pitchFamily="18" charset="0"/>
                                      </a:rPr>
                                      <m:t>𝑢</m:t>
                                    </m:r>
                                  </m:e>
                                </m:acc>
                                <m:d>
                                  <m:dPr>
                                    <m:ctrlPr>
                                      <a:rPr lang="en-IN" i="1">
                                        <a:latin typeface="Cambria Math" panose="02040503050406030204" pitchFamily="18" charset="0"/>
                                      </a:rPr>
                                    </m:ctrlPr>
                                  </m:dPr>
                                  <m:e>
                                    <m:r>
                                      <a:rPr lang="en-IN" i="1">
                                        <a:latin typeface="Cambria Math" panose="02040503050406030204" pitchFamily="18" charset="0"/>
                                      </a:rPr>
                                      <m:t>0,</m:t>
                                    </m:r>
                                    <m:r>
                                      <a:rPr lang="en-IN" i="1">
                                        <a:latin typeface="Cambria Math" panose="02040503050406030204" pitchFamily="18" charset="0"/>
                                      </a:rPr>
                                      <m:t>𝑡</m:t>
                                    </m:r>
                                  </m:e>
                                </m:d>
                                <m:r>
                                  <a:rPr lang="en-IN" i="1">
                                    <a:latin typeface="Cambria Math" panose="02040503050406030204" pitchFamily="18" charset="0"/>
                                  </a:rPr>
                                  <m:t>−</m:t>
                                </m:r>
                                <m:r>
                                  <a:rPr lang="en-IN" i="1">
                                    <a:latin typeface="Cambria Math" panose="02040503050406030204" pitchFamily="18" charset="0"/>
                                  </a:rPr>
                                  <m:t>𝑔</m:t>
                                </m:r>
                              </m:e>
                            </m:d>
                          </m:e>
                          <m:sup>
                            <m:r>
                              <a:rPr lang="en-IN" i="1" dirty="0">
                                <a:latin typeface="Cambria Math" panose="02040503050406030204" pitchFamily="18" charset="0"/>
                                <a:cs typeface="Times New Roman" panose="02020603050405020304" pitchFamily="18" charset="0"/>
                              </a:rPr>
                              <m:t>2</m:t>
                            </m:r>
                          </m:sup>
                        </m:sSup>
                      </m:e>
                    </m:nary>
                  </m:oMath>
                </a14:m>
                <a:r>
                  <a:rPr lang="en-IN" dirty="0">
                    <a:latin typeface="Times New Roman" panose="02020603050405020304" pitchFamily="18" charset="0"/>
                    <a:cs typeface="Times New Roman" panose="02020603050405020304" pitchFamily="18" charset="0"/>
                  </a:rPr>
                  <a:t>	</a:t>
                </a:r>
                <a:r>
                  <a:rPr lang="en-IN" dirty="0">
                    <a:cs typeface="Times New Roman" panose="02020603050405020304" pitchFamily="18" charset="0"/>
                  </a:rPr>
                  <a:t> </a:t>
                </a:r>
                <a14:m>
                  <m:oMath xmlns:m="http://schemas.openxmlformats.org/officeDocument/2006/math">
                    <m:sSub>
                      <m:sSubPr>
                        <m:ctrlPr>
                          <a:rPr lang="en-IN" i="1" dirty="0">
                            <a:latin typeface="Cambria Math" panose="02040503050406030204" pitchFamily="18" charset="0"/>
                            <a:cs typeface="Times New Roman" panose="02020603050405020304" pitchFamily="18" charset="0"/>
                          </a:rPr>
                        </m:ctrlPr>
                      </m:sSubPr>
                      <m:e>
                        <m:r>
                          <a:rPr lang="en-IN" i="1" dirty="0">
                            <a:latin typeface="Cambria Math" panose="02040503050406030204" pitchFamily="18" charset="0"/>
                            <a:cs typeface="Times New Roman" panose="02020603050405020304" pitchFamily="18" charset="0"/>
                          </a:rPr>
                          <m:t>𝑀𝑆𝐸</m:t>
                        </m:r>
                      </m:e>
                      <m:sub>
                        <m:r>
                          <a:rPr lang="en-IN" b="0" i="1" dirty="0" smtClean="0">
                            <a:latin typeface="Cambria Math" panose="02040503050406030204" pitchFamily="18" charset="0"/>
                            <a:cs typeface="Times New Roman" panose="02020603050405020304" pitchFamily="18" charset="0"/>
                          </a:rPr>
                          <m:t>𝐼</m:t>
                        </m:r>
                        <m:r>
                          <a:rPr lang="en-IN" i="1" dirty="0">
                            <a:latin typeface="Cambria Math" panose="02040503050406030204" pitchFamily="18" charset="0"/>
                            <a:cs typeface="Times New Roman" panose="02020603050405020304" pitchFamily="18" charset="0"/>
                          </a:rPr>
                          <m:t>𝐶</m:t>
                        </m:r>
                      </m:sub>
                    </m:sSub>
                    <m:r>
                      <a:rPr lang="en-IN" i="1" dirty="0">
                        <a:latin typeface="Cambria Math" panose="02040503050406030204" pitchFamily="18" charset="0"/>
                        <a:cs typeface="Times New Roman" panose="02020603050405020304" pitchFamily="18" charset="0"/>
                      </a:rPr>
                      <m:t>=</m:t>
                    </m:r>
                    <m:f>
                      <m:fPr>
                        <m:ctrlPr>
                          <a:rPr lang="en-IN" i="1" dirty="0">
                            <a:latin typeface="Cambria Math" panose="02040503050406030204" pitchFamily="18" charset="0"/>
                            <a:cs typeface="Times New Roman" panose="02020603050405020304" pitchFamily="18" charset="0"/>
                          </a:rPr>
                        </m:ctrlPr>
                      </m:fPr>
                      <m:num>
                        <m:r>
                          <a:rPr lang="en-IN" i="1" dirty="0">
                            <a:latin typeface="Cambria Math" panose="02040503050406030204" pitchFamily="18" charset="0"/>
                            <a:cs typeface="Times New Roman" panose="02020603050405020304" pitchFamily="18" charset="0"/>
                          </a:rPr>
                          <m:t>1</m:t>
                        </m:r>
                      </m:num>
                      <m:den>
                        <m:sSub>
                          <m:sSubPr>
                            <m:ctrlPr>
                              <a:rPr lang="en-IN" i="1" dirty="0">
                                <a:latin typeface="Cambria Math" panose="02040503050406030204" pitchFamily="18" charset="0"/>
                                <a:cs typeface="Times New Roman" panose="02020603050405020304" pitchFamily="18" charset="0"/>
                              </a:rPr>
                            </m:ctrlPr>
                          </m:sSubPr>
                          <m:e>
                            <m:r>
                              <a:rPr lang="en-IN" i="1" dirty="0">
                                <a:latin typeface="Cambria Math" panose="02040503050406030204" pitchFamily="18" charset="0"/>
                                <a:cs typeface="Times New Roman" panose="02020603050405020304" pitchFamily="18" charset="0"/>
                              </a:rPr>
                              <m:t>𝑁</m:t>
                            </m:r>
                          </m:e>
                          <m:sub>
                            <m:r>
                              <a:rPr lang="en-IN" i="1" dirty="0">
                                <a:latin typeface="Cambria Math" panose="02040503050406030204" pitchFamily="18" charset="0"/>
                                <a:cs typeface="Times New Roman" panose="02020603050405020304" pitchFamily="18" charset="0"/>
                              </a:rPr>
                              <m:t>𝑢</m:t>
                            </m:r>
                          </m:sub>
                        </m:sSub>
                      </m:den>
                    </m:f>
                    <m:nary>
                      <m:naryPr>
                        <m:chr m:val="∑"/>
                        <m:ctrlPr>
                          <a:rPr lang="en-IN" i="1" dirty="0">
                            <a:latin typeface="Cambria Math" panose="02040503050406030204" pitchFamily="18" charset="0"/>
                            <a:cs typeface="Times New Roman" panose="02020603050405020304" pitchFamily="18" charset="0"/>
                          </a:rPr>
                        </m:ctrlPr>
                      </m:naryPr>
                      <m:sub>
                        <m:r>
                          <m:rPr>
                            <m:brk m:alnAt="23"/>
                          </m:rPr>
                          <a:rPr lang="en-IN" i="1" dirty="0">
                            <a:latin typeface="Cambria Math" panose="02040503050406030204" pitchFamily="18" charset="0"/>
                            <a:cs typeface="Times New Roman" panose="02020603050405020304" pitchFamily="18" charset="0"/>
                          </a:rPr>
                          <m:t>𝑖</m:t>
                        </m:r>
                        <m:r>
                          <a:rPr lang="en-IN" i="1" dirty="0">
                            <a:latin typeface="Cambria Math" panose="02040503050406030204" pitchFamily="18" charset="0"/>
                            <a:cs typeface="Times New Roman" panose="02020603050405020304" pitchFamily="18" charset="0"/>
                          </a:rPr>
                          <m:t>=1</m:t>
                        </m:r>
                      </m:sub>
                      <m:sup>
                        <m:sSub>
                          <m:sSubPr>
                            <m:ctrlPr>
                              <a:rPr lang="en-IN" i="1" dirty="0">
                                <a:latin typeface="Cambria Math" panose="02040503050406030204" pitchFamily="18" charset="0"/>
                                <a:cs typeface="Times New Roman" panose="02020603050405020304" pitchFamily="18" charset="0"/>
                              </a:rPr>
                            </m:ctrlPr>
                          </m:sSubPr>
                          <m:e>
                            <m:r>
                              <a:rPr lang="en-IN" i="1" dirty="0">
                                <a:latin typeface="Cambria Math" panose="02040503050406030204" pitchFamily="18" charset="0"/>
                                <a:cs typeface="Times New Roman" panose="02020603050405020304" pitchFamily="18" charset="0"/>
                              </a:rPr>
                              <m:t>𝑁</m:t>
                            </m:r>
                          </m:e>
                          <m:sub>
                            <m:r>
                              <a:rPr lang="en-IN" i="1" dirty="0">
                                <a:latin typeface="Cambria Math" panose="02040503050406030204" pitchFamily="18" charset="0"/>
                                <a:cs typeface="Times New Roman" panose="02020603050405020304" pitchFamily="18" charset="0"/>
                              </a:rPr>
                              <m:t>𝑢</m:t>
                            </m:r>
                          </m:sub>
                        </m:sSub>
                      </m:sup>
                      <m:e>
                        <m:sSup>
                          <m:sSupPr>
                            <m:ctrlPr>
                              <a:rPr lang="en-IN" i="1" dirty="0">
                                <a:latin typeface="Cambria Math" panose="02040503050406030204" pitchFamily="18" charset="0"/>
                                <a:cs typeface="Times New Roman" panose="02020603050405020304" pitchFamily="18" charset="0"/>
                              </a:rPr>
                            </m:ctrlPr>
                          </m:sSupPr>
                          <m:e>
                            <m:d>
                              <m:dPr>
                                <m:begChr m:val="|"/>
                                <m:endChr m:val="|"/>
                                <m:ctrlPr>
                                  <a:rPr lang="en-IN" i="1" dirty="0">
                                    <a:latin typeface="Cambria Math" panose="02040503050406030204" pitchFamily="18" charset="0"/>
                                    <a:cs typeface="Times New Roman" panose="02020603050405020304" pitchFamily="18" charset="0"/>
                                  </a:rPr>
                                </m:ctrlPr>
                              </m:dPr>
                              <m:e>
                                <m:acc>
                                  <m:accPr>
                                    <m:chr m:val="̂"/>
                                    <m:ctrlPr>
                                      <a:rPr lang="en-IN" i="1" dirty="0">
                                        <a:latin typeface="Cambria Math" panose="02040503050406030204" pitchFamily="18" charset="0"/>
                                      </a:rPr>
                                    </m:ctrlPr>
                                  </m:accPr>
                                  <m:e>
                                    <m:r>
                                      <a:rPr lang="en-IN" i="1" dirty="0">
                                        <a:latin typeface="Cambria Math" panose="02040503050406030204" pitchFamily="18" charset="0"/>
                                      </a:rPr>
                                      <m:t>𝑢</m:t>
                                    </m:r>
                                  </m:e>
                                </m:acc>
                                <m:d>
                                  <m:dPr>
                                    <m:ctrlPr>
                                      <a:rPr lang="en-IN" i="1">
                                        <a:latin typeface="Cambria Math" panose="02040503050406030204" pitchFamily="18" charset="0"/>
                                      </a:rPr>
                                    </m:ctrlPr>
                                  </m:dPr>
                                  <m:e>
                                    <m:r>
                                      <a:rPr lang="en-IN" i="1">
                                        <a:latin typeface="Cambria Math" panose="02040503050406030204" pitchFamily="18" charset="0"/>
                                      </a:rPr>
                                      <m:t>𝑥</m:t>
                                    </m:r>
                                    <m:r>
                                      <a:rPr lang="en-IN" i="1">
                                        <a:latin typeface="Cambria Math" panose="02040503050406030204" pitchFamily="18" charset="0"/>
                                      </a:rPr>
                                      <m:t>,0</m:t>
                                    </m:r>
                                  </m:e>
                                </m:d>
                                <m:r>
                                  <a:rPr lang="en-IN" i="1">
                                    <a:latin typeface="Cambria Math" panose="02040503050406030204" pitchFamily="18" charset="0"/>
                                  </a:rPr>
                                  <m:t>−</m:t>
                                </m:r>
                                <m:r>
                                  <a:rPr lang="en-IN" i="1">
                                    <a:latin typeface="Cambria Math" panose="02040503050406030204" pitchFamily="18" charset="0"/>
                                  </a:rPr>
                                  <m:t>h</m:t>
                                </m:r>
                              </m:e>
                            </m:d>
                          </m:e>
                          <m:sup>
                            <m:r>
                              <a:rPr lang="en-IN" i="1" dirty="0">
                                <a:latin typeface="Cambria Math" panose="02040503050406030204" pitchFamily="18" charset="0"/>
                                <a:cs typeface="Times New Roman" panose="02020603050405020304" pitchFamily="18" charset="0"/>
                              </a:rPr>
                              <m:t>2</m:t>
                            </m:r>
                          </m:sup>
                        </m:sSup>
                      </m:e>
                    </m:nary>
                  </m:oMath>
                </a14:m>
                <a:endParaRPr lang="en-IN"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D54DD20A-069E-06B4-CE46-7793B158C378}"/>
                  </a:ext>
                </a:extLst>
              </p:cNvPr>
              <p:cNvSpPr txBox="1">
                <a:spLocks noRot="1" noChangeAspect="1" noMove="1" noResize="1" noEditPoints="1" noAdjustHandles="1" noChangeArrowheads="1" noChangeShapeType="1" noTextEdit="1"/>
              </p:cNvSpPr>
              <p:nvPr/>
            </p:nvSpPr>
            <p:spPr>
              <a:xfrm>
                <a:off x="0" y="1349939"/>
                <a:ext cx="12192000" cy="1603581"/>
              </a:xfrm>
              <a:prstGeom prst="rect">
                <a:avLst/>
              </a:prstGeom>
              <a:blipFill>
                <a:blip r:embed="rId4"/>
                <a:stretch>
                  <a:fillRect b="-32576"/>
                </a:stretch>
              </a:blipFill>
            </p:spPr>
            <p:txBody>
              <a:bodyPr/>
              <a:lstStyle/>
              <a:p>
                <a:r>
                  <a:rPr lang="en-IN">
                    <a:noFill/>
                  </a:rPr>
                  <a:t> </a:t>
                </a:r>
              </a:p>
            </p:txBody>
          </p:sp>
        </mc:Fallback>
      </mc:AlternateContent>
      <p:sp>
        <p:nvSpPr>
          <p:cNvPr id="26" name="TextBox 25">
            <a:extLst>
              <a:ext uri="{FF2B5EF4-FFF2-40B4-BE49-F238E27FC236}">
                <a16:creationId xmlns:a16="http://schemas.microsoft.com/office/drawing/2014/main" id="{3E25D176-0226-37BE-4643-849053CFEE96}"/>
              </a:ext>
            </a:extLst>
          </p:cNvPr>
          <p:cNvSpPr txBox="1"/>
          <p:nvPr/>
        </p:nvSpPr>
        <p:spPr>
          <a:xfrm>
            <a:off x="8815738" y="5508061"/>
            <a:ext cx="3194957" cy="276999"/>
          </a:xfrm>
          <a:prstGeom prst="rect">
            <a:avLst/>
          </a:prstGeom>
          <a:noFill/>
        </p:spPr>
        <p:txBody>
          <a:bodyPr wrap="square" rtlCol="0">
            <a:spAutoFit/>
          </a:bodyPr>
          <a:lstStyle/>
          <a:p>
            <a:pPr algn="ctr"/>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Fig. Distribution of training and residual points</a:t>
            </a: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2BF40BF-2730-3C95-C503-6827FEBDBB0F}"/>
                  </a:ext>
                </a:extLst>
              </p:cNvPr>
              <p:cNvSpPr txBox="1"/>
              <p:nvPr/>
            </p:nvSpPr>
            <p:spPr>
              <a:xfrm>
                <a:off x="0" y="2953520"/>
                <a:ext cx="8542378" cy="3495252"/>
              </a:xfrm>
              <a:prstGeom prst="rect">
                <a:avLst/>
              </a:prstGeom>
              <a:noFill/>
            </p:spPr>
            <p:txBody>
              <a:bodyPr wrap="square" rtlCol="0">
                <a:spAutoFit/>
              </a:bodyPr>
              <a:lstStyle/>
              <a:p>
                <a:pPr>
                  <a:lnSpc>
                    <a:spcPct val="120000"/>
                  </a:lnSpc>
                </a:pPr>
                <a:r>
                  <a:rPr lang="en-IN" b="1" u="sng" dirty="0">
                    <a:latin typeface="Times New Roman" panose="02020603050405020304" pitchFamily="18" charset="0"/>
                    <a:cs typeface="Times New Roman" panose="02020603050405020304" pitchFamily="18" charset="0"/>
                  </a:rPr>
                  <a:t>Steps</a:t>
                </a:r>
              </a:p>
              <a:p>
                <a:pPr marL="400050" indent="-400050">
                  <a:lnSpc>
                    <a:spcPct val="120000"/>
                  </a:lnSpc>
                  <a:buFont typeface="+mj-lt"/>
                  <a:buAutoNum type="romanUcPeriod"/>
                </a:pPr>
                <a:r>
                  <a:rPr lang="en-IN" sz="1600" dirty="0">
                    <a:latin typeface="Times New Roman" panose="02020603050405020304" pitchFamily="18" charset="0"/>
                    <a:cs typeface="Times New Roman" panose="02020603050405020304" pitchFamily="18" charset="0"/>
                  </a:rPr>
                  <a:t>Consider </a:t>
                </a:r>
                <a14:m>
                  <m:oMath xmlns:m="http://schemas.openxmlformats.org/officeDocument/2006/math">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  Independent parameters at the input layer </a:t>
                </a:r>
                <a14:m>
                  <m:oMath xmlns:m="http://schemas.openxmlformats.org/officeDocument/2006/math">
                    <m:r>
                      <a:rPr lang="en-IN" sz="1600" i="1" dirty="0" smtClean="0">
                        <a:latin typeface="Cambria Math" panose="02040503050406030204" pitchFamily="18" charset="0"/>
                        <a:cs typeface="Times New Roman" panose="02020603050405020304" pitchFamily="18" charset="0"/>
                      </a:rPr>
                      <m:t>(</m:t>
                    </m:r>
                    <m:r>
                      <a:rPr lang="en-IN" sz="1600" i="1" dirty="0" smtClean="0">
                        <a:latin typeface="Cambria Math" panose="02040503050406030204" pitchFamily="18" charset="0"/>
                        <a:cs typeface="Times New Roman" panose="02020603050405020304" pitchFamily="18" charset="0"/>
                      </a:rPr>
                      <m:t>𝑥</m:t>
                    </m:r>
                    <m:r>
                      <a:rPr lang="en-IN" sz="1600" i="1" dirty="0" smtClean="0">
                        <a:latin typeface="Cambria Math" panose="02040503050406030204" pitchFamily="18" charset="0"/>
                        <a:cs typeface="Times New Roman" panose="02020603050405020304" pitchFamily="18" charset="0"/>
                      </a:rPr>
                      <m:t>, </m:t>
                    </m:r>
                    <m:r>
                      <a:rPr lang="en-IN" sz="1600" i="1" dirty="0" smtClean="0">
                        <a:latin typeface="Cambria Math" panose="02040503050406030204" pitchFamily="18" charset="0"/>
                        <a:cs typeface="Times New Roman" panose="02020603050405020304" pitchFamily="18" charset="0"/>
                      </a:rPr>
                      <m:t>𝑡</m:t>
                    </m:r>
                    <m:r>
                      <a:rPr lang="en-IN" sz="1600" i="1" dirty="0" smtClean="0">
                        <a:latin typeface="Cambria Math" panose="02040503050406030204" pitchFamily="18" charset="0"/>
                        <a:cs typeface="Times New Roman" panose="02020603050405020304" pitchFamily="18" charset="0"/>
                      </a:rPr>
                      <m:t>)</m:t>
                    </m:r>
                  </m:oMath>
                </a14:m>
                <a:endParaRPr lang="en-IN" sz="1600" dirty="0">
                  <a:latin typeface="Times New Roman" panose="02020603050405020304" pitchFamily="18" charset="0"/>
                  <a:cs typeface="Times New Roman" panose="02020603050405020304" pitchFamily="18" charset="0"/>
                </a:endParaRPr>
              </a:p>
              <a:p>
                <a:pPr>
                  <a:lnSpc>
                    <a:spcPct val="120000"/>
                  </a:lnSpc>
                </a:pPr>
                <a:r>
                  <a:rPr lang="en-IN" sz="1600" dirty="0">
                    <a:latin typeface="Times New Roman" panose="02020603050405020304" pitchFamily="18" charset="0"/>
                    <a:cs typeface="Times New Roman" panose="02020603050405020304" pitchFamily="18" charset="0"/>
                  </a:rPr>
                  <a:t>	     </a:t>
                </a:r>
                <a14:m>
                  <m:oMath xmlns:m="http://schemas.openxmlformats.org/officeDocument/2006/math">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  Dependent parameter at the output layer </a:t>
                </a:r>
                <a14:m>
                  <m:oMath xmlns:m="http://schemas.openxmlformats.org/officeDocument/2006/math">
                    <m:r>
                      <a:rPr lang="en-IN" sz="1600" i="1" dirty="0" smtClean="0">
                        <a:latin typeface="Cambria Math" panose="02040503050406030204" pitchFamily="18" charset="0"/>
                        <a:cs typeface="Times New Roman" panose="02020603050405020304" pitchFamily="18" charset="0"/>
                      </a:rPr>
                      <m:t>(</m:t>
                    </m:r>
                    <m:acc>
                      <m:accPr>
                        <m:chr m:val="̂"/>
                        <m:ctrlPr>
                          <a:rPr lang="en-IN" sz="1600" i="1" dirty="0" smtClean="0">
                            <a:latin typeface="Cambria Math" panose="02040503050406030204" pitchFamily="18" charset="0"/>
                            <a:cs typeface="Times New Roman" panose="02020603050405020304" pitchFamily="18" charset="0"/>
                          </a:rPr>
                        </m:ctrlPr>
                      </m:accPr>
                      <m:e>
                        <m:r>
                          <a:rPr lang="en-IN" sz="1600" b="0" i="1" dirty="0" smtClean="0">
                            <a:latin typeface="Cambria Math" panose="02040503050406030204" pitchFamily="18" charset="0"/>
                            <a:cs typeface="Times New Roman" panose="02020603050405020304" pitchFamily="18" charset="0"/>
                          </a:rPr>
                          <m:t>𝑢</m:t>
                        </m:r>
                      </m:e>
                    </m:acc>
                    <m:r>
                      <a:rPr lang="en-IN" sz="1600" i="1" dirty="0" smtClean="0">
                        <a:latin typeface="Cambria Math" panose="02040503050406030204" pitchFamily="18" charset="0"/>
                        <a:cs typeface="Times New Roman" panose="02020603050405020304" pitchFamily="18" charset="0"/>
                      </a:rPr>
                      <m:t>)</m:t>
                    </m:r>
                  </m:oMath>
                </a14:m>
                <a:endParaRPr lang="en-IN" sz="1600" dirty="0">
                  <a:latin typeface="Times New Roman" panose="02020603050405020304" pitchFamily="18" charset="0"/>
                  <a:cs typeface="Times New Roman" panose="02020603050405020304" pitchFamily="18" charset="0"/>
                </a:endParaRPr>
              </a:p>
              <a:p>
                <a:pPr marL="400050" indent="-400050">
                  <a:lnSpc>
                    <a:spcPct val="120000"/>
                  </a:lnSpc>
                  <a:buFont typeface="+mj-lt"/>
                  <a:buAutoNum type="romanUcPeriod" startAt="2"/>
                </a:pPr>
                <a:r>
                  <a:rPr lang="en-IN" sz="1600" dirty="0">
                    <a:latin typeface="Times New Roman" panose="02020603050405020304" pitchFamily="18" charset="0"/>
                    <a:cs typeface="Times New Roman" panose="02020603050405020304" pitchFamily="18" charset="0"/>
                  </a:rPr>
                  <a:t>Generate Residual &amp; Training Points</a:t>
                </a:r>
              </a:p>
              <a:p>
                <a:pPr marL="400050" indent="-400050">
                  <a:lnSpc>
                    <a:spcPct val="120000"/>
                  </a:lnSpc>
                  <a:buFont typeface="+mj-lt"/>
                  <a:buAutoNum type="romanUcPeriod" startAt="2"/>
                </a:pPr>
                <a:r>
                  <a:rPr lang="en-IN" sz="1600" dirty="0">
                    <a:latin typeface="Times New Roman" panose="02020603050405020304" pitchFamily="18" charset="0"/>
                    <a:cs typeface="Times New Roman" panose="02020603050405020304" pitchFamily="18" charset="0"/>
                  </a:rPr>
                  <a:t>Initial Guess </a:t>
                </a:r>
                <a14:m>
                  <m:oMath xmlns:m="http://schemas.openxmlformats.org/officeDocument/2006/math">
                    <m:r>
                      <a:rPr lang="en-IN" sz="1600" i="1" dirty="0" smtClean="0">
                        <a:latin typeface="Cambria Math" panose="02040503050406030204" pitchFamily="18" charset="0"/>
                        <a:cs typeface="Times New Roman" panose="02020603050405020304" pitchFamily="18" charset="0"/>
                      </a:rPr>
                      <m:t>(</m:t>
                    </m:r>
                    <m:r>
                      <a:rPr lang="en-IN" sz="1600" i="1" dirty="0" err="1" smtClean="0">
                        <a:latin typeface="Cambria Math" panose="02040503050406030204" pitchFamily="18" charset="0"/>
                        <a:cs typeface="Times New Roman" panose="02020603050405020304" pitchFamily="18" charset="0"/>
                      </a:rPr>
                      <m:t>𝑖</m:t>
                    </m:r>
                    <m:r>
                      <a:rPr lang="en-IN" sz="1600" i="1" dirty="0" smtClean="0">
                        <a:latin typeface="Cambria Math" panose="02040503050406030204" pitchFamily="18" charset="0"/>
                        <a:cs typeface="Times New Roman" panose="02020603050405020304" pitchFamily="18" charset="0"/>
                      </a:rPr>
                      <m:t>=0)</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smtClean="0">
                        <a:latin typeface="Cambria Math" panose="02040503050406030204" pitchFamily="18" charset="0"/>
                        <a:ea typeface="Cambria Math" panose="02040503050406030204" pitchFamily="18" charset="0"/>
                        <a:cs typeface="Times New Roman" panose="02020603050405020304" pitchFamily="18" charset="0"/>
                      </a:rPr>
                      <m:t>𝜃</m:t>
                    </m:r>
                    <m:r>
                      <a:rPr lang="en-IN" sz="1600" i="1" dirty="0" smtClean="0">
                        <a:latin typeface="Cambria Math" panose="02040503050406030204" pitchFamily="18" charset="0"/>
                        <a:cs typeface="Times New Roman" panose="02020603050405020304" pitchFamily="18" charset="0"/>
                      </a:rPr>
                      <m:t>(</m:t>
                    </m:r>
                    <m:r>
                      <a:rPr lang="en-IN" sz="1600" b="1" i="1" dirty="0" err="1" smtClean="0">
                        <a:latin typeface="Cambria Math" panose="02040503050406030204" pitchFamily="18" charset="0"/>
                        <a:cs typeface="Times New Roman" panose="02020603050405020304" pitchFamily="18" charset="0"/>
                      </a:rPr>
                      <m:t>𝑾</m:t>
                    </m:r>
                    <m:r>
                      <a:rPr lang="en-IN" sz="1600" i="1" dirty="0" err="1" smtClean="0">
                        <a:latin typeface="Cambria Math" panose="02040503050406030204" pitchFamily="18" charset="0"/>
                        <a:cs typeface="Times New Roman" panose="02020603050405020304" pitchFamily="18" charset="0"/>
                      </a:rPr>
                      <m:t>,</m:t>
                    </m:r>
                    <m:r>
                      <a:rPr lang="en-IN" sz="1600" i="1" dirty="0" err="1" smtClean="0">
                        <a:latin typeface="Cambria Math" panose="02040503050406030204" pitchFamily="18" charset="0"/>
                        <a:cs typeface="Times New Roman" panose="02020603050405020304" pitchFamily="18" charset="0"/>
                      </a:rPr>
                      <m:t>𝑏</m:t>
                    </m:r>
                    <m:r>
                      <a:rPr lang="en-IN" sz="1600" i="1" dirty="0" smtClean="0">
                        <a:latin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			</a:t>
                </a:r>
                <a14:m>
                  <m:oMath xmlns:m="http://schemas.openxmlformats.org/officeDocument/2006/math">
                    <m:r>
                      <a:rPr lang="en-IN" sz="1600" i="1" dirty="0" smtClean="0">
                        <a:solidFill>
                          <a:schemeClr val="tx1">
                            <a:lumMod val="50000"/>
                            <a:lumOff val="50000"/>
                          </a:schemeClr>
                        </a:solidFill>
                        <a:latin typeface="Cambria Math" panose="02040503050406030204" pitchFamily="18" charset="0"/>
                        <a:cs typeface="Times New Roman" panose="02020603050405020304" pitchFamily="18" charset="0"/>
                      </a:rPr>
                      <m:t>𝑖</m:t>
                    </m:r>
                  </m:oMath>
                </a14:m>
                <a:r>
                  <a:rPr lang="en-IN" sz="1600" dirty="0">
                    <a:solidFill>
                      <a:schemeClr val="tx1">
                        <a:lumMod val="50000"/>
                        <a:lumOff val="50000"/>
                      </a:schemeClr>
                    </a:solidFill>
                    <a:latin typeface="Times New Roman" panose="02020603050405020304" pitchFamily="18" charset="0"/>
                    <a:cs typeface="Times New Roman" panose="02020603050405020304" pitchFamily="18" charset="0"/>
                  </a:rPr>
                  <a:t> is number of iterations</a:t>
                </a:r>
                <a:endParaRPr lang="en-IN" sz="1600" dirty="0">
                  <a:latin typeface="Times New Roman" panose="02020603050405020304" pitchFamily="18" charset="0"/>
                  <a:cs typeface="Times New Roman" panose="02020603050405020304" pitchFamily="18" charset="0"/>
                </a:endParaRPr>
              </a:p>
              <a:p>
                <a:pPr marL="400050" indent="-400050">
                  <a:lnSpc>
                    <a:spcPct val="120000"/>
                  </a:lnSpc>
                  <a:buFont typeface="+mj-lt"/>
                  <a:buAutoNum type="romanUcPeriod" startAt="2"/>
                </a:pPr>
                <a:r>
                  <a:rPr lang="en-IN" sz="1600" dirty="0">
                    <a:latin typeface="Times New Roman" panose="02020603050405020304" pitchFamily="18" charset="0"/>
                    <a:cs typeface="Times New Roman" panose="02020603050405020304" pitchFamily="18" charset="0"/>
                  </a:rPr>
                  <a:t>Predict Dependent Parameters</a:t>
                </a:r>
                <a:r>
                  <a:rPr lang="en-IN" sz="1600" dirty="0">
                    <a:ea typeface="Cambria Math" panose="02040503050406030204" pitchFamily="18" charset="0"/>
                    <a:cs typeface="Times New Roman" panose="02020603050405020304" pitchFamily="18" charset="0"/>
                  </a:rPr>
                  <a:t> </a:t>
                </a:r>
                <a14:m>
                  <m:oMath xmlns:m="http://schemas.openxmlformats.org/officeDocument/2006/math">
                    <m:r>
                      <a:rPr lang="en-IN" sz="16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acc>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		</a:t>
                </a:r>
                <a:r>
                  <a:rPr lang="en-IN" sz="1600" dirty="0">
                    <a:solidFill>
                      <a:schemeClr val="tx1">
                        <a:lumMod val="50000"/>
                        <a:lumOff val="50000"/>
                      </a:schemeClr>
                    </a:solidFill>
                    <a:latin typeface="Times New Roman" panose="02020603050405020304" pitchFamily="18" charset="0"/>
                    <a:cs typeface="Times New Roman" panose="02020603050405020304" pitchFamily="18" charset="0"/>
                  </a:rPr>
                  <a:t>Forward Pass</a:t>
                </a:r>
              </a:p>
              <a:p>
                <a:pPr marL="400050" indent="-400050">
                  <a:lnSpc>
                    <a:spcPct val="120000"/>
                  </a:lnSpc>
                  <a:buFont typeface="+mj-lt"/>
                  <a:buAutoNum type="romanUcPeriod" startAt="2"/>
                </a:pPr>
                <a:r>
                  <a:rPr lang="en-IN" sz="1600" dirty="0">
                    <a:latin typeface="Times New Roman" panose="02020603050405020304" pitchFamily="18" charset="0"/>
                    <a:cs typeface="Times New Roman" panose="02020603050405020304" pitchFamily="18" charset="0"/>
                  </a:rPr>
                  <a:t>Calculate Derivative </a:t>
                </a:r>
                <a14:m>
                  <m:oMath xmlns:m="http://schemas.openxmlformats.org/officeDocument/2006/math">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m:t>
                    </m:r>
                    <m:f>
                      <m:f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𝑑</m:t>
                        </m:r>
                        <m:acc>
                          <m:accPr>
                            <m: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acc>
                      </m:num>
                      <m:den>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𝑑𝑥</m:t>
                        </m:r>
                      </m:den>
                    </m:f>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𝑑</m:t>
                        </m:r>
                        <m:acc>
                          <m:accPr>
                            <m: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acc>
                      </m:num>
                      <m:den>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𝑑𝑥𝑥</m:t>
                        </m:r>
                      </m:den>
                    </m:f>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𝑑</m:t>
                        </m:r>
                        <m:acc>
                          <m:accPr>
                            <m: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acc>
                      </m:num>
                      <m:den>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𝑑𝑡</m:t>
                        </m:r>
                      </m:den>
                    </m:f>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 and etc.</a:t>
                </a:r>
              </a:p>
              <a:p>
                <a:pPr marL="400050" indent="-400050">
                  <a:lnSpc>
                    <a:spcPct val="120000"/>
                  </a:lnSpc>
                  <a:buFont typeface="+mj-lt"/>
                  <a:buAutoNum type="romanUcPeriod" startAt="2"/>
                </a:pPr>
                <a:r>
                  <a:rPr lang="en-IN" sz="1600" dirty="0">
                    <a:latin typeface="Times New Roman" panose="02020603050405020304" pitchFamily="18" charset="0"/>
                    <a:cs typeface="Times New Roman" panose="02020603050405020304" pitchFamily="18" charset="0"/>
                  </a:rPr>
                  <a:t>Calculate Loss</a:t>
                </a:r>
                <a:r>
                  <a:rPr lang="en-IN" sz="1600" dirty="0">
                    <a:ea typeface="Cambria Math" panose="02040503050406030204" pitchFamily="18" charset="0"/>
                    <a:cs typeface="Times New Roman" panose="02020603050405020304" pitchFamily="18" charset="0"/>
                  </a:rPr>
                  <a:t> </a:t>
                </a:r>
                <a14:m>
                  <m:oMath xmlns:m="http://schemas.openxmlformats.org/officeDocument/2006/math">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𝑀𝑆𝐸</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𝑃𝐷𝐸</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𝑀𝑆𝐸</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𝐵𝐶</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𝑀𝑆𝐸</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𝐼𝐶</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𝑀𝑆𝐸</m:t>
                        </m:r>
                      </m:e>
                      <m:sub>
                        <m:r>
                          <a:rPr lang="en-IN" sz="1600" b="0" i="1" dirty="0" smtClean="0">
                            <a:latin typeface="Cambria Math" panose="02040503050406030204" pitchFamily="18" charset="0"/>
                            <a:cs typeface="Times New Roman" panose="02020603050405020304" pitchFamily="18" charset="0"/>
                          </a:rPr>
                          <m:t>𝑇𝑜𝑡𝑎𝑙</m:t>
                        </m:r>
                        <m:r>
                          <a:rPr lang="en-IN" sz="1600" b="0" i="1" dirty="0" smtClean="0">
                            <a:latin typeface="Cambria Math" panose="02040503050406030204" pitchFamily="18" charset="0"/>
                            <a:cs typeface="Times New Roman" panose="02020603050405020304" pitchFamily="18" charset="0"/>
                          </a:rPr>
                          <m:t> </m:t>
                        </m:r>
                        <m:r>
                          <a:rPr lang="en-IN" sz="1600" b="0" i="1" dirty="0" smtClean="0">
                            <a:latin typeface="Cambria Math" panose="02040503050406030204" pitchFamily="18" charset="0"/>
                            <a:cs typeface="Times New Roman" panose="02020603050405020304" pitchFamily="18" charset="0"/>
                          </a:rPr>
                          <m:t>𝐿𝑜𝑠𝑠</m:t>
                        </m:r>
                      </m:sub>
                    </m:sSub>
                  </m:oMath>
                </a14:m>
                <a:endParaRPr lang="en-IN" sz="1600" dirty="0">
                  <a:latin typeface="Times New Roman" panose="02020603050405020304" pitchFamily="18" charset="0"/>
                  <a:cs typeface="Times New Roman" panose="02020603050405020304" pitchFamily="18" charset="0"/>
                </a:endParaRPr>
              </a:p>
              <a:p>
                <a:pPr marL="400050" indent="-400050">
                  <a:lnSpc>
                    <a:spcPct val="120000"/>
                  </a:lnSpc>
                  <a:buFont typeface="+mj-lt"/>
                  <a:buAutoNum type="romanUcPeriod" startAt="2"/>
                </a:pPr>
                <a:r>
                  <a:rPr lang="en-IN" sz="1600" dirty="0">
                    <a:latin typeface="Times New Roman" panose="02020603050405020304" pitchFamily="18" charset="0"/>
                    <a:cs typeface="Times New Roman" panose="02020603050405020304" pitchFamily="18" charset="0"/>
                  </a:rPr>
                  <a:t>Check Convergence </a:t>
                </a:r>
                <a14:m>
                  <m:oMath xmlns:m="http://schemas.openxmlformats.org/officeDocument/2006/math">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𝒊𝒇</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𝑀𝑆𝐸</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𝑇𝑜𝑡𝑎𝑙</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𝑇𝑜𝑙𝑒𝑟𝑎𝑛𝑐𝑒</m:t>
                    </m:r>
                  </m:oMath>
                </a14:m>
                <a:r>
                  <a:rPr lang="en-IN" sz="1600" dirty="0">
                    <a:latin typeface="Times New Roman" panose="02020603050405020304" pitchFamily="18" charset="0"/>
                    <a:cs typeface="Times New Roman" panose="02020603050405020304" pitchFamily="18" charset="0"/>
                  </a:rPr>
                  <a:t>		Update </a:t>
                </a:r>
                <a14:m>
                  <m:oMath xmlns:m="http://schemas.openxmlformats.org/officeDocument/2006/math">
                    <m: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t>𝜃</m:t>
                    </m:r>
                  </m:oMath>
                </a14:m>
                <a:r>
                  <a:rPr lang="en-IN" sz="1600" dirty="0">
                    <a:latin typeface="Times New Roman" panose="02020603050405020304" pitchFamily="18" charset="0"/>
                    <a:cs typeface="Times New Roman" panose="02020603050405020304" pitchFamily="18" charset="0"/>
                  </a:rPr>
                  <a:t> &amp; return to step (IV)</a:t>
                </a:r>
              </a:p>
              <a:p>
                <a:pPr>
                  <a:lnSpc>
                    <a:spcPct val="120000"/>
                  </a:lnSpc>
                </a:pPr>
                <a:r>
                  <a:rPr lang="en-IN" sz="1600" dirty="0">
                    <a:latin typeface="Times New Roman" panose="02020603050405020304" pitchFamily="18" charset="0"/>
                    <a:cs typeface="Times New Roman" panose="02020603050405020304" pitchFamily="18" charset="0"/>
                  </a:rPr>
                  <a:t>		     </a:t>
                </a:r>
                <a14:m>
                  <m:oMath xmlns:m="http://schemas.openxmlformats.org/officeDocument/2006/math">
                    <m:r>
                      <a:rPr lang="en-IN" sz="1600" b="1" i="1" dirty="0" smtClean="0">
                        <a:latin typeface="Cambria Math" panose="02040503050406030204" pitchFamily="18" charset="0"/>
                        <a:cs typeface="Times New Roman" panose="02020603050405020304" pitchFamily="18" charset="0"/>
                      </a:rPr>
                      <m:t>𝒆𝒍𝒔𝒆</m:t>
                    </m:r>
                    <m:r>
                      <a:rPr lang="en-IN" sz="1600" b="0" i="1" dirty="0" smtClean="0">
                        <a:latin typeface="Cambria Math" panose="02040503050406030204" pitchFamily="18" charset="0"/>
                        <a:cs typeface="Times New Roman" panose="02020603050405020304" pitchFamily="18" charset="0"/>
                      </a:rPr>
                      <m:t> </m:t>
                    </m:r>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𝑀𝑆𝐸</m:t>
                        </m:r>
                      </m:e>
                      <m:sub>
                        <m:r>
                          <a:rPr lang="en-IN" sz="1600" b="0" i="1" dirty="0" smtClean="0">
                            <a:latin typeface="Cambria Math" panose="02040503050406030204" pitchFamily="18" charset="0"/>
                            <a:cs typeface="Times New Roman" panose="02020603050405020304" pitchFamily="18" charset="0"/>
                          </a:rPr>
                          <m:t>𝑇𝑜𝑡𝑎𝑙</m:t>
                        </m:r>
                      </m:sub>
                    </m:sSub>
                    <m: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𝑇𝑜𝑙𝑒𝑟𝑎𝑛𝑐𝑒</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 </m:t>
                    </m:r>
                    <m:r>
                      <a:rPr lang="en-IN" sz="1600" b="1" i="1" dirty="0" smtClean="0">
                        <a:latin typeface="Cambria Math" panose="02040503050406030204" pitchFamily="18" charset="0"/>
                        <a:ea typeface="Cambria Math" panose="02040503050406030204" pitchFamily="18" charset="0"/>
                        <a:cs typeface="Times New Roman" panose="02020603050405020304" pitchFamily="18" charset="0"/>
                      </a:rPr>
                      <m:t>𝑶𝑹</m:t>
                    </m:r>
                    <m:r>
                      <a:rPr lang="en-IN" sz="1600" b="1" i="1" dirty="0" smtClean="0">
                        <a:latin typeface="Cambria Math" panose="02040503050406030204" pitchFamily="18" charset="0"/>
                        <a:ea typeface="Cambria Math" panose="02040503050406030204" pitchFamily="18" charset="0"/>
                        <a:cs typeface="Times New Roman" panose="02020603050405020304" pitchFamily="18" charset="0"/>
                      </a:rPr>
                      <m:t> </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𝑖</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𝑚𝑎𝑥</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 </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𝑖𝑡𝑒𝑟</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IN" sz="1600" b="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20000"/>
                  </a:lnSpc>
                </a:pPr>
                <a:r>
                  <a:rPr lang="en-IN" sz="1600" b="0" dirty="0">
                    <a:latin typeface="Times New Roman" panose="02020603050405020304" pitchFamily="18" charset="0"/>
                    <a:ea typeface="Cambria Math" panose="02040503050406030204" pitchFamily="18" charset="0"/>
                    <a:cs typeface="Times New Roman" panose="02020603050405020304" pitchFamily="18" charset="0"/>
                  </a:rPr>
                  <a:t>		              Predict </a:t>
                </a:r>
                <a14:m>
                  <m:oMath xmlns:m="http://schemas.openxmlformats.org/officeDocument/2006/math">
                    <m:acc>
                      <m:accPr>
                        <m:chr m:val="̂"/>
                        <m:ctrlP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𝑢</m:t>
                        </m:r>
                      </m:e>
                    </m:acc>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𝑡</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m:t>
                    </m:r>
                  </m:oMath>
                </a14:m>
                <a:endParaRPr lang="en-IN" sz="1600" b="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32" name="TextBox 31">
                <a:extLst>
                  <a:ext uri="{FF2B5EF4-FFF2-40B4-BE49-F238E27FC236}">
                    <a16:creationId xmlns:a16="http://schemas.microsoft.com/office/drawing/2014/main" id="{72BF40BF-2730-3C95-C503-6827FEBDBB0F}"/>
                  </a:ext>
                </a:extLst>
              </p:cNvPr>
              <p:cNvSpPr txBox="1">
                <a:spLocks noRot="1" noChangeAspect="1" noMove="1" noResize="1" noEditPoints="1" noAdjustHandles="1" noChangeArrowheads="1" noChangeShapeType="1" noTextEdit="1"/>
              </p:cNvSpPr>
              <p:nvPr/>
            </p:nvSpPr>
            <p:spPr>
              <a:xfrm>
                <a:off x="0" y="2953520"/>
                <a:ext cx="8542378" cy="3495252"/>
              </a:xfrm>
              <a:prstGeom prst="rect">
                <a:avLst/>
              </a:prstGeom>
              <a:blipFill>
                <a:blip r:embed="rId6"/>
                <a:stretch>
                  <a:fillRect l="-571" t="-175" b="-1396"/>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E1F2FA80-8AA9-4B16-D846-1C3E7D27A96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88456" y="3398259"/>
            <a:ext cx="2049522" cy="2109802"/>
          </a:xfrm>
          <a:prstGeom prst="rect">
            <a:avLst/>
          </a:prstGeom>
        </p:spPr>
      </p:pic>
      <p:sp>
        <p:nvSpPr>
          <p:cNvPr id="9" name="TextBox 8">
            <a:extLst>
              <a:ext uri="{FF2B5EF4-FFF2-40B4-BE49-F238E27FC236}">
                <a16:creationId xmlns:a16="http://schemas.microsoft.com/office/drawing/2014/main" id="{1FD4B6B8-221E-BB8D-DA51-E4C893156B86}"/>
              </a:ext>
            </a:extLst>
          </p:cNvPr>
          <p:cNvSpPr txBox="1"/>
          <p:nvPr/>
        </p:nvSpPr>
        <p:spPr>
          <a:xfrm>
            <a:off x="0" y="6596390"/>
            <a:ext cx="6123214" cy="261610"/>
          </a:xfrm>
          <a:prstGeom prst="rect">
            <a:avLst/>
          </a:prstGeom>
          <a:noFill/>
        </p:spPr>
        <p:txBody>
          <a:bodyPr wrap="square">
            <a:spAutoFit/>
          </a:bodyPr>
          <a:lstStyle/>
          <a:p>
            <a:r>
              <a:rPr lang="en-IN" sz="1100" dirty="0">
                <a:solidFill>
                  <a:schemeClr val="tx1">
                    <a:lumMod val="50000"/>
                    <a:lumOff val="50000"/>
                  </a:schemeClr>
                </a:solidFill>
                <a:latin typeface="Times New Roman" panose="02020603050405020304" pitchFamily="18" charset="0"/>
                <a:cs typeface="Times New Roman" panose="02020603050405020304" pitchFamily="18" charset="0"/>
              </a:rPr>
              <a:t>[2] Kumar, Siddharth. (2017). On weight initialization in deep neural networks. </a:t>
            </a:r>
          </a:p>
        </p:txBody>
      </p:sp>
    </p:spTree>
    <p:extLst>
      <p:ext uri="{BB962C8B-B14F-4D97-AF65-F5344CB8AC3E}">
        <p14:creationId xmlns:p14="http://schemas.microsoft.com/office/powerpoint/2010/main" val="546000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B972D7D-6374-CFF8-2653-EB5B0FD0D349}"/>
              </a:ext>
            </a:extLst>
          </p:cNvPr>
          <p:cNvSpPr/>
          <p:nvPr/>
        </p:nvSpPr>
        <p:spPr>
          <a:xfrm>
            <a:off x="1796143" y="4677648"/>
            <a:ext cx="6447165" cy="1898277"/>
          </a:xfrm>
          <a:prstGeom prst="rect">
            <a:avLst/>
          </a:prstGeom>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1D7B5DD-2BF3-301C-0A9F-37C1C5B03748}"/>
                  </a:ext>
                </a:extLst>
              </p:cNvPr>
              <p:cNvSpPr txBox="1"/>
              <p:nvPr/>
            </p:nvSpPr>
            <p:spPr>
              <a:xfrm>
                <a:off x="918340" y="4677650"/>
                <a:ext cx="7923681" cy="18982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dirty="0" smtClean="0">
                              <a:latin typeface="Cambria Math" panose="02040503050406030204" pitchFamily="18" charset="0"/>
                            </a:rPr>
                          </m:ctrlPr>
                        </m:sSubPr>
                        <m:e>
                          <m:r>
                            <a:rPr lang="en-IN" sz="1600" b="0" i="1" dirty="0" smtClean="0">
                              <a:latin typeface="Cambria Math" panose="02040503050406030204" pitchFamily="18" charset="0"/>
                            </a:rPr>
                            <m:t>𝑀𝑆𝐸</m:t>
                          </m:r>
                        </m:e>
                        <m:sub>
                          <m:r>
                            <a:rPr lang="en-IN" sz="1600" b="0" i="1" dirty="0" smtClean="0">
                              <a:latin typeface="Cambria Math" panose="02040503050406030204" pitchFamily="18" charset="0"/>
                            </a:rPr>
                            <m:t>𝑇𝑜𝑡𝑎𝑙</m:t>
                          </m:r>
                          <m:r>
                            <a:rPr lang="en-IN" sz="1600" b="0" i="1" dirty="0" smtClean="0">
                              <a:latin typeface="Cambria Math" panose="02040503050406030204" pitchFamily="18" charset="0"/>
                            </a:rPr>
                            <m:t> </m:t>
                          </m:r>
                          <m:r>
                            <a:rPr lang="en-IN" sz="1600" b="0" i="1" dirty="0" smtClean="0">
                              <a:latin typeface="Cambria Math" panose="02040503050406030204" pitchFamily="18" charset="0"/>
                            </a:rPr>
                            <m:t>𝐿𝑜𝑠𝑠</m:t>
                          </m:r>
                        </m:sub>
                      </m:sSub>
                      <m:r>
                        <a:rPr lang="en-IN" sz="1600" b="0" i="1" dirty="0" smtClean="0">
                          <a:latin typeface="Cambria Math" panose="02040503050406030204" pitchFamily="18" charset="0"/>
                        </a:rPr>
                        <m:t>=</m:t>
                      </m:r>
                      <m:sSub>
                        <m:sSubPr>
                          <m:ctrlPr>
                            <a:rPr lang="en-IN" sz="1600" b="0" i="1" dirty="0" smtClean="0">
                              <a:latin typeface="Cambria Math" panose="02040503050406030204" pitchFamily="18" charset="0"/>
                            </a:rPr>
                          </m:ctrlPr>
                        </m:sSubPr>
                        <m:e>
                          <m:r>
                            <a:rPr lang="en-IN" sz="1600" b="0" i="1" dirty="0" smtClean="0">
                              <a:latin typeface="Cambria Math" panose="02040503050406030204" pitchFamily="18" charset="0"/>
                            </a:rPr>
                            <m:t>𝑀𝑆𝐸</m:t>
                          </m:r>
                        </m:e>
                        <m:sub>
                          <m:r>
                            <a:rPr lang="en-IN" sz="1600" b="0" i="1" dirty="0" smtClean="0">
                              <a:latin typeface="Cambria Math" panose="02040503050406030204" pitchFamily="18" charset="0"/>
                            </a:rPr>
                            <m:t>𝑃𝐷𝐸</m:t>
                          </m:r>
                        </m:sub>
                      </m:sSub>
                      <m:r>
                        <a:rPr lang="en-IN" sz="1600" b="0" i="1" dirty="0" smtClean="0">
                          <a:latin typeface="Cambria Math" panose="02040503050406030204" pitchFamily="18" charset="0"/>
                        </a:rPr>
                        <m:t>+</m:t>
                      </m:r>
                      <m:sSub>
                        <m:sSubPr>
                          <m:ctrlPr>
                            <a:rPr lang="en-IN" sz="1600" b="0" i="1" dirty="0" smtClean="0">
                              <a:latin typeface="Cambria Math" panose="02040503050406030204" pitchFamily="18" charset="0"/>
                            </a:rPr>
                          </m:ctrlPr>
                        </m:sSubPr>
                        <m:e>
                          <m:r>
                            <a:rPr lang="en-IN" sz="1600" b="0" i="1" dirty="0" smtClean="0">
                              <a:latin typeface="Cambria Math" panose="02040503050406030204" pitchFamily="18" charset="0"/>
                            </a:rPr>
                            <m:t>𝑀𝑆𝐸</m:t>
                          </m:r>
                        </m:e>
                        <m:sub>
                          <m:r>
                            <a:rPr lang="en-IN" sz="1600" b="0" i="1" dirty="0" smtClean="0">
                              <a:latin typeface="Cambria Math" panose="02040503050406030204" pitchFamily="18" charset="0"/>
                            </a:rPr>
                            <m:t>𝐼𝐶</m:t>
                          </m:r>
                        </m:sub>
                      </m:sSub>
                      <m:r>
                        <a:rPr lang="en-IN" sz="1600" b="0" i="1" dirty="0" smtClean="0">
                          <a:latin typeface="Cambria Math" panose="02040503050406030204" pitchFamily="18" charset="0"/>
                        </a:rPr>
                        <m:t>+</m:t>
                      </m:r>
                      <m:sSub>
                        <m:sSubPr>
                          <m:ctrlPr>
                            <a:rPr lang="en-IN" sz="1600" b="0" i="1" dirty="0" smtClean="0">
                              <a:latin typeface="Cambria Math" panose="02040503050406030204" pitchFamily="18" charset="0"/>
                            </a:rPr>
                          </m:ctrlPr>
                        </m:sSubPr>
                        <m:e>
                          <m:r>
                            <a:rPr lang="en-IN" sz="1600" b="0" i="1" dirty="0" smtClean="0">
                              <a:latin typeface="Cambria Math" panose="02040503050406030204" pitchFamily="18" charset="0"/>
                            </a:rPr>
                            <m:t>𝑀𝑆𝐸</m:t>
                          </m:r>
                        </m:e>
                        <m:sub>
                          <m:r>
                            <a:rPr lang="en-IN" sz="1600" b="0" i="1" dirty="0" smtClean="0">
                              <a:latin typeface="Cambria Math" panose="02040503050406030204" pitchFamily="18" charset="0"/>
                            </a:rPr>
                            <m:t>𝐵𝐶</m:t>
                          </m:r>
                        </m:sub>
                      </m:sSub>
                    </m:oMath>
                  </m:oMathPara>
                </a14:m>
                <a:endParaRPr lang="en-IN" sz="1600" dirty="0"/>
              </a:p>
              <a:p>
                <a:endParaRPr lang="en-IN" sz="1000" dirty="0"/>
              </a:p>
              <a:p>
                <a:pPr/>
                <a14:m>
                  <m:oMathPara xmlns:m="http://schemas.openxmlformats.org/officeDocument/2006/math">
                    <m:oMathParaPr>
                      <m:jc m:val="centerGroup"/>
                    </m:oMathParaPr>
                    <m:oMath xmlns:m="http://schemas.openxmlformats.org/officeDocument/2006/math">
                      <m:sSub>
                        <m:sSubPr>
                          <m:ctrlPr>
                            <a:rPr lang="en-IN" sz="1600" i="1" dirty="0" smtClean="0">
                              <a:latin typeface="Cambria Math" panose="02040503050406030204" pitchFamily="18" charset="0"/>
                            </a:rPr>
                          </m:ctrlPr>
                        </m:sSubPr>
                        <m:e>
                          <m:r>
                            <a:rPr lang="en-IN" sz="1600" b="0" i="1" dirty="0" smtClean="0">
                              <a:latin typeface="Cambria Math" panose="02040503050406030204" pitchFamily="18" charset="0"/>
                            </a:rPr>
                            <m:t>𝑀𝑆𝐸</m:t>
                          </m:r>
                        </m:e>
                        <m:sub>
                          <m:r>
                            <a:rPr lang="en-IN" sz="1600" b="0" i="1" dirty="0" smtClean="0">
                              <a:latin typeface="Cambria Math" panose="02040503050406030204" pitchFamily="18" charset="0"/>
                            </a:rPr>
                            <m:t>𝑇𝑜𝑡𝑎𝑙</m:t>
                          </m:r>
                          <m:r>
                            <a:rPr lang="en-IN" sz="1600" b="0" i="1" dirty="0" smtClean="0">
                              <a:latin typeface="Cambria Math" panose="02040503050406030204" pitchFamily="18" charset="0"/>
                            </a:rPr>
                            <m:t> </m:t>
                          </m:r>
                          <m:r>
                            <a:rPr lang="en-IN" sz="1600" b="0" i="1" dirty="0" smtClean="0">
                              <a:latin typeface="Cambria Math" panose="02040503050406030204" pitchFamily="18" charset="0"/>
                            </a:rPr>
                            <m:t>𝐿𝑜𝑠𝑠</m:t>
                          </m:r>
                        </m:sub>
                      </m:sSub>
                      <m:r>
                        <a:rPr lang="en-IN" sz="1600" b="0" i="1" dirty="0" smtClean="0">
                          <a:latin typeface="Cambria Math" panose="02040503050406030204" pitchFamily="18" charset="0"/>
                        </a:rPr>
                        <m:t>=</m:t>
                      </m:r>
                      <m:f>
                        <m:fPr>
                          <m:ctrlPr>
                            <a:rPr lang="en-IN" sz="1600" i="1" dirty="0">
                              <a:latin typeface="Cambria Math" panose="02040503050406030204" pitchFamily="18" charset="0"/>
                              <a:cs typeface="Times New Roman" panose="02020603050405020304" pitchFamily="18" charset="0"/>
                            </a:rPr>
                          </m:ctrlPr>
                        </m:fPr>
                        <m:num>
                          <m:r>
                            <a:rPr lang="en-IN" sz="1600" i="1" dirty="0">
                              <a:latin typeface="Cambria Math" panose="02040503050406030204" pitchFamily="18" charset="0"/>
                              <a:cs typeface="Times New Roman" panose="02020603050405020304" pitchFamily="18" charset="0"/>
                            </a:rPr>
                            <m:t>1</m:t>
                          </m:r>
                        </m:num>
                        <m:den>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𝑓</m:t>
                              </m:r>
                            </m:sub>
                          </m:sSub>
                        </m:den>
                      </m:f>
                      <m:nary>
                        <m:naryPr>
                          <m:chr m:val="∑"/>
                          <m:ctrlPr>
                            <a:rPr lang="en-IN" sz="1600" i="1" dirty="0">
                              <a:latin typeface="Cambria Math" panose="02040503050406030204" pitchFamily="18" charset="0"/>
                              <a:cs typeface="Times New Roman" panose="02020603050405020304" pitchFamily="18" charset="0"/>
                            </a:rPr>
                          </m:ctrlPr>
                        </m:naryPr>
                        <m:sub>
                          <m:r>
                            <m:rPr>
                              <m:brk m:alnAt="23"/>
                            </m:rPr>
                            <a:rPr lang="en-IN" sz="1600" i="1" dirty="0">
                              <a:latin typeface="Cambria Math" panose="02040503050406030204" pitchFamily="18" charset="0"/>
                              <a:cs typeface="Times New Roman" panose="02020603050405020304" pitchFamily="18" charset="0"/>
                            </a:rPr>
                            <m:t>𝑖</m:t>
                          </m:r>
                          <m:r>
                            <a:rPr lang="en-IN" sz="1600" i="1" dirty="0">
                              <a:latin typeface="Cambria Math" panose="02040503050406030204" pitchFamily="18" charset="0"/>
                              <a:cs typeface="Times New Roman" panose="02020603050405020304" pitchFamily="18" charset="0"/>
                            </a:rPr>
                            <m:t>=1</m:t>
                          </m:r>
                        </m:sub>
                        <m:sup>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𝑓</m:t>
                              </m:r>
                            </m:sub>
                          </m:sSub>
                        </m:sup>
                        <m:e>
                          <m:sSup>
                            <m:sSupPr>
                              <m:ctrlPr>
                                <a:rPr lang="en-IN" sz="1600" i="1" dirty="0">
                                  <a:latin typeface="Cambria Math" panose="02040503050406030204" pitchFamily="18" charset="0"/>
                                  <a:cs typeface="Times New Roman" panose="02020603050405020304" pitchFamily="18" charset="0"/>
                                </a:rPr>
                              </m:ctrlPr>
                            </m:sSupPr>
                            <m:e>
                              <m:d>
                                <m:dPr>
                                  <m:begChr m:val="|"/>
                                  <m:endChr m:val="|"/>
                                  <m:ctrlPr>
                                    <a:rPr lang="en-IN" sz="1600" i="1" dirty="0">
                                      <a:latin typeface="Cambria Math" panose="02040503050406030204" pitchFamily="18" charset="0"/>
                                      <a:cs typeface="Times New Roman" panose="02020603050405020304" pitchFamily="18" charset="0"/>
                                    </a:rPr>
                                  </m:ctrlPr>
                                </m:dPr>
                                <m:e>
                                  <m:f>
                                    <m:fPr>
                                      <m:ctrlPr>
                                        <a:rPr lang="en-IN" sz="1600" i="1">
                                          <a:latin typeface="Cambria Math" panose="02040503050406030204" pitchFamily="18" charset="0"/>
                                          <a:cs typeface="Times New Roman" panose="02020603050405020304" pitchFamily="18" charset="0"/>
                                        </a:rPr>
                                      </m:ctrlPr>
                                    </m:fPr>
                                    <m:num>
                                      <m:r>
                                        <a:rPr lang="en-IN" sz="16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den>
                                  </m:f>
                                  <m:r>
                                    <a:rPr lang="en-IN" sz="1600" i="1">
                                      <a:latin typeface="Cambria Math" panose="02040503050406030204" pitchFamily="18" charset="0"/>
                                      <a:cs typeface="Times New Roman" panose="02020603050405020304" pitchFamily="18" charset="0"/>
                                    </a:rPr>
                                    <m:t>+</m:t>
                                  </m:r>
                                  <m:r>
                                    <a:rPr lang="en-IN" sz="1600" b="1" i="1">
                                      <a:latin typeface="Cambria Math" panose="02040503050406030204" pitchFamily="18" charset="0"/>
                                      <a:cs typeface="Times New Roman" panose="02020603050405020304" pitchFamily="18" charset="0"/>
                                    </a:rPr>
                                    <m:t>𝑨</m:t>
                                  </m:r>
                                  <m:f>
                                    <m:fPr>
                                      <m:ctrlPr>
                                        <a:rPr lang="en-IN" sz="1600" i="1">
                                          <a:latin typeface="Cambria Math" panose="02040503050406030204" pitchFamily="18" charset="0"/>
                                          <a:cs typeface="Times New Roman" panose="02020603050405020304" pitchFamily="18" charset="0"/>
                                        </a:rPr>
                                      </m:ctrlPr>
                                    </m:fPr>
                                    <m:num>
                                      <m:r>
                                        <a:rPr lang="en-IN" sz="16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𝑥</m:t>
                                      </m:r>
                                    </m:den>
                                  </m:f>
                                  <m:r>
                                    <a:rPr lang="en-IN" sz="1600" i="1" dirty="0">
                                      <a:latin typeface="Cambria Math" panose="02040503050406030204" pitchFamily="18" charset="0"/>
                                    </a:rPr>
                                    <m:t>−0</m:t>
                                  </m:r>
                                </m:e>
                              </m:d>
                            </m:e>
                            <m:sup>
                              <m:r>
                                <a:rPr lang="en-IN" sz="1600" i="1" dirty="0">
                                  <a:latin typeface="Cambria Math" panose="02040503050406030204" pitchFamily="18" charset="0"/>
                                  <a:cs typeface="Times New Roman" panose="02020603050405020304" pitchFamily="18" charset="0"/>
                                </a:rPr>
                                <m:t>2</m:t>
                              </m:r>
                            </m:sup>
                          </m:sSup>
                          <m:r>
                            <a:rPr lang="en-IN" sz="1600" b="0" i="1" dirty="0" smtClean="0">
                              <a:latin typeface="Cambria Math" panose="02040503050406030204" pitchFamily="18" charset="0"/>
                              <a:cs typeface="Times New Roman" panose="02020603050405020304" pitchFamily="18" charset="0"/>
                            </a:rPr>
                            <m:t>+</m:t>
                          </m:r>
                          <m:f>
                            <m:fPr>
                              <m:ctrlPr>
                                <a:rPr lang="en-IN" sz="1600" i="1" dirty="0">
                                  <a:latin typeface="Cambria Math" panose="02040503050406030204" pitchFamily="18" charset="0"/>
                                  <a:cs typeface="Times New Roman" panose="02020603050405020304" pitchFamily="18" charset="0"/>
                                </a:rPr>
                              </m:ctrlPr>
                            </m:fPr>
                            <m:num>
                              <m:r>
                                <a:rPr lang="en-IN" sz="1600" i="1" dirty="0">
                                  <a:latin typeface="Cambria Math" panose="02040503050406030204" pitchFamily="18" charset="0"/>
                                  <a:cs typeface="Times New Roman" panose="02020603050405020304" pitchFamily="18" charset="0"/>
                                </a:rPr>
                                <m:t>1</m:t>
                              </m:r>
                            </m:num>
                            <m:den>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den>
                          </m:f>
                          <m:nary>
                            <m:naryPr>
                              <m:chr m:val="∑"/>
                              <m:ctrlPr>
                                <a:rPr lang="en-IN" sz="1600" i="1" dirty="0">
                                  <a:latin typeface="Cambria Math" panose="02040503050406030204" pitchFamily="18" charset="0"/>
                                  <a:cs typeface="Times New Roman" panose="02020603050405020304" pitchFamily="18" charset="0"/>
                                </a:rPr>
                              </m:ctrlPr>
                            </m:naryPr>
                            <m:sub>
                              <m:r>
                                <m:rPr>
                                  <m:brk m:alnAt="23"/>
                                </m:rPr>
                                <a:rPr lang="en-IN" sz="1600" i="1" dirty="0">
                                  <a:latin typeface="Cambria Math" panose="02040503050406030204" pitchFamily="18" charset="0"/>
                                  <a:cs typeface="Times New Roman" panose="02020603050405020304" pitchFamily="18" charset="0"/>
                                </a:rPr>
                                <m:t>𝑖</m:t>
                              </m:r>
                              <m:r>
                                <a:rPr lang="en-IN" sz="1600" i="1" dirty="0">
                                  <a:latin typeface="Cambria Math" panose="02040503050406030204" pitchFamily="18" charset="0"/>
                                  <a:cs typeface="Times New Roman" panose="02020603050405020304" pitchFamily="18" charset="0"/>
                                </a:rPr>
                                <m:t>=1</m:t>
                              </m:r>
                            </m:sub>
                            <m:sup>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sup>
                            <m:e>
                              <m:sSup>
                                <m:sSupPr>
                                  <m:ctrlPr>
                                    <a:rPr lang="en-IN" sz="1600" i="1" dirty="0">
                                      <a:latin typeface="Cambria Math" panose="02040503050406030204" pitchFamily="18" charset="0"/>
                                      <a:cs typeface="Times New Roman" panose="02020603050405020304" pitchFamily="18" charset="0"/>
                                    </a:rPr>
                                  </m:ctrlPr>
                                </m:sSupPr>
                                <m:e>
                                  <m:d>
                                    <m:dPr>
                                      <m:begChr m:val="|"/>
                                      <m:endChr m:val="|"/>
                                      <m:ctrlPr>
                                        <a:rPr lang="en-IN" sz="1600" i="1" dirty="0">
                                          <a:latin typeface="Cambria Math" panose="02040503050406030204" pitchFamily="18" charset="0"/>
                                          <a:cs typeface="Times New Roman" panose="02020603050405020304" pitchFamily="18" charset="0"/>
                                        </a:rPr>
                                      </m:ctrlPr>
                                    </m:dPr>
                                    <m:e>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i="1">
                                              <a:latin typeface="Cambria Math" panose="02040503050406030204" pitchFamily="18" charset="0"/>
                                              <a:ea typeface="Cambria Math" panose="02040503050406030204" pitchFamily="18" charset="0"/>
                                              <a:cs typeface="Times New Roman" panose="02020603050405020304" pitchFamily="18" charset="0"/>
                                            </a:rPr>
                                            <m:t>𝑥</m:t>
                                          </m:r>
                                          <m:r>
                                            <a:rPr lang="en-IN" sz="1600" i="1">
                                              <a:latin typeface="Cambria Math" panose="02040503050406030204" pitchFamily="18" charset="0"/>
                                              <a:ea typeface="Cambria Math" panose="02040503050406030204" pitchFamily="18" charset="0"/>
                                              <a:cs typeface="Times New Roman" panose="02020603050405020304" pitchFamily="18" charset="0"/>
                                            </a:rPr>
                                            <m:t>,0</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𝑥</m:t>
                                      </m:r>
                                      <m:r>
                                        <a:rPr lang="en-IN" sz="1600" i="1">
                                          <a:latin typeface="Cambria Math" panose="02040503050406030204" pitchFamily="18" charset="0"/>
                                          <a:ea typeface="Cambria Math" panose="02040503050406030204" pitchFamily="18" charset="0"/>
                                          <a:cs typeface="Times New Roman" panose="02020603050405020304" pitchFamily="18" charset="0"/>
                                        </a:rPr>
                                        <m:t>,0)</m:t>
                                      </m:r>
                                    </m:e>
                                  </m:d>
                                </m:e>
                                <m:sup>
                                  <m:r>
                                    <a:rPr lang="en-IN" sz="1600" i="1" dirty="0">
                                      <a:latin typeface="Cambria Math" panose="02040503050406030204" pitchFamily="18" charset="0"/>
                                      <a:cs typeface="Times New Roman" panose="02020603050405020304" pitchFamily="18" charset="0"/>
                                    </a:rPr>
                                    <m:t>2</m:t>
                                  </m:r>
                                </m:sup>
                              </m:sSup>
                            </m:e>
                          </m:nary>
                        </m:e>
                      </m:nary>
                    </m:oMath>
                  </m:oMathPara>
                </a14:m>
                <a:endParaRPr lang="en-IN" sz="1600" dirty="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IN" sz="1600" b="0" i="1" dirty="0" smtClean="0">
                          <a:latin typeface="Cambria Math" panose="02040503050406030204" pitchFamily="18" charset="0"/>
                          <a:cs typeface="Times New Roman" panose="02020603050405020304" pitchFamily="18" charset="0"/>
                        </a:rPr>
                        <m:t>                                   +</m:t>
                      </m:r>
                      <m:f>
                        <m:fPr>
                          <m:ctrlPr>
                            <a:rPr lang="en-IN" sz="1600" i="1" dirty="0" smtClean="0">
                              <a:latin typeface="Cambria Math" panose="02040503050406030204" pitchFamily="18" charset="0"/>
                              <a:cs typeface="Times New Roman" panose="02020603050405020304" pitchFamily="18" charset="0"/>
                            </a:rPr>
                          </m:ctrlPr>
                        </m:fPr>
                        <m:num>
                          <m:r>
                            <a:rPr lang="en-IN" sz="1600" i="1" dirty="0">
                              <a:latin typeface="Cambria Math" panose="02040503050406030204" pitchFamily="18" charset="0"/>
                              <a:cs typeface="Times New Roman" panose="02020603050405020304" pitchFamily="18" charset="0"/>
                            </a:rPr>
                            <m:t>1</m:t>
                          </m:r>
                        </m:num>
                        <m:den>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den>
                      </m:f>
                      <m:nary>
                        <m:naryPr>
                          <m:chr m:val="∑"/>
                          <m:ctrlPr>
                            <a:rPr lang="en-IN" sz="1600" i="1" dirty="0">
                              <a:latin typeface="Cambria Math" panose="02040503050406030204" pitchFamily="18" charset="0"/>
                              <a:cs typeface="Times New Roman" panose="02020603050405020304" pitchFamily="18" charset="0"/>
                            </a:rPr>
                          </m:ctrlPr>
                        </m:naryPr>
                        <m:sub>
                          <m:r>
                            <m:rPr>
                              <m:brk m:alnAt="23"/>
                            </m:rPr>
                            <a:rPr lang="en-IN" sz="1600" i="1" dirty="0">
                              <a:latin typeface="Cambria Math" panose="02040503050406030204" pitchFamily="18" charset="0"/>
                              <a:cs typeface="Times New Roman" panose="02020603050405020304" pitchFamily="18" charset="0"/>
                            </a:rPr>
                            <m:t>𝑖</m:t>
                          </m:r>
                          <m:r>
                            <a:rPr lang="en-IN" sz="1600" i="1" dirty="0">
                              <a:latin typeface="Cambria Math" panose="02040503050406030204" pitchFamily="18" charset="0"/>
                              <a:cs typeface="Times New Roman" panose="02020603050405020304" pitchFamily="18" charset="0"/>
                            </a:rPr>
                            <m:t>=1</m:t>
                          </m:r>
                        </m:sub>
                        <m:sup>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sup>
                        <m:e>
                          <m:sSup>
                            <m:sSupPr>
                              <m:ctrlPr>
                                <a:rPr lang="en-IN" sz="1600" i="1" dirty="0">
                                  <a:latin typeface="Cambria Math" panose="02040503050406030204" pitchFamily="18" charset="0"/>
                                  <a:cs typeface="Times New Roman" panose="02020603050405020304" pitchFamily="18" charset="0"/>
                                </a:rPr>
                              </m:ctrlPr>
                            </m:sSupPr>
                            <m:e>
                              <m:d>
                                <m:dPr>
                                  <m:begChr m:val="|"/>
                                  <m:endChr m:val="|"/>
                                  <m:ctrlPr>
                                    <a:rPr lang="en-IN" sz="1600" i="1" dirty="0">
                                      <a:latin typeface="Cambria Math" panose="02040503050406030204" pitchFamily="18" charset="0"/>
                                      <a:cs typeface="Times New Roman" panose="02020603050405020304" pitchFamily="18" charset="0"/>
                                    </a:rPr>
                                  </m:ctrlPr>
                                </m:dPr>
                                <m:e>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i="1">
                                          <a:latin typeface="Cambria Math" panose="02040503050406030204" pitchFamily="18" charset="0"/>
                                          <a:ea typeface="Cambria Math" panose="02040503050406030204" pitchFamily="18" charset="0"/>
                                          <a:cs typeface="Times New Roman" panose="02020603050405020304" pitchFamily="18" charset="0"/>
                                        </a:rPr>
                                        <m:t>0,</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600" b="1"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i="1">
                                          <a:latin typeface="Cambria Math" panose="02040503050406030204" pitchFamily="18" charset="0"/>
                                          <a:ea typeface="Cambria Math" panose="02040503050406030204" pitchFamily="18" charset="0"/>
                                          <a:cs typeface="Times New Roman" panose="02020603050405020304" pitchFamily="18" charset="0"/>
                                        </a:rPr>
                                        <m:t>0,</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e>
                                  </m:d>
                                </m:e>
                              </m:d>
                            </m:e>
                            <m:sup>
                              <m:r>
                                <a:rPr lang="en-IN" sz="1600" i="1" dirty="0">
                                  <a:latin typeface="Cambria Math" panose="02040503050406030204" pitchFamily="18" charset="0"/>
                                  <a:cs typeface="Times New Roman" panose="02020603050405020304" pitchFamily="18" charset="0"/>
                                </a:rPr>
                                <m:t>2</m:t>
                              </m:r>
                            </m:sup>
                          </m:sSup>
                          <m:r>
                            <a:rPr lang="en-IN" sz="1600" b="0" i="1" dirty="0" smtClean="0">
                              <a:latin typeface="Cambria Math" panose="02040503050406030204" pitchFamily="18" charset="0"/>
                              <a:cs typeface="Times New Roman" panose="02020603050405020304" pitchFamily="18" charset="0"/>
                            </a:rPr>
                            <m:t>+</m:t>
                          </m:r>
                        </m:e>
                      </m:nary>
                      <m:f>
                        <m:fPr>
                          <m:ctrlPr>
                            <a:rPr lang="en-IN" sz="1600" i="1" dirty="0">
                              <a:latin typeface="Cambria Math" panose="02040503050406030204" pitchFamily="18" charset="0"/>
                              <a:cs typeface="Times New Roman" panose="02020603050405020304" pitchFamily="18" charset="0"/>
                            </a:rPr>
                          </m:ctrlPr>
                        </m:fPr>
                        <m:num>
                          <m:r>
                            <a:rPr lang="en-IN" sz="1600" i="1" dirty="0">
                              <a:latin typeface="Cambria Math" panose="02040503050406030204" pitchFamily="18" charset="0"/>
                              <a:cs typeface="Times New Roman" panose="02020603050405020304" pitchFamily="18" charset="0"/>
                            </a:rPr>
                            <m:t>1</m:t>
                          </m:r>
                        </m:num>
                        <m:den>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den>
                      </m:f>
                      <m:nary>
                        <m:naryPr>
                          <m:chr m:val="∑"/>
                          <m:ctrlPr>
                            <a:rPr lang="en-IN" sz="1600" i="1" dirty="0">
                              <a:latin typeface="Cambria Math" panose="02040503050406030204" pitchFamily="18" charset="0"/>
                              <a:cs typeface="Times New Roman" panose="02020603050405020304" pitchFamily="18" charset="0"/>
                            </a:rPr>
                          </m:ctrlPr>
                        </m:naryPr>
                        <m:sub>
                          <m:r>
                            <m:rPr>
                              <m:brk m:alnAt="23"/>
                            </m:rPr>
                            <a:rPr lang="en-IN" sz="1600" i="1" dirty="0">
                              <a:latin typeface="Cambria Math" panose="02040503050406030204" pitchFamily="18" charset="0"/>
                              <a:cs typeface="Times New Roman" panose="02020603050405020304" pitchFamily="18" charset="0"/>
                            </a:rPr>
                            <m:t>𝑖</m:t>
                          </m:r>
                          <m:r>
                            <a:rPr lang="en-IN" sz="1600" i="1" dirty="0">
                              <a:latin typeface="Cambria Math" panose="02040503050406030204" pitchFamily="18" charset="0"/>
                              <a:cs typeface="Times New Roman" panose="02020603050405020304" pitchFamily="18" charset="0"/>
                            </a:rPr>
                            <m:t>=1</m:t>
                          </m:r>
                        </m:sub>
                        <m:sup>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sup>
                        <m:e>
                          <m:sSup>
                            <m:sSupPr>
                              <m:ctrlPr>
                                <a:rPr lang="en-IN" sz="1600" i="1" dirty="0">
                                  <a:latin typeface="Cambria Math" panose="02040503050406030204" pitchFamily="18" charset="0"/>
                                  <a:cs typeface="Times New Roman" panose="02020603050405020304" pitchFamily="18" charset="0"/>
                                </a:rPr>
                              </m:ctrlPr>
                            </m:sSupPr>
                            <m:e>
                              <m:d>
                                <m:dPr>
                                  <m:begChr m:val="|"/>
                                  <m:endChr m:val="|"/>
                                  <m:ctrlPr>
                                    <a:rPr lang="en-IN" sz="1600" i="1" dirty="0">
                                      <a:latin typeface="Cambria Math" panose="02040503050406030204" pitchFamily="18" charset="0"/>
                                      <a:cs typeface="Times New Roman" panose="02020603050405020304" pitchFamily="18" charset="0"/>
                                    </a:rPr>
                                  </m:ctrlPr>
                                </m:dPr>
                                <m:e>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600" b="1"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e>
                                  </m:d>
                                </m:e>
                              </m:d>
                            </m:e>
                            <m:sup>
                              <m:r>
                                <a:rPr lang="en-IN" sz="1600" i="1" dirty="0">
                                  <a:latin typeface="Cambria Math" panose="02040503050406030204" pitchFamily="18" charset="0"/>
                                  <a:cs typeface="Times New Roman" panose="02020603050405020304" pitchFamily="18" charset="0"/>
                                </a:rPr>
                                <m:t>2</m:t>
                              </m:r>
                            </m:sup>
                          </m:sSup>
                        </m:e>
                      </m:nary>
                    </m:oMath>
                  </m:oMathPara>
                </a14:m>
                <a:endParaRPr lang="en-IN" sz="1600" dirty="0"/>
              </a:p>
            </p:txBody>
          </p:sp>
        </mc:Choice>
        <mc:Fallback xmlns="">
          <p:sp>
            <p:nvSpPr>
              <p:cNvPr id="17" name="TextBox 16">
                <a:extLst>
                  <a:ext uri="{FF2B5EF4-FFF2-40B4-BE49-F238E27FC236}">
                    <a16:creationId xmlns:a16="http://schemas.microsoft.com/office/drawing/2014/main" id="{F1D7B5DD-2BF3-301C-0A9F-37C1C5B03748}"/>
                  </a:ext>
                </a:extLst>
              </p:cNvPr>
              <p:cNvSpPr txBox="1">
                <a:spLocks noRot="1" noChangeAspect="1" noMove="1" noResize="1" noEditPoints="1" noAdjustHandles="1" noChangeArrowheads="1" noChangeShapeType="1" noTextEdit="1"/>
              </p:cNvSpPr>
              <p:nvPr/>
            </p:nvSpPr>
            <p:spPr>
              <a:xfrm>
                <a:off x="918340" y="4677650"/>
                <a:ext cx="7923681" cy="1898277"/>
              </a:xfrm>
              <a:prstGeom prst="rect">
                <a:avLst/>
              </a:prstGeom>
              <a:blipFill>
                <a:blip r:embed="rId9"/>
                <a:stretch>
                  <a:fillRect/>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0"/>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lvl="0" algn="ctr"/>
            <a:r>
              <a:rPr lang="en-IN" sz="4000" dirty="0">
                <a:latin typeface="Times New Roman" panose="02020603050405020304" pitchFamily="18" charset="0"/>
                <a:cs typeface="Times New Roman" panose="02020603050405020304" pitchFamily="18" charset="0"/>
              </a:rPr>
              <a:t>PINNs for High-Speed Fluid Dynamics</a:t>
            </a:r>
          </a:p>
        </p:txBody>
      </p:sp>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6</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876365"/>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1D Euler Eq.:- Single Contact Discontinuity</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1EF4948-C1D5-FBCC-3215-301EC3AFE8A5}"/>
                  </a:ext>
                </a:extLst>
              </p:cNvPr>
              <p:cNvSpPr txBox="1"/>
              <p:nvPr/>
            </p:nvSpPr>
            <p:spPr>
              <a:xfrm>
                <a:off x="922375" y="1338145"/>
                <a:ext cx="10515599" cy="2046458"/>
              </a:xfrm>
              <a:prstGeom prst="rect">
                <a:avLst/>
              </a:prstGeom>
              <a:noFill/>
            </p:spPr>
            <p:txBody>
              <a:bodyPr wrap="square" rtlCol="0">
                <a:spAutoFit/>
              </a:bodyPr>
              <a:lstStyle/>
              <a:p>
                <a:pPr>
                  <a:lnSpc>
                    <a:spcPct val="120000"/>
                  </a:lnSpc>
                </a:pPr>
                <a:r>
                  <a:rPr lang="en-IN" sz="1600" b="0" dirty="0">
                    <a:latin typeface="Times New Roman" panose="02020603050405020304" pitchFamily="18" charset="0"/>
                    <a:ea typeface="Cambria Math" panose="02040503050406030204" pitchFamily="18" charset="0"/>
                    <a:cs typeface="Times New Roman" panose="02020603050405020304" pitchFamily="18" charset="0"/>
                  </a:rPr>
                  <a:t>Let the original domain</a:t>
                </a:r>
                <a14:m>
                  <m:oMath xmlns:m="http://schemas.openxmlformats.org/officeDocument/2006/math">
                    <m:r>
                      <a:rPr lang="en-IN" sz="1600"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l-GR" sz="1600" b="0" i="1" smtClean="0">
                        <a:latin typeface="Cambria Math" panose="02040503050406030204" pitchFamily="18" charset="0"/>
                        <a:ea typeface="Cambria Math" panose="02040503050406030204" pitchFamily="18" charset="0"/>
                        <a:cs typeface="Times New Roman" panose="02020603050405020304" pitchFamily="18" charset="0"/>
                      </a:rPr>
                      <m:t>Ω</m:t>
                    </m:r>
                    <m:r>
                      <a:rPr lang="el-GR" sz="1600" b="0" i="1" smtClean="0">
                        <a:latin typeface="Cambria Math" panose="02040503050406030204" pitchFamily="18" charset="0"/>
                        <a:ea typeface="Cambria Math" panose="02040503050406030204" pitchFamily="18" charset="0"/>
                        <a:cs typeface="Times New Roman" panose="02020603050405020304" pitchFamily="18" charset="0"/>
                      </a:rPr>
                      <m:t>≡[0,1]</m:t>
                    </m:r>
                  </m:oMath>
                </a14:m>
                <a:r>
                  <a:rPr lang="en-IN" sz="1600" dirty="0">
                    <a:latin typeface="Times New Roman" panose="02020603050405020304" pitchFamily="18" charset="0"/>
                    <a:cs typeface="Times New Roman" panose="02020603050405020304" pitchFamily="18" charset="0"/>
                  </a:rPr>
                  <a:t> and initial discontinuity is at </a:t>
                </a:r>
                <a14:m>
                  <m:oMath xmlns:m="http://schemas.openxmlformats.org/officeDocument/2006/math">
                    <m:sSup>
                      <m:sSupPr>
                        <m:ctrlPr>
                          <a:rPr lang="en-IN" sz="1600" i="1" smtClean="0">
                            <a:latin typeface="Cambria Math" panose="02040503050406030204" pitchFamily="18" charset="0"/>
                            <a:cs typeface="Times New Roman" panose="02020603050405020304" pitchFamily="18" charset="0"/>
                          </a:rPr>
                        </m:ctrlPr>
                      </m:sSupPr>
                      <m:e>
                        <m:r>
                          <a:rPr lang="en-IN" sz="1600" b="0" i="1" smtClean="0">
                            <a:latin typeface="Cambria Math" panose="02040503050406030204" pitchFamily="18" charset="0"/>
                            <a:cs typeface="Times New Roman" panose="02020603050405020304" pitchFamily="18" charset="0"/>
                          </a:rPr>
                          <m:t>𝑥</m:t>
                        </m:r>
                      </m:e>
                      <m:sup>
                        <m:r>
                          <a:rPr lang="en-IN" sz="1600" b="0" i="1" smtClean="0">
                            <a:latin typeface="Cambria Math" panose="02040503050406030204" pitchFamily="18" charset="0"/>
                            <a:cs typeface="Times New Roman" panose="02020603050405020304" pitchFamily="18" charset="0"/>
                          </a:rPr>
                          <m:t>∗</m:t>
                        </m:r>
                      </m:sup>
                    </m:sSup>
                    <m:r>
                      <a:rPr lang="en-IN" sz="1600" b="0" i="1" smtClean="0">
                        <a:latin typeface="Cambria Math" panose="02040503050406030204" pitchFamily="18" charset="0"/>
                        <a:cs typeface="Times New Roman" panose="02020603050405020304" pitchFamily="18" charset="0"/>
                      </a:rPr>
                      <m:t>=0.5</m:t>
                    </m:r>
                  </m:oMath>
                </a14:m>
                <a:r>
                  <a:rPr lang="en-IN" sz="1600" dirty="0">
                    <a:latin typeface="Times New Roman" panose="02020603050405020304" pitchFamily="18" charset="0"/>
                    <a:cs typeface="Times New Roman" panose="02020603050405020304" pitchFamily="18" charset="0"/>
                  </a:rPr>
                  <a:t>.</a:t>
                </a:r>
              </a:p>
              <a:p>
                <a:pPr>
                  <a:lnSpc>
                    <a:spcPct val="120000"/>
                  </a:lnSpc>
                </a:pPr>
                <a:r>
                  <a:rPr lang="en-IN" sz="1600" dirty="0">
                    <a:latin typeface="Times New Roman" panose="02020603050405020304" pitchFamily="18" charset="0"/>
                    <a:cs typeface="Times New Roman" panose="02020603050405020304" pitchFamily="18" charset="0"/>
                  </a:rPr>
                  <a:t>Compressible 1D Euler Eq.</a:t>
                </a:r>
              </a:p>
              <a:p>
                <a:pPr>
                  <a:lnSpc>
                    <a:spcPct val="120000"/>
                  </a:lnSpc>
                </a:pPr>
                <a:r>
                  <a:rPr lang="en-IN" sz="1600" dirty="0">
                    <a:cs typeface="Times New Roman" panose="02020603050405020304" pitchFamily="18" charset="0"/>
                  </a:rPr>
                  <a:t>		</a:t>
                </a:r>
                <a14:m>
                  <m:oMath xmlns:m="http://schemas.openxmlformats.org/officeDocument/2006/math">
                    <m:f>
                      <m:fPr>
                        <m:ctrlPr>
                          <a:rPr lang="en-IN" sz="1600" i="1" smtClean="0">
                            <a:latin typeface="Cambria Math" panose="02040503050406030204" pitchFamily="18" charset="0"/>
                            <a:cs typeface="Times New Roman" panose="02020603050405020304" pitchFamily="18" charset="0"/>
                          </a:rPr>
                        </m:ctrlPr>
                      </m:fPr>
                      <m:num>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num>
                      <m:den>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den>
                    </m:f>
                    <m:r>
                      <a:rPr lang="en-IN" sz="1600" b="0" i="1" smtClean="0">
                        <a:latin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cs typeface="Times New Roman" panose="02020603050405020304" pitchFamily="18" charset="0"/>
                      </a:rPr>
                      <m:t>𝑨</m:t>
                    </m:r>
                    <m:f>
                      <m:fPr>
                        <m:ctrlPr>
                          <a:rPr lang="en-IN" sz="1600" b="0" i="1" smtClean="0">
                            <a:latin typeface="Cambria Math" panose="02040503050406030204" pitchFamily="18" charset="0"/>
                            <a:cs typeface="Times New Roman" panose="02020603050405020304" pitchFamily="18" charset="0"/>
                          </a:rPr>
                        </m:ctrlPr>
                      </m:fPr>
                      <m:num>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num>
                      <m:den>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den>
                    </m:f>
                    <m:r>
                      <a:rPr lang="en-IN" sz="1600" b="0" i="1" smtClean="0">
                        <a:latin typeface="Cambria Math" panose="02040503050406030204" pitchFamily="18" charset="0"/>
                        <a:cs typeface="Times New Roman" panose="02020603050405020304" pitchFamily="18" charset="0"/>
                      </a:rPr>
                      <m:t>=0,      </m:t>
                    </m:r>
                    <m:d>
                      <m:dPr>
                        <m:ctrlPr>
                          <a:rPr lang="en-IN" sz="1600" b="0" i="1" smtClean="0">
                            <a:latin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cs typeface="Times New Roman" panose="02020603050405020304" pitchFamily="18" charset="0"/>
                          </a:rPr>
                          <m:t>𝑡</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l-GR" sz="1600" b="0" i="1" smtClean="0">
                        <a:latin typeface="Cambria Math" panose="02040503050406030204" pitchFamily="18" charset="0"/>
                        <a:ea typeface="Cambria Math" panose="02040503050406030204" pitchFamily="18" charset="0"/>
                        <a:cs typeface="Times New Roman" panose="02020603050405020304" pitchFamily="18" charset="0"/>
                      </a:rPr>
                      <m:t>Ω</m:t>
                    </m:r>
                    <m:r>
                      <a:rPr lang="el-GR"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𝑇</m:t>
                        </m:r>
                      </m:e>
                    </m:d>
                  </m:oMath>
                </a14:m>
                <a:endParaRPr lang="en-IN" sz="1600" b="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20000"/>
                  </a:lnSpc>
                </a:pPr>
                <a:r>
                  <a:rPr lang="en-IN" sz="1600" dirty="0">
                    <a:latin typeface="Times New Roman" panose="02020603050405020304" pitchFamily="18" charset="0"/>
                    <a:ea typeface="Cambria Math" panose="02040503050406030204" pitchFamily="18" charset="0"/>
                    <a:cs typeface="Times New Roman" panose="02020603050405020304" pitchFamily="18" charset="0"/>
                  </a:rPr>
                  <a:t>Initial Condition	</a:t>
                </a:r>
                <a14:m>
                  <m:oMath xmlns:m="http://schemas.openxmlformats.org/officeDocument/2006/math">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en-IN" sz="1600"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𝒖</m:t>
                                </m:r>
                              </m:e>
                              <m:sub>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𝑳</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𝐿</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𝐿</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𝐿</m:t>
                                    </m:r>
                                  </m:sub>
                                </m:sSub>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1.4,0.1,1.0</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&lt;</m:t>
                            </m:r>
                            <m:sSup>
                              <m:sSup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e>
                              <m:sup>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up>
                            </m:sSup>
                          </m:e>
                          <m:e>
                            <m:sSub>
                              <m:sSubPr>
                                <m:ctrlPr>
                                  <a:rPr lang="en-IN" sz="1600"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𝒖</m:t>
                                </m:r>
                              </m:e>
                              <m:sub>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𝑹</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𝑅</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𝑅</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𝑅</m:t>
                                    </m:r>
                                  </m:sub>
                                </m:sSub>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1.0,0.1,1.0</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&gt;</m:t>
                            </m:r>
                            <m:sSup>
                              <m:sSup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e>
                              <m:sup>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up>
                            </m:sSup>
                          </m:e>
                        </m:eqArr>
                      </m:e>
                    </m:d>
                  </m:oMath>
                </a14:m>
                <a:endParaRPr lang="en-IN" sz="1600" b="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20000"/>
                  </a:lnSpc>
                </a:pPr>
                <a:r>
                  <a:rPr lang="en-IN" sz="1600" b="0" dirty="0">
                    <a:latin typeface="Times New Roman" panose="02020603050405020304" pitchFamily="18" charset="0"/>
                    <a:ea typeface="Cambria Math" panose="02040503050406030204" pitchFamily="18" charset="0"/>
                    <a:cs typeface="Times New Roman" panose="02020603050405020304" pitchFamily="18" charset="0"/>
                  </a:rPr>
                  <a:t>Dirichlet Boundary Condition which takes value of initial condition at the boundaries.</a:t>
                </a:r>
              </a:p>
            </p:txBody>
          </p:sp>
        </mc:Choice>
        <mc:Fallback xmlns="">
          <p:sp>
            <p:nvSpPr>
              <p:cNvPr id="8" name="TextBox 7">
                <a:extLst>
                  <a:ext uri="{FF2B5EF4-FFF2-40B4-BE49-F238E27FC236}">
                    <a16:creationId xmlns:a16="http://schemas.microsoft.com/office/drawing/2014/main" id="{71EF4948-C1D5-FBCC-3215-301EC3AFE8A5}"/>
                  </a:ext>
                </a:extLst>
              </p:cNvPr>
              <p:cNvSpPr txBox="1">
                <a:spLocks noRot="1" noChangeAspect="1" noMove="1" noResize="1" noEditPoints="1" noAdjustHandles="1" noChangeArrowheads="1" noChangeShapeType="1" noTextEdit="1"/>
              </p:cNvSpPr>
              <p:nvPr/>
            </p:nvSpPr>
            <p:spPr>
              <a:xfrm>
                <a:off x="922375" y="1338145"/>
                <a:ext cx="10515599" cy="2046458"/>
              </a:xfrm>
              <a:prstGeom prst="rect">
                <a:avLst/>
              </a:prstGeom>
              <a:blipFill>
                <a:blip r:embed="rId11"/>
                <a:stretch>
                  <a:fillRect l="-290" b="-328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BA538F5-85A3-D2C4-93B9-3DC431A9AA52}"/>
                  </a:ext>
                </a:extLst>
              </p:cNvPr>
              <p:cNvSpPr txBox="1"/>
              <p:nvPr/>
            </p:nvSpPr>
            <p:spPr>
              <a:xfrm>
                <a:off x="10133522" y="1854375"/>
                <a:ext cx="1118317" cy="7288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sz="1400" b="0" i="1" smtClean="0">
                          <a:solidFill>
                            <a:schemeClr val="tx1">
                              <a:lumMod val="50000"/>
                              <a:lumOff val="50000"/>
                            </a:schemeClr>
                          </a:solidFill>
                          <a:latin typeface="Cambria Math" panose="02040503050406030204" pitchFamily="18" charset="0"/>
                        </a:rPr>
                        <m:t>𝑎</m:t>
                      </m:r>
                      <m:r>
                        <a:rPr lang="en-IN" sz="1400" b="0" i="1" smtClean="0">
                          <a:solidFill>
                            <a:schemeClr val="tx1">
                              <a:lumMod val="50000"/>
                              <a:lumOff val="50000"/>
                            </a:schemeClr>
                          </a:solidFill>
                          <a:latin typeface="Cambria Math" panose="02040503050406030204" pitchFamily="18" charset="0"/>
                        </a:rPr>
                        <m:t>=</m:t>
                      </m:r>
                      <m:rad>
                        <m:radPr>
                          <m:degHide m:val="on"/>
                          <m:ctrlPr>
                            <a:rPr lang="en-IN" sz="1400" b="0" i="1" smtClean="0">
                              <a:solidFill>
                                <a:schemeClr val="tx1">
                                  <a:lumMod val="50000"/>
                                  <a:lumOff val="50000"/>
                                </a:schemeClr>
                              </a:solidFill>
                              <a:latin typeface="Cambria Math" panose="02040503050406030204" pitchFamily="18" charset="0"/>
                            </a:rPr>
                          </m:ctrlPr>
                        </m:radPr>
                        <m:deg/>
                        <m:e>
                          <m:f>
                            <m:fPr>
                              <m:ctrlPr>
                                <a:rPr lang="en-IN" sz="1400" b="0" i="1" smtClean="0">
                                  <a:solidFill>
                                    <a:schemeClr val="tx1">
                                      <a:lumMod val="50000"/>
                                      <a:lumOff val="50000"/>
                                    </a:schemeClr>
                                  </a:solidFill>
                                  <a:latin typeface="Cambria Math" panose="02040503050406030204" pitchFamily="18" charset="0"/>
                                </a:rPr>
                              </m:ctrlPr>
                            </m:fPr>
                            <m:num>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𝛾</m:t>
                              </m:r>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𝑝</m:t>
                              </m:r>
                            </m:num>
                            <m:den>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𝜌</m:t>
                              </m:r>
                            </m:den>
                          </m:f>
                        </m:e>
                      </m:rad>
                    </m:oMath>
                  </m:oMathPara>
                </a14:m>
                <a:endParaRPr lang="en-IN" sz="1400" dirty="0">
                  <a:solidFill>
                    <a:schemeClr val="tx1">
                      <a:lumMod val="50000"/>
                      <a:lumOff val="50000"/>
                    </a:schemeClr>
                  </a:solidFill>
                </a:endParaRPr>
              </a:p>
            </p:txBody>
          </p:sp>
        </mc:Choice>
        <mc:Fallback xmlns="">
          <p:sp>
            <p:nvSpPr>
              <p:cNvPr id="9" name="TextBox 8">
                <a:extLst>
                  <a:ext uri="{FF2B5EF4-FFF2-40B4-BE49-F238E27FC236}">
                    <a16:creationId xmlns:a16="http://schemas.microsoft.com/office/drawing/2014/main" id="{4BA538F5-85A3-D2C4-93B9-3DC431A9AA52}"/>
                  </a:ext>
                </a:extLst>
              </p:cNvPr>
              <p:cNvSpPr txBox="1">
                <a:spLocks noRot="1" noChangeAspect="1" noMove="1" noResize="1" noEditPoints="1" noAdjustHandles="1" noChangeArrowheads="1" noChangeShapeType="1" noTextEdit="1"/>
              </p:cNvSpPr>
              <p:nvPr/>
            </p:nvSpPr>
            <p:spPr>
              <a:xfrm>
                <a:off x="10133522" y="1854375"/>
                <a:ext cx="1118317" cy="728854"/>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2D62115-6398-BAFE-0730-439695503C58}"/>
                  </a:ext>
                </a:extLst>
              </p:cNvPr>
              <p:cNvSpPr txBox="1"/>
              <p:nvPr/>
            </p:nvSpPr>
            <p:spPr>
              <a:xfrm>
                <a:off x="6219731" y="1630724"/>
                <a:ext cx="5972269" cy="1058047"/>
              </a:xfrm>
              <a:prstGeom prst="rect">
                <a:avLst/>
              </a:prstGeom>
              <a:noFill/>
            </p:spPr>
            <p:txBody>
              <a:bodyPr wrap="square">
                <a:spAutoFit/>
              </a:bodyPr>
              <a:lstStyle/>
              <a:p>
                <a:pPr>
                  <a:lnSpc>
                    <a:spcPct val="120000"/>
                  </a:lnSpc>
                </a:pPr>
                <a:r>
                  <a:rPr lang="en-IN" sz="1400" dirty="0">
                    <a:latin typeface="Times New Roman" panose="02020603050405020304" pitchFamily="18" charset="0"/>
                    <a:cs typeface="Times New Roman" panose="02020603050405020304" pitchFamily="18" charset="0"/>
                  </a:rPr>
                  <a:t>where,   </a:t>
                </a:r>
                <a14:m>
                  <m:oMath xmlns:m="http://schemas.openxmlformats.org/officeDocument/2006/math">
                    <m:r>
                      <a:rPr lang="en-IN" sz="1400" b="1" i="1" smtClean="0">
                        <a:latin typeface="Cambria Math" panose="02040503050406030204" pitchFamily="18" charset="0"/>
                        <a:cs typeface="Times New Roman" panose="02020603050405020304" pitchFamily="18" charset="0"/>
                      </a:rPr>
                      <m:t>𝑼</m:t>
                    </m:r>
                    <m:r>
                      <a:rPr lang="en-IN" sz="1400" b="0" i="1" smtClean="0">
                        <a:latin typeface="Cambria Math" panose="02040503050406030204" pitchFamily="18" charset="0"/>
                        <a:cs typeface="Times New Roman" panose="02020603050405020304" pitchFamily="18" charset="0"/>
                      </a:rPr>
                      <m:t>=</m:t>
                    </m:r>
                    <m:sSup>
                      <m:sSupPr>
                        <m:ctrlPr>
                          <a:rPr lang="en-IN" sz="1400" b="0" i="1" smtClean="0">
                            <a:latin typeface="Cambria Math" panose="02040503050406030204" pitchFamily="18" charset="0"/>
                            <a:cs typeface="Times New Roman" panose="02020603050405020304" pitchFamily="18" charset="0"/>
                          </a:rPr>
                        </m:ctrlPr>
                      </m:sSupPr>
                      <m:e>
                        <m:r>
                          <a:rPr lang="en-IN" sz="1400" b="0" i="1" smtClean="0">
                            <a:latin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𝑢</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IN" sz="1400" b="0" i="1" smtClean="0">
                            <a:latin typeface="Cambria Math" panose="02040503050406030204" pitchFamily="18" charset="0"/>
                            <a:cs typeface="Times New Roman" panose="02020603050405020304" pitchFamily="18" charset="0"/>
                          </a:rPr>
                          <m:t>]</m:t>
                        </m:r>
                      </m:e>
                      <m:sup>
                        <m:r>
                          <a:rPr lang="en-IN" sz="1400" b="0" i="1" smtClean="0">
                            <a:latin typeface="Cambria Math" panose="02040503050406030204" pitchFamily="18" charset="0"/>
                            <a:cs typeface="Times New Roman" panose="02020603050405020304" pitchFamily="18" charset="0"/>
                          </a:rPr>
                          <m:t>𝑇</m:t>
                        </m:r>
                      </m:sup>
                    </m:sSup>
                    <m:r>
                      <a:rPr lang="en-IN" sz="1400" b="0" i="1" smtClean="0">
                        <a:latin typeface="Cambria Math" panose="02040503050406030204" pitchFamily="18" charset="0"/>
                        <a:cs typeface="Times New Roman" panose="02020603050405020304" pitchFamily="18" charset="0"/>
                      </a:rPr>
                      <m:t>,           </m:t>
                    </m:r>
                    <m:r>
                      <a:rPr lang="en-IN" sz="1400" b="1" i="1" smtClean="0">
                        <a:latin typeface="Cambria Math" panose="02040503050406030204" pitchFamily="18" charset="0"/>
                        <a:cs typeface="Times New Roman" panose="02020603050405020304" pitchFamily="18" charset="0"/>
                      </a:rPr>
                      <m:t>𝑨</m:t>
                    </m:r>
                    <m:r>
                      <a:rPr lang="en-IN" sz="1400" b="1" i="1" smtClean="0">
                        <a:latin typeface="Cambria Math" panose="02040503050406030204" pitchFamily="18" charset="0"/>
                        <a:cs typeface="Times New Roman" panose="02020603050405020304" pitchFamily="18" charset="0"/>
                      </a:rPr>
                      <m:t>=</m:t>
                    </m:r>
                    <m:d>
                      <m:dPr>
                        <m:ctrlPr>
                          <a:rPr lang="en-IN" sz="1400" b="1" i="1" smtClean="0">
                            <a:latin typeface="Cambria Math" panose="02040503050406030204" pitchFamily="18" charset="0"/>
                            <a:cs typeface="Times New Roman" panose="02020603050405020304" pitchFamily="18" charset="0"/>
                          </a:rPr>
                        </m:ctrlPr>
                      </m:dPr>
                      <m:e>
                        <m:m>
                          <m:mPr>
                            <m:mcs>
                              <m:mc>
                                <m:mcPr>
                                  <m:count m:val="3"/>
                                  <m:mcJc m:val="center"/>
                                </m:mcPr>
                              </m:mc>
                            </m:mcs>
                            <m:ctrlPr>
                              <a:rPr lang="en-IN" sz="1400" b="1" i="1" smtClean="0">
                                <a:latin typeface="Cambria Math" panose="02040503050406030204" pitchFamily="18" charset="0"/>
                                <a:cs typeface="Times New Roman" panose="02020603050405020304" pitchFamily="18" charset="0"/>
                              </a:rPr>
                            </m:ctrlPr>
                          </m:mPr>
                          <m:mr>
                            <m:e>
                              <m:r>
                                <m:rPr>
                                  <m:brk m:alnAt="7"/>
                                </m:rPr>
                                <a:rPr lang="en-IN" sz="1400" b="0" i="1" smtClean="0">
                                  <a:latin typeface="Cambria Math" panose="02040503050406030204" pitchFamily="18" charset="0"/>
                                  <a:cs typeface="Times New Roman" panose="02020603050405020304" pitchFamily="18" charset="0"/>
                                </a:rPr>
                                <m:t>𝑢</m:t>
                              </m:r>
                            </m:e>
                            <m:e>
                              <m:r>
                                <a:rPr lang="en-IN" sz="1400" i="1" smtClean="0">
                                  <a:latin typeface="Cambria Math" panose="02040503050406030204" pitchFamily="18" charset="0"/>
                                  <a:ea typeface="Cambria Math" panose="02040503050406030204" pitchFamily="18" charset="0"/>
                                  <a:cs typeface="Times New Roman" panose="02020603050405020304" pitchFamily="18" charset="0"/>
                                </a:rPr>
                                <m:t>𝜌</m:t>
                              </m:r>
                            </m:e>
                            <m:e>
                              <m:r>
                                <a:rPr lang="en-IN" sz="1400" b="0" i="1" smtClean="0">
                                  <a:latin typeface="Cambria Math" panose="02040503050406030204" pitchFamily="18" charset="0"/>
                                  <a:cs typeface="Times New Roman" panose="02020603050405020304" pitchFamily="18" charset="0"/>
                                </a:rPr>
                                <m:t>0</m:t>
                              </m:r>
                            </m:e>
                          </m:mr>
                          <m:mr>
                            <m:e>
                              <m:r>
                                <a:rPr lang="en-IN" sz="1400" b="0" i="1" smtClean="0">
                                  <a:latin typeface="Cambria Math" panose="02040503050406030204" pitchFamily="18" charset="0"/>
                                  <a:cs typeface="Times New Roman" panose="02020603050405020304" pitchFamily="18" charset="0"/>
                                </a:rPr>
                                <m:t>0</m:t>
                              </m:r>
                            </m:e>
                            <m:e>
                              <m:r>
                                <a:rPr lang="en-IN" sz="1400" b="0" i="1" smtClean="0">
                                  <a:latin typeface="Cambria Math" panose="02040503050406030204" pitchFamily="18" charset="0"/>
                                  <a:cs typeface="Times New Roman" panose="02020603050405020304" pitchFamily="18" charset="0"/>
                                </a:rPr>
                                <m:t>𝑢</m:t>
                              </m:r>
                            </m:e>
                            <m:e>
                              <m:f>
                                <m:fPr>
                                  <m:ctrlPr>
                                    <a:rPr lang="en-IN" sz="1400" i="1" smtClean="0">
                                      <a:latin typeface="Cambria Math" panose="02040503050406030204" pitchFamily="18" charset="0"/>
                                      <a:cs typeface="Times New Roman" panose="02020603050405020304" pitchFamily="18" charset="0"/>
                                    </a:rPr>
                                  </m:ctrlPr>
                                </m:fPr>
                                <m:num>
                                  <m:r>
                                    <a:rPr lang="en-IN" sz="1400" b="0" i="1" smtClean="0">
                                      <a:latin typeface="Cambria Math" panose="02040503050406030204" pitchFamily="18" charset="0"/>
                                      <a:cs typeface="Times New Roman" panose="02020603050405020304" pitchFamily="18" charset="0"/>
                                    </a:rPr>
                                    <m:t>1</m:t>
                                  </m:r>
                                </m:num>
                                <m:den>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𝜌</m:t>
                                  </m:r>
                                </m:den>
                              </m:f>
                            </m:e>
                          </m:mr>
                          <m:mr>
                            <m:e>
                              <m:r>
                                <a:rPr lang="en-IN" sz="1400" b="0" i="1" smtClean="0">
                                  <a:latin typeface="Cambria Math" panose="02040503050406030204" pitchFamily="18" charset="0"/>
                                  <a:cs typeface="Times New Roman" panose="02020603050405020304" pitchFamily="18" charset="0"/>
                                </a:rPr>
                                <m:t>0</m:t>
                              </m:r>
                            </m:e>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𝜌</m:t>
                              </m:r>
                              <m:sSup>
                                <m:sSupPr>
                                  <m:ctrlPr>
                                    <a:rPr lang="en-IN" sz="140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𝑎</m:t>
                                  </m:r>
                                </m:e>
                                <m:sup>
                                  <m:r>
                                    <a:rPr lang="en-IN" sz="1400" b="0" i="1" smtClean="0">
                                      <a:latin typeface="Cambria Math" panose="02040503050406030204" pitchFamily="18" charset="0"/>
                                      <a:ea typeface="Cambria Math" panose="02040503050406030204" pitchFamily="18" charset="0"/>
                                      <a:cs typeface="Times New Roman" panose="02020603050405020304" pitchFamily="18" charset="0"/>
                                    </a:rPr>
                                    <m:t>2</m:t>
                                  </m:r>
                                </m:sup>
                              </m:sSup>
                            </m:e>
                            <m:e>
                              <m:r>
                                <a:rPr lang="en-IN" sz="1400" b="0" i="1" smtClean="0">
                                  <a:latin typeface="Cambria Math" panose="02040503050406030204" pitchFamily="18" charset="0"/>
                                  <a:cs typeface="Times New Roman" panose="02020603050405020304" pitchFamily="18" charset="0"/>
                                </a:rPr>
                                <m:t>𝑢</m:t>
                              </m:r>
                            </m:e>
                          </m:mr>
                        </m:m>
                      </m:e>
                    </m:d>
                  </m:oMath>
                </a14:m>
                <a:endParaRPr lang="en-IN" sz="1400" b="1"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F2D62115-6398-BAFE-0730-439695503C58}"/>
                  </a:ext>
                </a:extLst>
              </p:cNvPr>
              <p:cNvSpPr txBox="1">
                <a:spLocks noRot="1" noChangeAspect="1" noMove="1" noResize="1" noEditPoints="1" noAdjustHandles="1" noChangeArrowheads="1" noChangeShapeType="1" noTextEdit="1"/>
              </p:cNvSpPr>
              <p:nvPr/>
            </p:nvSpPr>
            <p:spPr>
              <a:xfrm>
                <a:off x="6219731" y="1630724"/>
                <a:ext cx="5972269" cy="1058047"/>
              </a:xfrm>
              <a:prstGeom prst="rect">
                <a:avLst/>
              </a:prstGeom>
              <a:blipFill>
                <a:blip r:embed="rId5"/>
                <a:stretch>
                  <a:fillRect l="-306"/>
                </a:stretch>
              </a:blipFill>
            </p:spPr>
            <p:txBody>
              <a:bodyPr/>
              <a:lstStyle/>
              <a:p>
                <a:r>
                  <a:rPr lang="en-IN">
                    <a:noFill/>
                  </a:rPr>
                  <a:t> </a:t>
                </a:r>
              </a:p>
            </p:txBody>
          </p:sp>
        </mc:Fallback>
      </mc:AlternateContent>
      <p:pic>
        <p:nvPicPr>
          <p:cNvPr id="14" name="Picture 13">
            <a:extLst>
              <a:ext uri="{FF2B5EF4-FFF2-40B4-BE49-F238E27FC236}">
                <a16:creationId xmlns:a16="http://schemas.microsoft.com/office/drawing/2014/main" id="{9B88924F-F273-14A5-6600-4F77C92672C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183470" y="3608254"/>
            <a:ext cx="2068369" cy="2054234"/>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8406D9C-D562-276F-1A7E-A48DAE3AEC6E}"/>
                  </a:ext>
                </a:extLst>
              </p:cNvPr>
              <p:cNvSpPr txBox="1"/>
              <p:nvPr/>
            </p:nvSpPr>
            <p:spPr>
              <a:xfrm>
                <a:off x="8846054" y="5647066"/>
                <a:ext cx="2743200" cy="845809"/>
              </a:xfrm>
              <a:prstGeom prst="rect">
                <a:avLst/>
              </a:prstGeom>
              <a:noFill/>
            </p:spPr>
            <p:txBody>
              <a:bodyPr wrap="square" rtlCol="0">
                <a:spAutoFit/>
              </a:bodyPr>
              <a:lstStyle/>
              <a:p>
                <a:pPr algn="ctr"/>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Fig. . Distribution of training and residual points</a:t>
                </a:r>
              </a:p>
              <a:p>
                <a:pPr algn="ctr"/>
                <a14:m>
                  <m:oMathPara xmlns:m="http://schemas.openxmlformats.org/officeDocument/2006/math">
                    <m:oMathParaPr>
                      <m:jc m:val="centerGroup"/>
                    </m:oMathParaPr>
                    <m:oMath xmlns:m="http://schemas.openxmlformats.org/officeDocument/2006/math">
                      <m:sSub>
                        <m:sSub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𝑁</m:t>
                          </m:r>
                        </m:e>
                        <m:sub>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𝑓</m:t>
                          </m:r>
                        </m:sub>
                      </m:sSub>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m:t>
                      </m:r>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1</m:t>
                      </m:r>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000</m:t>
                      </m:r>
                      <m:r>
                        <a:rPr lang="en-IN" sz="1200" i="1" dirty="0">
                          <a:solidFill>
                            <a:schemeClr val="tx1">
                              <a:lumMod val="50000"/>
                              <a:lumOff val="50000"/>
                            </a:schemeClr>
                          </a:solidFill>
                          <a:latin typeface="Cambria Math" panose="02040503050406030204" pitchFamily="18" charset="0"/>
                          <a:cs typeface="Times New Roman" panose="02020603050405020304" pitchFamily="18" charset="0"/>
                        </a:rPr>
                        <m:t> </m:t>
                      </m:r>
                    </m:oMath>
                  </m:oMathPara>
                </a14:m>
                <a:endParaRPr lang="en-IN" sz="1200" dirty="0">
                  <a:solidFill>
                    <a:schemeClr val="tx1">
                      <a:lumMod val="50000"/>
                      <a:lumOff val="50000"/>
                    </a:schemeClr>
                  </a:solidFill>
                  <a:latin typeface="Times New Roman" panose="02020603050405020304" pitchFamily="18" charset="0"/>
                  <a:cs typeface="Times New Roman" panose="02020603050405020304" pitchFamily="18" charset="0"/>
                </a:endParaRPr>
              </a:p>
              <a:p>
                <a:pPr algn="ctr"/>
                <a14:m>
                  <m:oMath xmlns:m="http://schemas.openxmlformats.org/officeDocument/2006/math">
                    <m:sSub>
                      <m:sSub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𝑁</m:t>
                        </m:r>
                      </m:e>
                      <m:sub>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𝑢</m:t>
                        </m:r>
                      </m:sub>
                    </m:sSub>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m:t>
                    </m:r>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0</m:t>
                    </m:r>
                    <m:r>
                      <a:rPr lang="en-IN" sz="1200" i="1" dirty="0">
                        <a:solidFill>
                          <a:schemeClr val="tx1">
                            <a:lumMod val="50000"/>
                            <a:lumOff val="50000"/>
                          </a:schemeClr>
                        </a:solidFill>
                        <a:latin typeface="Cambria Math" panose="02040503050406030204" pitchFamily="18" charset="0"/>
                        <a:cs typeface="Times New Roman" panose="02020603050405020304" pitchFamily="18" charset="0"/>
                      </a:rPr>
                      <m:t>0</m:t>
                    </m:r>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 </a:t>
                </a:r>
              </a:p>
            </p:txBody>
          </p:sp>
        </mc:Choice>
        <mc:Fallback xmlns="">
          <p:sp>
            <p:nvSpPr>
              <p:cNvPr id="15" name="TextBox 14">
                <a:extLst>
                  <a:ext uri="{FF2B5EF4-FFF2-40B4-BE49-F238E27FC236}">
                    <a16:creationId xmlns:a16="http://schemas.microsoft.com/office/drawing/2014/main" id="{F8406D9C-D562-276F-1A7E-A48DAE3AEC6E}"/>
                  </a:ext>
                </a:extLst>
              </p:cNvPr>
              <p:cNvSpPr txBox="1">
                <a:spLocks noRot="1" noChangeAspect="1" noMove="1" noResize="1" noEditPoints="1" noAdjustHandles="1" noChangeArrowheads="1" noChangeShapeType="1" noTextEdit="1"/>
              </p:cNvSpPr>
              <p:nvPr/>
            </p:nvSpPr>
            <p:spPr>
              <a:xfrm>
                <a:off x="8846054" y="5647066"/>
                <a:ext cx="2743200" cy="845809"/>
              </a:xfrm>
              <a:prstGeom prst="rect">
                <a:avLst/>
              </a:prstGeom>
              <a:blipFill>
                <a:blip r:embed="rId7"/>
                <a:stretch>
                  <a:fillRect r="-155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4CA0C16-3B10-8BB7-4850-B0DD565C264A}"/>
                  </a:ext>
                </a:extLst>
              </p:cNvPr>
              <p:cNvSpPr txBox="1"/>
              <p:nvPr/>
            </p:nvSpPr>
            <p:spPr>
              <a:xfrm>
                <a:off x="922372" y="3384604"/>
                <a:ext cx="8261095" cy="1293046"/>
              </a:xfrm>
              <a:prstGeom prst="rect">
                <a:avLst/>
              </a:prstGeom>
              <a:noFill/>
            </p:spPr>
            <p:txBody>
              <a:bodyPr wrap="square" rtlCol="0">
                <a:spAutoFit/>
              </a:bodyPr>
              <a:lstStyle/>
              <a:p>
                <a:pPr>
                  <a:lnSpc>
                    <a:spcPct val="120000"/>
                  </a:lnSpc>
                </a:pPr>
                <a:r>
                  <a:rPr lang="en-IN" sz="1600" u="sng" dirty="0">
                    <a:latin typeface="Times New Roman" panose="02020603050405020304" pitchFamily="18" charset="0"/>
                    <a:cs typeface="Times New Roman" panose="02020603050405020304" pitchFamily="18" charset="0"/>
                  </a:rPr>
                  <a:t>Residual</a:t>
                </a:r>
              </a:p>
              <a:p>
                <a:pPr>
                  <a:lnSpc>
                    <a:spcPct val="120000"/>
                  </a:lnSpc>
                </a:pPr>
                <a14:m>
                  <m:oMathPara xmlns:m="http://schemas.openxmlformats.org/officeDocument/2006/math">
                    <m:oMathParaPr>
                      <m:jc m:val="left"/>
                    </m:oMathParaPr>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𝑓</m:t>
                          </m:r>
                        </m:e>
                        <m:sub>
                          <m:r>
                            <a:rPr lang="en-IN" sz="1600" b="0" i="1" smtClean="0">
                              <a:latin typeface="Cambria Math" panose="02040503050406030204" pitchFamily="18" charset="0"/>
                              <a:cs typeface="Times New Roman" panose="02020603050405020304" pitchFamily="18" charset="0"/>
                            </a:rPr>
                            <m:t>1</m:t>
                          </m:r>
                        </m:sub>
                      </m:sSub>
                      <m:r>
                        <a:rPr lang="en-IN" sz="1600" b="0" i="1" smtClean="0">
                          <a:latin typeface="Cambria Math" panose="02040503050406030204" pitchFamily="18" charset="0"/>
                          <a:cs typeface="Times New Roman" panose="02020603050405020304" pitchFamily="18" charset="0"/>
                        </a:rPr>
                        <m:t>=</m:t>
                      </m:r>
                      <m:f>
                        <m:fPr>
                          <m:ctrlPr>
                            <a:rPr lang="en-IN" sz="1600" i="1">
                              <a:latin typeface="Cambria Math" panose="02040503050406030204" pitchFamily="18" charset="0"/>
                              <a:cs typeface="Times New Roman" panose="02020603050405020304" pitchFamily="18" charset="0"/>
                            </a:rPr>
                          </m:ctrlPr>
                        </m:fPr>
                        <m:num>
                          <m:r>
                            <a:rPr lang="en-IN" sz="16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den>
                      </m:f>
                      <m:r>
                        <a:rPr lang="en-IN" sz="1600" i="1">
                          <a:latin typeface="Cambria Math" panose="02040503050406030204" pitchFamily="18" charset="0"/>
                          <a:cs typeface="Times New Roman" panose="02020603050405020304" pitchFamily="18" charset="0"/>
                        </a:rPr>
                        <m:t>+</m:t>
                      </m:r>
                      <m:r>
                        <a:rPr lang="en-IN" sz="1600" b="1" i="1">
                          <a:latin typeface="Cambria Math" panose="02040503050406030204" pitchFamily="18" charset="0"/>
                          <a:cs typeface="Times New Roman" panose="02020603050405020304" pitchFamily="18" charset="0"/>
                        </a:rPr>
                        <m:t>𝑨</m:t>
                      </m:r>
                      <m:f>
                        <m:fPr>
                          <m:ctrlPr>
                            <a:rPr lang="en-IN" sz="1600" i="1">
                              <a:latin typeface="Cambria Math" panose="02040503050406030204" pitchFamily="18" charset="0"/>
                              <a:cs typeface="Times New Roman" panose="02020603050405020304" pitchFamily="18" charset="0"/>
                            </a:rPr>
                          </m:ctrlPr>
                        </m:fPr>
                        <m:num>
                          <m:r>
                            <a:rPr lang="en-IN" sz="16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𝑥</m:t>
                          </m:r>
                        </m:den>
                      </m:f>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cs typeface="Times New Roman" panose="02020603050405020304" pitchFamily="18" charset="0"/>
                        </a:rPr>
                        <m:t>0</m:t>
                      </m:r>
                    </m:oMath>
                  </m:oMathPara>
                </a14:m>
                <a:endParaRPr lang="en-IN" sz="1600" b="0" dirty="0">
                  <a:latin typeface="Times New Roman" panose="02020603050405020304" pitchFamily="18" charset="0"/>
                  <a:cs typeface="Times New Roman" panose="02020603050405020304" pitchFamily="18" charset="0"/>
                </a:endParaRPr>
              </a:p>
              <a:p>
                <a:pPr>
                  <a:lnSpc>
                    <a:spcPct val="120000"/>
                  </a:lnSpc>
                </a:pPr>
                <a14:m>
                  <m:oMathPara xmlns:m="http://schemas.openxmlformats.org/officeDocument/2006/math">
                    <m:oMathParaPr>
                      <m:jc m:val="left"/>
                    </m:oMathParaPr>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𝑓</m:t>
                          </m:r>
                        </m:e>
                        <m:sub>
                          <m:r>
                            <a:rPr lang="en-IN" sz="1600" b="0" i="1" smtClean="0">
                              <a:latin typeface="Cambria Math" panose="02040503050406030204" pitchFamily="18" charset="0"/>
                              <a:cs typeface="Times New Roman" panose="02020603050405020304" pitchFamily="18" charset="0"/>
                            </a:rPr>
                            <m:t>2</m:t>
                          </m:r>
                        </m:sub>
                      </m:sSub>
                      <m:r>
                        <a:rPr lang="en-IN" sz="1600" b="0" i="1" smtClean="0">
                          <a:latin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                            </m:t>
                          </m:r>
                          <m:r>
                            <a:rPr lang="en-IN" sz="1600" b="0" i="1" smtClean="0">
                              <a:latin typeface="Cambria Math" panose="02040503050406030204" pitchFamily="18" charset="0"/>
                              <a:cs typeface="Times New Roman" panose="02020603050405020304" pitchFamily="18" charset="0"/>
                            </a:rPr>
                            <m:t>𝑓</m:t>
                          </m:r>
                        </m:e>
                        <m:sub>
                          <m:r>
                            <a:rPr lang="en-IN" sz="1600" b="0" i="1" smtClean="0">
                              <a:latin typeface="Cambria Math" panose="02040503050406030204" pitchFamily="18" charset="0"/>
                              <a:cs typeface="Times New Roman" panose="02020603050405020304" pitchFamily="18" charset="0"/>
                            </a:rPr>
                            <m:t>3</m:t>
                          </m:r>
                        </m:sub>
                      </m:sSub>
                      <m:r>
                        <a:rPr lang="en-IN" sz="1600" b="0" i="1" smtClean="0">
                          <a:latin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600" b="1"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IN" sz="1600" b="0" i="0" smtClean="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r>
                        <a:rPr lang="en-IN" sz="1600" i="1">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IN" sz="1600" dirty="0">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84CA0C16-3B10-8BB7-4850-B0DD565C264A}"/>
                  </a:ext>
                </a:extLst>
              </p:cNvPr>
              <p:cNvSpPr txBox="1">
                <a:spLocks noRot="1" noChangeAspect="1" noMove="1" noResize="1" noEditPoints="1" noAdjustHandles="1" noChangeArrowheads="1" noChangeShapeType="1" noTextEdit="1"/>
              </p:cNvSpPr>
              <p:nvPr/>
            </p:nvSpPr>
            <p:spPr>
              <a:xfrm>
                <a:off x="922372" y="3384604"/>
                <a:ext cx="8261095" cy="1293046"/>
              </a:xfrm>
              <a:prstGeom prst="rect">
                <a:avLst/>
              </a:prstGeom>
              <a:blipFill>
                <a:blip r:embed="rId8"/>
                <a:stretch>
                  <a:fillRect l="-369" b="-472"/>
                </a:stretch>
              </a:blipFill>
            </p:spPr>
            <p:txBody>
              <a:bodyPr/>
              <a:lstStyle/>
              <a:p>
                <a:r>
                  <a:rPr lang="en-IN">
                    <a:noFill/>
                  </a:rPr>
                  <a:t> </a:t>
                </a:r>
              </a:p>
            </p:txBody>
          </p:sp>
        </mc:Fallback>
      </mc:AlternateContent>
    </p:spTree>
    <p:extLst>
      <p:ext uri="{BB962C8B-B14F-4D97-AF65-F5344CB8AC3E}">
        <p14:creationId xmlns:p14="http://schemas.microsoft.com/office/powerpoint/2010/main" val="2753999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7</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10886"/>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Single Contact Discontinuity</a:t>
            </a:r>
          </a:p>
        </p:txBody>
      </p:sp>
      <p:grpSp>
        <p:nvGrpSpPr>
          <p:cNvPr id="73" name="Group 72">
            <a:extLst>
              <a:ext uri="{FF2B5EF4-FFF2-40B4-BE49-F238E27FC236}">
                <a16:creationId xmlns:a16="http://schemas.microsoft.com/office/drawing/2014/main" id="{38C7716A-8DC5-0005-C59B-AB2D7CFC6A69}"/>
              </a:ext>
            </a:extLst>
          </p:cNvPr>
          <p:cNvGrpSpPr/>
          <p:nvPr/>
        </p:nvGrpSpPr>
        <p:grpSpPr>
          <a:xfrm>
            <a:off x="919721" y="662909"/>
            <a:ext cx="7585015" cy="2893737"/>
            <a:chOff x="40440" y="3082788"/>
            <a:chExt cx="9547726" cy="3818031"/>
          </a:xfrm>
        </p:grpSpPr>
        <p:sp>
          <p:nvSpPr>
            <p:cNvPr id="80" name="Rectangle 79">
              <a:extLst>
                <a:ext uri="{FF2B5EF4-FFF2-40B4-BE49-F238E27FC236}">
                  <a16:creationId xmlns:a16="http://schemas.microsoft.com/office/drawing/2014/main" id="{CFB9C768-E12B-1B2A-0518-9FC22985F04B}"/>
                </a:ext>
              </a:extLst>
            </p:cNvPr>
            <p:cNvSpPr/>
            <p:nvPr/>
          </p:nvSpPr>
          <p:spPr>
            <a:xfrm>
              <a:off x="40440" y="3082788"/>
              <a:ext cx="3428135" cy="2714782"/>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81" name="Rectangle: Rounded Corners 80">
              <a:extLst>
                <a:ext uri="{FF2B5EF4-FFF2-40B4-BE49-F238E27FC236}">
                  <a16:creationId xmlns:a16="http://schemas.microsoft.com/office/drawing/2014/main" id="{6368244E-0EA5-44D8-CC1E-D85264831414}"/>
                </a:ext>
              </a:extLst>
            </p:cNvPr>
            <p:cNvSpPr/>
            <p:nvPr/>
          </p:nvSpPr>
          <p:spPr>
            <a:xfrm>
              <a:off x="2333237" y="3164845"/>
              <a:ext cx="7024823" cy="2527286"/>
            </a:xfrm>
            <a:prstGeom prst="roundRect">
              <a:avLst/>
            </a:prstGeom>
            <a:ln w="38100">
              <a:solidFill>
                <a:srgbClr val="FF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82" name="TextBox 81">
              <a:extLst>
                <a:ext uri="{FF2B5EF4-FFF2-40B4-BE49-F238E27FC236}">
                  <a16:creationId xmlns:a16="http://schemas.microsoft.com/office/drawing/2014/main" id="{3529B11B-EB1E-C5C2-F220-BD108FECB7A8}"/>
                </a:ext>
              </a:extLst>
            </p:cNvPr>
            <p:cNvSpPr txBox="1"/>
            <p:nvPr/>
          </p:nvSpPr>
          <p:spPr>
            <a:xfrm>
              <a:off x="4281161" y="3380148"/>
              <a:ext cx="5307005" cy="406085"/>
            </a:xfrm>
            <a:prstGeom prst="rect">
              <a:avLst/>
            </a:prstGeom>
            <a:noFill/>
          </p:spPr>
          <p:txBody>
            <a:bodyPr wrap="square">
              <a:spAutoFit/>
            </a:bodyPr>
            <a:lstStyle/>
            <a:p>
              <a:pPr algn="ctr"/>
              <a:r>
                <a:rPr lang="en-IN" sz="1400" dirty="0">
                  <a:solidFill>
                    <a:srgbClr val="FF0000"/>
                  </a:solidFill>
                  <a:latin typeface="Baskerville Old Face" panose="02020602080505020303" pitchFamily="18" charset="0"/>
                </a:rPr>
                <a:t>Physics Part for Single Contact Discontinuity</a:t>
              </a:r>
              <a:endParaRPr lang="en-IN" sz="1400"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3" name="Oval 82">
                  <a:extLst>
                    <a:ext uri="{FF2B5EF4-FFF2-40B4-BE49-F238E27FC236}">
                      <a16:creationId xmlns:a16="http://schemas.microsoft.com/office/drawing/2014/main" id="{12A27818-AD0F-7193-AFA2-E745B23E5BD5}"/>
                    </a:ext>
                  </a:extLst>
                </p:cNvPr>
                <p:cNvSpPr/>
                <p:nvPr/>
              </p:nvSpPr>
              <p:spPr>
                <a:xfrm>
                  <a:off x="3844960" y="3337083"/>
                  <a:ext cx="506900" cy="457256"/>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000" b="0" i="1" smtClean="0">
                            <a:latin typeface="Cambria Math" panose="02040503050406030204" pitchFamily="18" charset="0"/>
                          </a:rPr>
                          <m:t> </m:t>
                        </m:r>
                        <m:f>
                          <m:fPr>
                            <m:ctrlPr>
                              <a:rPr lang="en-IN" sz="1000" i="1" smtClean="0">
                                <a:latin typeface="Cambria Math" panose="02040503050406030204" pitchFamily="18" charset="0"/>
                              </a:rPr>
                            </m:ctrlPr>
                          </m:fPr>
                          <m:num>
                            <m:r>
                              <a:rPr lang="en-IN" sz="1000" i="1" smtClean="0">
                                <a:latin typeface="Cambria Math" panose="02040503050406030204" pitchFamily="18" charset="0"/>
                                <a:ea typeface="Cambria Math" panose="02040503050406030204" pitchFamily="18" charset="0"/>
                              </a:rPr>
                              <m:t>𝜕</m:t>
                            </m:r>
                            <m:acc>
                              <m:accPr>
                                <m:chr m:val="̂"/>
                                <m:ctrlPr>
                                  <a:rPr lang="en-IN" sz="1000" i="1" dirty="0">
                                    <a:latin typeface="Cambria Math" panose="02040503050406030204" pitchFamily="18" charset="0"/>
                                  </a:rPr>
                                </m:ctrlPr>
                              </m:accPr>
                              <m:e>
                                <m:r>
                                  <a:rPr lang="en-IN" sz="1000" b="1" i="1" dirty="0">
                                    <a:latin typeface="Cambria Math" panose="02040503050406030204" pitchFamily="18" charset="0"/>
                                  </a:rPr>
                                  <m:t>𝒖</m:t>
                                </m:r>
                              </m:e>
                            </m:acc>
                          </m:num>
                          <m:den>
                            <m:r>
                              <a:rPr lang="en-IN" sz="1000" i="1" dirty="0" smtClean="0">
                                <a:latin typeface="Cambria Math" panose="02040503050406030204" pitchFamily="18" charset="0"/>
                                <a:ea typeface="Cambria Math" panose="02040503050406030204" pitchFamily="18" charset="0"/>
                              </a:rPr>
                              <m:t>𝜕</m:t>
                            </m:r>
                            <m:r>
                              <a:rPr lang="en-IN" sz="1000" i="1" smtClean="0">
                                <a:latin typeface="Cambria Math" panose="02040503050406030204" pitchFamily="18" charset="0"/>
                              </a:rPr>
                              <m:t>𝑥</m:t>
                            </m:r>
                          </m:den>
                        </m:f>
                      </m:oMath>
                    </m:oMathPara>
                  </a14:m>
                  <a:endParaRPr lang="en-IN" sz="1000" dirty="0"/>
                </a:p>
              </p:txBody>
            </p:sp>
          </mc:Choice>
          <mc:Fallback xmlns="">
            <p:sp>
              <p:nvSpPr>
                <p:cNvPr id="83" name="Oval 82">
                  <a:extLst>
                    <a:ext uri="{FF2B5EF4-FFF2-40B4-BE49-F238E27FC236}">
                      <a16:creationId xmlns:a16="http://schemas.microsoft.com/office/drawing/2014/main" id="{12A27818-AD0F-7193-AFA2-E745B23E5BD5}"/>
                    </a:ext>
                  </a:extLst>
                </p:cNvPr>
                <p:cNvSpPr>
                  <a:spLocks noRot="1" noChangeAspect="1" noMove="1" noResize="1" noEditPoints="1" noAdjustHandles="1" noChangeArrowheads="1" noChangeShapeType="1" noTextEdit="1"/>
                </p:cNvSpPr>
                <p:nvPr/>
              </p:nvSpPr>
              <p:spPr>
                <a:xfrm>
                  <a:off x="3844960" y="3337083"/>
                  <a:ext cx="506900" cy="457256"/>
                </a:xfrm>
                <a:prstGeom prst="ellipse">
                  <a:avLst/>
                </a:prstGeom>
                <a:blipFill>
                  <a:blip r:embed="rId3"/>
                  <a:stretch>
                    <a:fillRect t="-5172" b="-5172"/>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Oval 83">
                  <a:extLst>
                    <a:ext uri="{FF2B5EF4-FFF2-40B4-BE49-F238E27FC236}">
                      <a16:creationId xmlns:a16="http://schemas.microsoft.com/office/drawing/2014/main" id="{C0C6511D-9264-B3FE-1201-8509CDF9E642}"/>
                    </a:ext>
                  </a:extLst>
                </p:cNvPr>
                <p:cNvSpPr/>
                <p:nvPr/>
              </p:nvSpPr>
              <p:spPr>
                <a:xfrm>
                  <a:off x="3844960" y="4540398"/>
                  <a:ext cx="505210" cy="457256"/>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000" b="0" i="1" smtClean="0">
                            <a:latin typeface="Cambria Math" panose="02040503050406030204" pitchFamily="18" charset="0"/>
                          </a:rPr>
                          <m:t> </m:t>
                        </m:r>
                        <m:f>
                          <m:fPr>
                            <m:ctrlPr>
                              <a:rPr lang="en-IN" sz="1000" i="1" smtClean="0">
                                <a:latin typeface="Cambria Math" panose="02040503050406030204" pitchFamily="18" charset="0"/>
                              </a:rPr>
                            </m:ctrlPr>
                          </m:fPr>
                          <m:num>
                            <m:sSup>
                              <m:sSupPr>
                                <m:ctrlPr>
                                  <a:rPr lang="en-IN" sz="1000" i="1" dirty="0">
                                    <a:latin typeface="Cambria Math" panose="02040503050406030204" pitchFamily="18" charset="0"/>
                                  </a:rPr>
                                </m:ctrlPr>
                              </m:sSupPr>
                              <m:e>
                                <m:r>
                                  <a:rPr lang="en-IN" sz="1000" i="1" dirty="0">
                                    <a:latin typeface="Cambria Math" panose="02040503050406030204" pitchFamily="18" charset="0"/>
                                    <a:ea typeface="Cambria Math" panose="02040503050406030204" pitchFamily="18" charset="0"/>
                                  </a:rPr>
                                  <m:t>𝜕</m:t>
                                </m:r>
                              </m:e>
                              <m:sup>
                                <m:r>
                                  <a:rPr lang="en-IN" sz="1000" i="1" dirty="0">
                                    <a:latin typeface="Cambria Math" panose="02040503050406030204" pitchFamily="18" charset="0"/>
                                  </a:rPr>
                                  <m:t>2</m:t>
                                </m:r>
                              </m:sup>
                            </m:sSup>
                            <m:acc>
                              <m:accPr>
                                <m:chr m:val="̂"/>
                                <m:ctrlPr>
                                  <a:rPr lang="en-IN" sz="1000" b="1" i="1" dirty="0">
                                    <a:latin typeface="Cambria Math" panose="02040503050406030204" pitchFamily="18" charset="0"/>
                                  </a:rPr>
                                </m:ctrlPr>
                              </m:accPr>
                              <m:e>
                                <m:r>
                                  <a:rPr lang="en-IN" sz="1000" b="1" i="1" dirty="0">
                                    <a:latin typeface="Cambria Math" panose="02040503050406030204" pitchFamily="18" charset="0"/>
                                  </a:rPr>
                                  <m:t>𝒖</m:t>
                                </m:r>
                              </m:e>
                            </m:acc>
                          </m:num>
                          <m:den>
                            <m:sSup>
                              <m:sSupPr>
                                <m:ctrlPr>
                                  <a:rPr lang="en-IN" sz="1000" i="1" dirty="0" smtClean="0">
                                    <a:latin typeface="Cambria Math" panose="02040503050406030204" pitchFamily="18" charset="0"/>
                                  </a:rPr>
                                </m:ctrlPr>
                              </m:sSupPr>
                              <m:e>
                                <m:r>
                                  <a:rPr lang="en-IN" sz="1000" i="1" dirty="0" smtClean="0">
                                    <a:latin typeface="Cambria Math" panose="02040503050406030204" pitchFamily="18" charset="0"/>
                                    <a:ea typeface="Cambria Math" panose="02040503050406030204" pitchFamily="18" charset="0"/>
                                  </a:rPr>
                                  <m:t>𝜕</m:t>
                                </m:r>
                                <m:r>
                                  <a:rPr lang="en-IN" sz="1000" b="0" i="1" dirty="0" smtClean="0">
                                    <a:latin typeface="Cambria Math" panose="02040503050406030204" pitchFamily="18" charset="0"/>
                                    <a:ea typeface="Cambria Math" panose="02040503050406030204" pitchFamily="18" charset="0"/>
                                  </a:rPr>
                                  <m:t>𝑡</m:t>
                                </m:r>
                              </m:e>
                              <m:sup>
                                <m:r>
                                  <a:rPr lang="en-IN" sz="1000" b="0" i="1" dirty="0" smtClean="0">
                                    <a:latin typeface="Cambria Math" panose="02040503050406030204" pitchFamily="18" charset="0"/>
                                  </a:rPr>
                                  <m:t>2</m:t>
                                </m:r>
                              </m:sup>
                            </m:sSup>
                          </m:den>
                        </m:f>
                      </m:oMath>
                    </m:oMathPara>
                  </a14:m>
                  <a:endParaRPr lang="en-IN" sz="1000" dirty="0"/>
                </a:p>
              </p:txBody>
            </p:sp>
          </mc:Choice>
          <mc:Fallback xmlns="">
            <p:sp>
              <p:nvSpPr>
                <p:cNvPr id="84" name="Oval 83">
                  <a:extLst>
                    <a:ext uri="{FF2B5EF4-FFF2-40B4-BE49-F238E27FC236}">
                      <a16:creationId xmlns:a16="http://schemas.microsoft.com/office/drawing/2014/main" id="{C0C6511D-9264-B3FE-1201-8509CDF9E642}"/>
                    </a:ext>
                  </a:extLst>
                </p:cNvPr>
                <p:cNvSpPr>
                  <a:spLocks noRot="1" noChangeAspect="1" noMove="1" noResize="1" noEditPoints="1" noAdjustHandles="1" noChangeArrowheads="1" noChangeShapeType="1" noTextEdit="1"/>
                </p:cNvSpPr>
                <p:nvPr/>
              </p:nvSpPr>
              <p:spPr>
                <a:xfrm>
                  <a:off x="3844960" y="4540398"/>
                  <a:ext cx="505210" cy="457256"/>
                </a:xfrm>
                <a:prstGeom prst="ellipse">
                  <a:avLst/>
                </a:prstGeom>
                <a:blipFill>
                  <a:blip r:embed="rId4"/>
                  <a:stretch>
                    <a:fillRect t="-3448" b="-5172"/>
                  </a:stretch>
                </a:blipFill>
                <a:ln/>
              </p:spPr>
              <p:txBody>
                <a:bodyPr/>
                <a:lstStyle/>
                <a:p>
                  <a:r>
                    <a:rPr lang="en-IN">
                      <a:noFill/>
                    </a:rPr>
                    <a:t> </a:t>
                  </a:r>
                </a:p>
              </p:txBody>
            </p:sp>
          </mc:Fallback>
        </mc:AlternateContent>
        <p:sp>
          <p:nvSpPr>
            <p:cNvPr id="85" name="Oval 84">
              <a:extLst>
                <a:ext uri="{FF2B5EF4-FFF2-40B4-BE49-F238E27FC236}">
                  <a16:creationId xmlns:a16="http://schemas.microsoft.com/office/drawing/2014/main" id="{0115BC37-A86B-F8D2-B8FA-C046D52CBD38}"/>
                </a:ext>
              </a:extLst>
            </p:cNvPr>
            <p:cNvSpPr/>
            <p:nvPr/>
          </p:nvSpPr>
          <p:spPr>
            <a:xfrm>
              <a:off x="3857422" y="5140646"/>
              <a:ext cx="506900" cy="457256"/>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000" dirty="0">
                  <a:latin typeface="Baskerville Old Face" panose="02020602080505020303" pitchFamily="18" charset="0"/>
                </a:rPr>
                <a:t>I</a:t>
              </a:r>
            </a:p>
          </p:txBody>
        </p:sp>
        <p:cxnSp>
          <p:nvCxnSpPr>
            <p:cNvPr id="86" name="Straight Arrow Connector 85">
              <a:extLst>
                <a:ext uri="{FF2B5EF4-FFF2-40B4-BE49-F238E27FC236}">
                  <a16:creationId xmlns:a16="http://schemas.microsoft.com/office/drawing/2014/main" id="{4AB98A11-29D9-0668-83A2-ED46983DBC25}"/>
                </a:ext>
              </a:extLst>
            </p:cNvPr>
            <p:cNvCxnSpPr>
              <a:cxnSpLocks/>
              <a:stCxn id="109" idx="6"/>
              <a:endCxn id="83" idx="2"/>
            </p:cNvCxnSpPr>
            <p:nvPr/>
          </p:nvCxnSpPr>
          <p:spPr>
            <a:xfrm flipV="1">
              <a:off x="3330405" y="3565711"/>
              <a:ext cx="514555" cy="8838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D1988C9C-D944-B5CF-A111-3698BFFF1575}"/>
                </a:ext>
              </a:extLst>
            </p:cNvPr>
            <p:cNvCxnSpPr>
              <a:cxnSpLocks/>
              <a:stCxn id="109" idx="6"/>
              <a:endCxn id="85" idx="2"/>
            </p:cNvCxnSpPr>
            <p:nvPr/>
          </p:nvCxnSpPr>
          <p:spPr>
            <a:xfrm>
              <a:off x="3330405" y="4449573"/>
              <a:ext cx="527017" cy="91970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73FAEC65-57FE-744D-1613-0174ED764224}"/>
                    </a:ext>
                  </a:extLst>
                </p:cNvPr>
                <p:cNvSpPr/>
                <p:nvPr/>
              </p:nvSpPr>
              <p:spPr>
                <a:xfrm>
                  <a:off x="4799307" y="3803930"/>
                  <a:ext cx="4454623" cy="1374133"/>
                </a:xfrm>
                <a:prstGeom prst="rect">
                  <a:avLst/>
                </a:prstGeom>
                <a:solidFill>
                  <a:schemeClr val="bg1"/>
                </a:solid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sSub>
                        <m:sSubPr>
                          <m:ctrlPr>
                            <a:rPr lang="en-IN" sz="1400" i="1" smtClean="0">
                              <a:latin typeface="Cambria Math" panose="02040503050406030204" pitchFamily="18" charset="0"/>
                              <a:cs typeface="Times New Roman" panose="02020603050405020304" pitchFamily="18" charset="0"/>
                            </a:rPr>
                          </m:ctrlPr>
                        </m:sSubPr>
                        <m:e>
                          <m:r>
                            <a:rPr lang="en-IN" sz="1400" i="1">
                              <a:latin typeface="Cambria Math" panose="02040503050406030204" pitchFamily="18" charset="0"/>
                              <a:cs typeface="Times New Roman" panose="02020603050405020304" pitchFamily="18" charset="0"/>
                            </a:rPr>
                            <m:t>𝑀𝑆𝐸</m:t>
                          </m:r>
                        </m:e>
                        <m:sub>
                          <m:r>
                            <a:rPr lang="en-IN" sz="1400" i="1">
                              <a:latin typeface="Cambria Math" panose="02040503050406030204" pitchFamily="18" charset="0"/>
                              <a:cs typeface="Times New Roman" panose="02020603050405020304" pitchFamily="18" charset="0"/>
                            </a:rPr>
                            <m:t>𝑇𝑜𝑡𝑎𝑙</m:t>
                          </m:r>
                          <m:r>
                            <a:rPr lang="en-IN" sz="1400" i="1">
                              <a:latin typeface="Cambria Math" panose="02040503050406030204" pitchFamily="18" charset="0"/>
                              <a:cs typeface="Times New Roman" panose="02020603050405020304" pitchFamily="18" charset="0"/>
                            </a:rPr>
                            <m:t> </m:t>
                          </m:r>
                          <m:r>
                            <a:rPr lang="en-IN" sz="1400" i="1">
                              <a:latin typeface="Cambria Math" panose="02040503050406030204" pitchFamily="18" charset="0"/>
                              <a:cs typeface="Times New Roman" panose="02020603050405020304" pitchFamily="18" charset="0"/>
                            </a:rPr>
                            <m:t>𝐿𝑜𝑠𝑠</m:t>
                          </m:r>
                        </m:sub>
                      </m:sSub>
                      <m:r>
                        <a:rPr lang="en-IN" sz="1400" b="0" i="1" smtClean="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a:rPr lang="en-IN" sz="1400" i="1">
                              <a:latin typeface="Cambria Math" panose="02040503050406030204" pitchFamily="18" charset="0"/>
                              <a:cs typeface="Times New Roman" panose="02020603050405020304" pitchFamily="18" charset="0"/>
                            </a:rPr>
                            <m:t>𝑀𝑆𝐸</m:t>
                          </m:r>
                        </m:e>
                        <m:sub>
                          <m:r>
                            <a:rPr lang="en-IN" sz="1400" b="0" i="1" smtClean="0">
                              <a:latin typeface="Cambria Math" panose="02040503050406030204" pitchFamily="18" charset="0"/>
                              <a:cs typeface="Times New Roman" panose="02020603050405020304" pitchFamily="18" charset="0"/>
                            </a:rPr>
                            <m:t>𝑃𝐷𝐸</m:t>
                          </m:r>
                        </m:sub>
                      </m:sSub>
                    </m:oMath>
                  </a14:m>
                  <a:r>
                    <a:rPr lang="en-IN" sz="1400" dirty="0">
                      <a:latin typeface="Baskerville Old Face" panose="02020602080505020303" pitchFamily="18" charset="0"/>
                    </a:rPr>
                    <a:t>+</a:t>
                  </a:r>
                  <a:r>
                    <a:rPr lang="en-IN" sz="1400" dirty="0">
                      <a:cs typeface="Times New Roman" panose="02020603050405020304" pitchFamily="18" charset="0"/>
                    </a:rPr>
                    <a:t> </a:t>
                  </a:r>
                  <a14:m>
                    <m:oMath xmlns:m="http://schemas.openxmlformats.org/officeDocument/2006/math">
                      <m:sSub>
                        <m:sSubPr>
                          <m:ctrlPr>
                            <a:rPr lang="en-IN" sz="1400" i="1">
                              <a:latin typeface="Cambria Math" panose="02040503050406030204" pitchFamily="18" charset="0"/>
                              <a:cs typeface="Times New Roman" panose="02020603050405020304" pitchFamily="18" charset="0"/>
                            </a:rPr>
                          </m:ctrlPr>
                        </m:sSubPr>
                        <m:e>
                          <m:r>
                            <a:rPr lang="en-IN" sz="1400" i="1">
                              <a:latin typeface="Cambria Math" panose="02040503050406030204" pitchFamily="18" charset="0"/>
                              <a:cs typeface="Times New Roman" panose="02020603050405020304" pitchFamily="18" charset="0"/>
                            </a:rPr>
                            <m:t>𝑀𝑆𝐸</m:t>
                          </m:r>
                        </m:e>
                        <m:sub>
                          <m:r>
                            <a:rPr lang="en-IN" sz="1400" b="0" i="1" smtClean="0">
                              <a:latin typeface="Cambria Math" panose="02040503050406030204" pitchFamily="18" charset="0"/>
                              <a:cs typeface="Times New Roman" panose="02020603050405020304" pitchFamily="18" charset="0"/>
                            </a:rPr>
                            <m:t>𝐵</m:t>
                          </m:r>
                          <m:r>
                            <a:rPr lang="en-IN" sz="1400" b="0" i="1" smtClean="0">
                              <a:latin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cs typeface="Times New Roman" panose="02020603050405020304" pitchFamily="18" charset="0"/>
                            </a:rPr>
                            <m:t>𝐶</m:t>
                          </m:r>
                          <m:r>
                            <a:rPr lang="en-IN" sz="1400" b="0" i="1" smtClean="0">
                              <a:latin typeface="Cambria Math" panose="02040503050406030204" pitchFamily="18" charset="0"/>
                              <a:cs typeface="Times New Roman" panose="02020603050405020304" pitchFamily="18" charset="0"/>
                            </a:rPr>
                            <m:t>. </m:t>
                          </m:r>
                        </m:sub>
                      </m:sSub>
                      <m:r>
                        <a:rPr lang="en-IN" sz="1400" b="0" i="0" smtClean="0">
                          <a:latin typeface="Cambria Math" panose="02040503050406030204" pitchFamily="18" charset="0"/>
                          <a:cs typeface="Times New Roman" panose="02020603050405020304" pitchFamily="18" charset="0"/>
                        </a:rPr>
                        <m:t>+ </m:t>
                      </m:r>
                      <m:sSub>
                        <m:sSubPr>
                          <m:ctrlPr>
                            <a:rPr lang="en-IN" sz="1400" b="0" i="1" smtClean="0">
                              <a:latin typeface="Cambria Math" panose="02040503050406030204" pitchFamily="18" charset="0"/>
                              <a:cs typeface="Times New Roman" panose="02020603050405020304" pitchFamily="18" charset="0"/>
                            </a:rPr>
                          </m:ctrlPr>
                        </m:sSubPr>
                        <m:e>
                          <m:r>
                            <a:rPr lang="en-IN" sz="1400" b="0" i="1" smtClean="0">
                              <a:latin typeface="Cambria Math" panose="02040503050406030204" pitchFamily="18" charset="0"/>
                              <a:cs typeface="Times New Roman" panose="02020603050405020304" pitchFamily="18" charset="0"/>
                            </a:rPr>
                            <m:t>𝑀𝑆𝐸</m:t>
                          </m:r>
                        </m:e>
                        <m:sub>
                          <m:r>
                            <a:rPr lang="en-IN" sz="1400" b="0" i="1" smtClean="0">
                              <a:latin typeface="Cambria Math" panose="02040503050406030204" pitchFamily="18" charset="0"/>
                              <a:cs typeface="Times New Roman" panose="02020603050405020304" pitchFamily="18" charset="0"/>
                            </a:rPr>
                            <m:t>𝐼</m:t>
                          </m:r>
                          <m:r>
                            <a:rPr lang="en-IN" sz="1400" b="0" i="1" smtClean="0">
                              <a:latin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cs typeface="Times New Roman" panose="02020603050405020304" pitchFamily="18" charset="0"/>
                            </a:rPr>
                            <m:t>𝐶</m:t>
                          </m:r>
                        </m:sub>
                      </m:sSub>
                    </m:oMath>
                  </a14:m>
                  <a:endParaRPr lang="en-IN" sz="1400" dirty="0">
                    <a:latin typeface="Baskerville Old Face" panose="02020602080505020303" pitchFamily="18" charset="0"/>
                  </a:endParaRPr>
                </a:p>
              </p:txBody>
            </p:sp>
          </mc:Choice>
          <mc:Fallback xmlns="">
            <p:sp>
              <p:nvSpPr>
                <p:cNvPr id="88" name="Rectangle 87">
                  <a:extLst>
                    <a:ext uri="{FF2B5EF4-FFF2-40B4-BE49-F238E27FC236}">
                      <a16:creationId xmlns:a16="http://schemas.microsoft.com/office/drawing/2014/main" id="{73FAEC65-57FE-744D-1613-0174ED764224}"/>
                    </a:ext>
                  </a:extLst>
                </p:cNvPr>
                <p:cNvSpPr>
                  <a:spLocks noRot="1" noChangeAspect="1" noMove="1" noResize="1" noEditPoints="1" noAdjustHandles="1" noChangeArrowheads="1" noChangeShapeType="1" noTextEdit="1"/>
                </p:cNvSpPr>
                <p:nvPr/>
              </p:nvSpPr>
              <p:spPr>
                <a:xfrm>
                  <a:off x="4799307" y="3803930"/>
                  <a:ext cx="4454623" cy="1374133"/>
                </a:xfrm>
                <a:prstGeom prst="rect">
                  <a:avLst/>
                </a:prstGeom>
                <a:blipFill>
                  <a:blip r:embed="rId5"/>
                  <a:stretch>
                    <a:fillRect/>
                  </a:stretch>
                </a:blipFill>
                <a:ln w="28575">
                  <a:solidFill>
                    <a:srgbClr val="FF0000"/>
                  </a:solidFill>
                </a:ln>
              </p:spPr>
              <p:txBody>
                <a:bodyPr/>
                <a:lstStyle/>
                <a:p>
                  <a:r>
                    <a:rPr lang="en-IN">
                      <a:noFill/>
                    </a:rPr>
                    <a:t> </a:t>
                  </a:r>
                </a:p>
              </p:txBody>
            </p:sp>
          </mc:Fallback>
        </mc:AlternateContent>
        <p:cxnSp>
          <p:nvCxnSpPr>
            <p:cNvPr id="89" name="Straight Arrow Connector 88">
              <a:extLst>
                <a:ext uri="{FF2B5EF4-FFF2-40B4-BE49-F238E27FC236}">
                  <a16:creationId xmlns:a16="http://schemas.microsoft.com/office/drawing/2014/main" id="{65F5466E-967B-CBA5-CC08-9E34441C9E81}"/>
                </a:ext>
              </a:extLst>
            </p:cNvPr>
            <p:cNvCxnSpPr>
              <a:cxnSpLocks/>
              <a:stCxn id="83" idx="6"/>
              <a:endCxn id="88" idx="1"/>
            </p:cNvCxnSpPr>
            <p:nvPr/>
          </p:nvCxnSpPr>
          <p:spPr>
            <a:xfrm>
              <a:off x="4351860" y="3565711"/>
              <a:ext cx="447447" cy="9252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356757AC-3FAA-4401-0E5C-2781E4B0794E}"/>
                </a:ext>
              </a:extLst>
            </p:cNvPr>
            <p:cNvCxnSpPr>
              <a:cxnSpLocks/>
              <a:stCxn id="84" idx="6"/>
              <a:endCxn id="88" idx="1"/>
            </p:cNvCxnSpPr>
            <p:nvPr/>
          </p:nvCxnSpPr>
          <p:spPr>
            <a:xfrm flipV="1">
              <a:off x="4350170" y="4490997"/>
              <a:ext cx="449137" cy="2780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686A7D85-F02E-7598-3A41-35FA52AA0DA1}"/>
                </a:ext>
              </a:extLst>
            </p:cNvPr>
            <p:cNvCxnSpPr>
              <a:cxnSpLocks/>
              <a:stCxn id="85" idx="6"/>
              <a:endCxn id="88" idx="1"/>
            </p:cNvCxnSpPr>
            <p:nvPr/>
          </p:nvCxnSpPr>
          <p:spPr>
            <a:xfrm flipV="1">
              <a:off x="4364322" y="4490997"/>
              <a:ext cx="434985" cy="87827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Rectangle: Rounded Corners 91">
              <a:extLst>
                <a:ext uri="{FF2B5EF4-FFF2-40B4-BE49-F238E27FC236}">
                  <a16:creationId xmlns:a16="http://schemas.microsoft.com/office/drawing/2014/main" id="{85BF543F-2334-D5EB-D722-DCBED0FE0E5D}"/>
                </a:ext>
              </a:extLst>
            </p:cNvPr>
            <p:cNvSpPr/>
            <p:nvPr/>
          </p:nvSpPr>
          <p:spPr>
            <a:xfrm>
              <a:off x="3591470" y="5806046"/>
              <a:ext cx="842494" cy="59574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93" name="Oval 92">
              <a:extLst>
                <a:ext uri="{FF2B5EF4-FFF2-40B4-BE49-F238E27FC236}">
                  <a16:creationId xmlns:a16="http://schemas.microsoft.com/office/drawing/2014/main" id="{5B8C0EAF-7C1E-7C34-B8BB-368EBEDA6457}"/>
                </a:ext>
              </a:extLst>
            </p:cNvPr>
            <p:cNvSpPr/>
            <p:nvPr/>
          </p:nvSpPr>
          <p:spPr>
            <a:xfrm>
              <a:off x="6636028" y="5740117"/>
              <a:ext cx="781180" cy="751588"/>
            </a:xfrm>
            <a:prstGeom prst="ellipse">
              <a:avLst/>
            </a:prstGeom>
            <a:solidFill>
              <a:srgbClr val="00B050"/>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000" dirty="0">
                  <a:latin typeface="Baskerville Old Face" panose="02020602080505020303" pitchFamily="18" charset="0"/>
                </a:rPr>
                <a:t>Loss</a:t>
              </a:r>
            </a:p>
          </p:txBody>
        </p:sp>
        <p:sp>
          <p:nvSpPr>
            <p:cNvPr id="94" name="TextBox 93">
              <a:extLst>
                <a:ext uri="{FF2B5EF4-FFF2-40B4-BE49-F238E27FC236}">
                  <a16:creationId xmlns:a16="http://schemas.microsoft.com/office/drawing/2014/main" id="{B47E9426-4AE3-4E8F-3738-C689577D4935}"/>
                </a:ext>
              </a:extLst>
            </p:cNvPr>
            <p:cNvSpPr txBox="1"/>
            <p:nvPr/>
          </p:nvSpPr>
          <p:spPr>
            <a:xfrm>
              <a:off x="2528465" y="6108478"/>
              <a:ext cx="615604" cy="202063"/>
            </a:xfrm>
            <a:prstGeom prst="rect">
              <a:avLst/>
            </a:prstGeom>
            <a:noFill/>
          </p:spPr>
          <p:txBody>
            <a:bodyPr wrap="square" rtlCol="0">
              <a:spAutoFit/>
            </a:bodyPr>
            <a:lstStyle/>
            <a:p>
              <a:pPr algn="ctr"/>
              <a:r>
                <a:rPr lang="en-IN" sz="1000" dirty="0">
                  <a:latin typeface="Baskerville Old Face" panose="02020602080505020303" pitchFamily="18" charset="0"/>
                </a:rPr>
                <a:t>NO</a:t>
              </a:r>
            </a:p>
          </p:txBody>
        </p:sp>
        <p:sp>
          <p:nvSpPr>
            <p:cNvPr id="95" name="TextBox 94">
              <a:extLst>
                <a:ext uri="{FF2B5EF4-FFF2-40B4-BE49-F238E27FC236}">
                  <a16:creationId xmlns:a16="http://schemas.microsoft.com/office/drawing/2014/main" id="{B4E2AC30-5C34-1586-731D-2E01C04BE577}"/>
                </a:ext>
              </a:extLst>
            </p:cNvPr>
            <p:cNvSpPr txBox="1"/>
            <p:nvPr/>
          </p:nvSpPr>
          <p:spPr>
            <a:xfrm>
              <a:off x="4181305" y="6345932"/>
              <a:ext cx="950957" cy="324867"/>
            </a:xfrm>
            <a:prstGeom prst="rect">
              <a:avLst/>
            </a:prstGeom>
            <a:noFill/>
          </p:spPr>
          <p:txBody>
            <a:bodyPr wrap="square">
              <a:spAutoFit/>
            </a:bodyPr>
            <a:lstStyle/>
            <a:p>
              <a:pPr algn="ctr"/>
              <a:r>
                <a:rPr lang="en-IN" sz="1000" dirty="0">
                  <a:latin typeface="Baskerville Old Face" panose="02020602080505020303" pitchFamily="18" charset="0"/>
                </a:rPr>
                <a:t>YES</a:t>
              </a:r>
            </a:p>
          </p:txBody>
        </p:sp>
        <p:sp>
          <p:nvSpPr>
            <p:cNvPr id="96" name="TextBox 95">
              <a:extLst>
                <a:ext uri="{FF2B5EF4-FFF2-40B4-BE49-F238E27FC236}">
                  <a16:creationId xmlns:a16="http://schemas.microsoft.com/office/drawing/2014/main" id="{E4F481ED-5B9C-D0EA-4281-645B7FE76EE1}"/>
                </a:ext>
              </a:extLst>
            </p:cNvPr>
            <p:cNvSpPr txBox="1"/>
            <p:nvPr/>
          </p:nvSpPr>
          <p:spPr>
            <a:xfrm>
              <a:off x="3256255" y="6593042"/>
              <a:ext cx="1512922" cy="307777"/>
            </a:xfrm>
            <a:prstGeom prst="rect">
              <a:avLst/>
            </a:prstGeom>
            <a:noFill/>
          </p:spPr>
          <p:txBody>
            <a:bodyPr wrap="square" rtlCol="0">
              <a:spAutoFit/>
            </a:bodyPr>
            <a:lstStyle/>
            <a:p>
              <a:pPr algn="ctr"/>
              <a:r>
                <a:rPr lang="en-IN" sz="1400" b="1" dirty="0">
                  <a:latin typeface="Times New Roman" panose="02020603050405020304" pitchFamily="18" charset="0"/>
                  <a:cs typeface="Times New Roman" panose="02020603050405020304" pitchFamily="18" charset="0"/>
                </a:rPr>
                <a:t>DONE</a:t>
              </a:r>
            </a:p>
          </p:txBody>
        </p:sp>
        <p:cxnSp>
          <p:nvCxnSpPr>
            <p:cNvPr id="97" name="Straight Arrow Connector 96">
              <a:extLst>
                <a:ext uri="{FF2B5EF4-FFF2-40B4-BE49-F238E27FC236}">
                  <a16:creationId xmlns:a16="http://schemas.microsoft.com/office/drawing/2014/main" id="{7ED11C07-B72C-BAA0-584D-D3B1530A7315}"/>
                </a:ext>
              </a:extLst>
            </p:cNvPr>
            <p:cNvCxnSpPr>
              <a:cxnSpLocks/>
              <a:stCxn id="88" idx="2"/>
              <a:endCxn id="93" idx="0"/>
            </p:cNvCxnSpPr>
            <p:nvPr/>
          </p:nvCxnSpPr>
          <p:spPr>
            <a:xfrm flipH="1">
              <a:off x="7026618" y="5178063"/>
              <a:ext cx="1" cy="5620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54988F54-832F-BBBE-2294-056C4AD46BB3}"/>
                </a:ext>
              </a:extLst>
            </p:cNvPr>
            <p:cNvCxnSpPr>
              <a:cxnSpLocks/>
              <a:stCxn id="93" idx="2"/>
              <a:endCxn id="92" idx="3"/>
            </p:cNvCxnSpPr>
            <p:nvPr/>
          </p:nvCxnSpPr>
          <p:spPr>
            <a:xfrm flipH="1" flipV="1">
              <a:off x="4433964" y="6103920"/>
              <a:ext cx="2202064" cy="119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29E243AB-439B-75A4-9F96-970EDAA31F88}"/>
                </a:ext>
              </a:extLst>
            </p:cNvPr>
            <p:cNvCxnSpPr>
              <a:cxnSpLocks/>
              <a:stCxn id="92" idx="1"/>
              <a:endCxn id="80" idx="2"/>
            </p:cNvCxnSpPr>
            <p:nvPr/>
          </p:nvCxnSpPr>
          <p:spPr>
            <a:xfrm rot="10800000">
              <a:off x="1754508" y="5797571"/>
              <a:ext cx="1836961" cy="306350"/>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4E04E151-5EDD-B41C-0E98-ED9AAD2577FA}"/>
                </a:ext>
              </a:extLst>
            </p:cNvPr>
            <p:cNvCxnSpPr>
              <a:cxnSpLocks/>
              <a:stCxn id="92" idx="2"/>
              <a:endCxn id="96" idx="0"/>
            </p:cNvCxnSpPr>
            <p:nvPr/>
          </p:nvCxnSpPr>
          <p:spPr>
            <a:xfrm>
              <a:off x="4012717" y="6401794"/>
              <a:ext cx="0" cy="1912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8CD0EE9A-D4E6-C7AE-8436-AE784D527D74}"/>
                    </a:ext>
                  </a:extLst>
                </p:cNvPr>
                <p:cNvSpPr txBox="1"/>
                <p:nvPr/>
              </p:nvSpPr>
              <p:spPr>
                <a:xfrm>
                  <a:off x="3561457" y="5798222"/>
                  <a:ext cx="902520" cy="610903"/>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IN" sz="800" i="1" smtClean="0">
                            <a:latin typeface="Cambria Math" panose="02040503050406030204" pitchFamily="18" charset="0"/>
                            <a:ea typeface="Cambria Math" panose="02040503050406030204" pitchFamily="18" charset="0"/>
                          </a:rPr>
                          <m:t>&gt;</m:t>
                        </m:r>
                        <m:sSup>
                          <m:sSupPr>
                            <m:ctrlPr>
                              <a:rPr lang="en-IN" sz="800" i="1" smtClean="0">
                                <a:latin typeface="Cambria Math" panose="02040503050406030204" pitchFamily="18" charset="0"/>
                                <a:ea typeface="Cambria Math" panose="02040503050406030204" pitchFamily="18" charset="0"/>
                              </a:rPr>
                            </m:ctrlPr>
                          </m:sSupPr>
                          <m:e>
                            <m:r>
                              <a:rPr lang="en-IN" sz="800" b="0" i="1" smtClean="0">
                                <a:latin typeface="Cambria Math" panose="02040503050406030204" pitchFamily="18" charset="0"/>
                                <a:ea typeface="Cambria Math" panose="02040503050406030204" pitchFamily="18" charset="0"/>
                              </a:rPr>
                              <m:t>10</m:t>
                            </m:r>
                          </m:e>
                          <m:sup>
                            <m:r>
                              <a:rPr lang="en-IN" sz="800" b="0" i="1" smtClean="0">
                                <a:latin typeface="Cambria Math" panose="02040503050406030204" pitchFamily="18" charset="0"/>
                                <a:ea typeface="Cambria Math" panose="02040503050406030204" pitchFamily="18" charset="0"/>
                              </a:rPr>
                              <m:t>−6</m:t>
                            </m:r>
                          </m:sup>
                        </m:sSup>
                      </m:oMath>
                    </m:oMathPara>
                  </a14:m>
                  <a:endParaRPr lang="en-IN" sz="800" dirty="0">
                    <a:latin typeface="Baskerville Old Face" panose="02020602080505020303" pitchFamily="18" charset="0"/>
                  </a:endParaRPr>
                </a:p>
                <a:p>
                  <a:pPr algn="ctr"/>
                  <a14:m>
                    <m:oMathPara xmlns:m="http://schemas.openxmlformats.org/officeDocument/2006/math">
                      <m:oMathParaPr>
                        <m:jc m:val="centerGroup"/>
                      </m:oMathParaPr>
                      <m:oMath xmlns:m="http://schemas.openxmlformats.org/officeDocument/2006/math">
                        <m:r>
                          <a:rPr lang="en-IN" sz="800" i="1" dirty="0" smtClean="0">
                            <a:latin typeface="Cambria Math" panose="02040503050406030204" pitchFamily="18" charset="0"/>
                          </a:rPr>
                          <m:t>𝑂</m:t>
                        </m:r>
                        <m:r>
                          <a:rPr lang="en-IN" sz="800" i="1" dirty="0">
                            <a:latin typeface="Cambria Math" panose="02040503050406030204" pitchFamily="18" charset="0"/>
                          </a:rPr>
                          <m:t>𝑅</m:t>
                        </m:r>
                      </m:oMath>
                    </m:oMathPara>
                  </a14:m>
                  <a:endParaRPr lang="en-IN" sz="800" dirty="0">
                    <a:latin typeface="Baskerville Old Face" panose="02020602080505020303" pitchFamily="18" charset="0"/>
                  </a:endParaRPr>
                </a:p>
                <a:p>
                  <a:pPr algn="ctr"/>
                  <a14:m>
                    <m:oMathPara xmlns:m="http://schemas.openxmlformats.org/officeDocument/2006/math">
                      <m:oMathParaPr>
                        <m:jc m:val="centerGroup"/>
                      </m:oMathParaPr>
                      <m:oMath xmlns:m="http://schemas.openxmlformats.org/officeDocument/2006/math">
                        <m:r>
                          <a:rPr lang="en-IN" sz="800" b="0" i="1" dirty="0" smtClean="0">
                            <a:latin typeface="Cambria Math" panose="02040503050406030204" pitchFamily="18" charset="0"/>
                          </a:rPr>
                          <m:t>𝑖𝑡𝑒𝑟</m:t>
                        </m:r>
                        <m:r>
                          <a:rPr lang="en-IN" sz="800" b="0" i="1" dirty="0" smtClean="0">
                            <a:latin typeface="Cambria Math" panose="02040503050406030204" pitchFamily="18" charset="0"/>
                          </a:rPr>
                          <m:t>=5000</m:t>
                        </m:r>
                      </m:oMath>
                    </m:oMathPara>
                  </a14:m>
                  <a:endParaRPr lang="en-IN" sz="800" dirty="0"/>
                </a:p>
              </p:txBody>
            </p:sp>
          </mc:Choice>
          <mc:Fallback xmlns="">
            <p:sp>
              <p:nvSpPr>
                <p:cNvPr id="101" name="TextBox 100">
                  <a:extLst>
                    <a:ext uri="{FF2B5EF4-FFF2-40B4-BE49-F238E27FC236}">
                      <a16:creationId xmlns:a16="http://schemas.microsoft.com/office/drawing/2014/main" id="{8CD0EE9A-D4E6-C7AE-8436-AE784D527D74}"/>
                    </a:ext>
                  </a:extLst>
                </p:cNvPr>
                <p:cNvSpPr txBox="1">
                  <a:spLocks noRot="1" noChangeAspect="1" noMove="1" noResize="1" noEditPoints="1" noAdjustHandles="1" noChangeArrowheads="1" noChangeShapeType="1" noTextEdit="1"/>
                </p:cNvSpPr>
                <p:nvPr/>
              </p:nvSpPr>
              <p:spPr>
                <a:xfrm>
                  <a:off x="3561457" y="5798222"/>
                  <a:ext cx="902520" cy="610903"/>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Oval 101">
                  <a:extLst>
                    <a:ext uri="{FF2B5EF4-FFF2-40B4-BE49-F238E27FC236}">
                      <a16:creationId xmlns:a16="http://schemas.microsoft.com/office/drawing/2014/main" id="{855751C6-824A-D1E2-0908-4F79518EDD0D}"/>
                    </a:ext>
                  </a:extLst>
                </p:cNvPr>
                <p:cNvSpPr/>
                <p:nvPr/>
              </p:nvSpPr>
              <p:spPr>
                <a:xfrm>
                  <a:off x="185911" y="3743450"/>
                  <a:ext cx="380924" cy="310483"/>
                </a:xfrm>
                <a:prstGeom prst="ellipse">
                  <a:avLst/>
                </a:prstGeom>
                <a:ln w="12700"/>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rPr>
                          <m:t> </m:t>
                        </m:r>
                        <m:r>
                          <a:rPr lang="en-IN" sz="1200" b="0" i="1" smtClean="0">
                            <a:latin typeface="Cambria Math" panose="02040503050406030204" pitchFamily="18" charset="0"/>
                          </a:rPr>
                          <m:t>𝑥</m:t>
                        </m:r>
                      </m:oMath>
                    </m:oMathPara>
                  </a14:m>
                  <a:endParaRPr lang="en-IN" sz="1200" dirty="0"/>
                </a:p>
              </p:txBody>
            </p:sp>
          </mc:Choice>
          <mc:Fallback xmlns="">
            <p:sp>
              <p:nvSpPr>
                <p:cNvPr id="102" name="Oval 101">
                  <a:extLst>
                    <a:ext uri="{FF2B5EF4-FFF2-40B4-BE49-F238E27FC236}">
                      <a16:creationId xmlns:a16="http://schemas.microsoft.com/office/drawing/2014/main" id="{855751C6-824A-D1E2-0908-4F79518EDD0D}"/>
                    </a:ext>
                  </a:extLst>
                </p:cNvPr>
                <p:cNvSpPr>
                  <a:spLocks noRot="1" noChangeAspect="1" noMove="1" noResize="1" noEditPoints="1" noAdjustHandles="1" noChangeArrowheads="1" noChangeShapeType="1" noTextEdit="1"/>
                </p:cNvSpPr>
                <p:nvPr/>
              </p:nvSpPr>
              <p:spPr>
                <a:xfrm>
                  <a:off x="185911" y="3743450"/>
                  <a:ext cx="380924" cy="310483"/>
                </a:xfrm>
                <a:prstGeom prst="ellipse">
                  <a:avLst/>
                </a:prstGeom>
                <a:blipFill>
                  <a:blip r:embed="rId7"/>
                  <a:stretch>
                    <a:fillRect/>
                  </a:stretch>
                </a:blipFill>
                <a:ln w="12700"/>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Oval 102">
                  <a:extLst>
                    <a:ext uri="{FF2B5EF4-FFF2-40B4-BE49-F238E27FC236}">
                      <a16:creationId xmlns:a16="http://schemas.microsoft.com/office/drawing/2014/main" id="{6ED16950-162D-321D-46EF-C3A063E2B6CE}"/>
                    </a:ext>
                  </a:extLst>
                </p:cNvPr>
                <p:cNvSpPr/>
                <p:nvPr/>
              </p:nvSpPr>
              <p:spPr>
                <a:xfrm>
                  <a:off x="183095" y="4834300"/>
                  <a:ext cx="380924" cy="310483"/>
                </a:xfrm>
                <a:prstGeom prst="ellipse">
                  <a:avLst/>
                </a:prstGeom>
                <a:ln w="12700"/>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rPr>
                          <m:t> </m:t>
                        </m:r>
                        <m:r>
                          <a:rPr lang="en-IN" sz="1200" b="0" i="1" smtClean="0">
                            <a:latin typeface="Cambria Math" panose="02040503050406030204" pitchFamily="18" charset="0"/>
                          </a:rPr>
                          <m:t>𝑡</m:t>
                        </m:r>
                      </m:oMath>
                    </m:oMathPara>
                  </a14:m>
                  <a:endParaRPr lang="en-IN" sz="1200" dirty="0"/>
                </a:p>
              </p:txBody>
            </p:sp>
          </mc:Choice>
          <mc:Fallback xmlns="">
            <p:sp>
              <p:nvSpPr>
                <p:cNvPr id="103" name="Oval 102">
                  <a:extLst>
                    <a:ext uri="{FF2B5EF4-FFF2-40B4-BE49-F238E27FC236}">
                      <a16:creationId xmlns:a16="http://schemas.microsoft.com/office/drawing/2014/main" id="{6ED16950-162D-321D-46EF-C3A063E2B6CE}"/>
                    </a:ext>
                  </a:extLst>
                </p:cNvPr>
                <p:cNvSpPr>
                  <a:spLocks noRot="1" noChangeAspect="1" noMove="1" noResize="1" noEditPoints="1" noAdjustHandles="1" noChangeArrowheads="1" noChangeShapeType="1" noTextEdit="1"/>
                </p:cNvSpPr>
                <p:nvPr/>
              </p:nvSpPr>
              <p:spPr>
                <a:xfrm>
                  <a:off x="183095" y="4834300"/>
                  <a:ext cx="380924" cy="310483"/>
                </a:xfrm>
                <a:prstGeom prst="ellipse">
                  <a:avLst/>
                </a:prstGeom>
                <a:blipFill>
                  <a:blip r:embed="rId8"/>
                  <a:stretch>
                    <a:fillRect/>
                  </a:stretch>
                </a:blipFill>
                <a:ln w="12700"/>
              </p:spPr>
              <p:txBody>
                <a:bodyPr/>
                <a:lstStyle/>
                <a:p>
                  <a:r>
                    <a:rPr lang="en-IN">
                      <a:noFill/>
                    </a:rPr>
                    <a:t> </a:t>
                  </a:r>
                </a:p>
              </p:txBody>
            </p:sp>
          </mc:Fallback>
        </mc:AlternateContent>
        <p:sp>
          <p:nvSpPr>
            <p:cNvPr id="104" name="Oval 103">
              <a:extLst>
                <a:ext uri="{FF2B5EF4-FFF2-40B4-BE49-F238E27FC236}">
                  <a16:creationId xmlns:a16="http://schemas.microsoft.com/office/drawing/2014/main" id="{38AACD64-AF30-8F40-0BEC-58EDBD631D1B}"/>
                </a:ext>
              </a:extLst>
            </p:cNvPr>
            <p:cNvSpPr/>
            <p:nvPr/>
          </p:nvSpPr>
          <p:spPr>
            <a:xfrm>
              <a:off x="1801524" y="3171082"/>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5" name="Oval 104">
              <a:extLst>
                <a:ext uri="{FF2B5EF4-FFF2-40B4-BE49-F238E27FC236}">
                  <a16:creationId xmlns:a16="http://schemas.microsoft.com/office/drawing/2014/main" id="{06C1CD68-BAFA-9B5C-2E35-80EFC713AB1A}"/>
                </a:ext>
              </a:extLst>
            </p:cNvPr>
            <p:cNvSpPr/>
            <p:nvPr/>
          </p:nvSpPr>
          <p:spPr>
            <a:xfrm>
              <a:off x="1810220" y="3729958"/>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a:extLst>
                <a:ext uri="{FF2B5EF4-FFF2-40B4-BE49-F238E27FC236}">
                  <a16:creationId xmlns:a16="http://schemas.microsoft.com/office/drawing/2014/main" id="{8F9C368D-BC80-C711-5ADE-A633B3389875}"/>
                </a:ext>
              </a:extLst>
            </p:cNvPr>
            <p:cNvSpPr/>
            <p:nvPr/>
          </p:nvSpPr>
          <p:spPr>
            <a:xfrm>
              <a:off x="1856869" y="4286774"/>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AC2023BB-9DFD-4A96-5128-06F9BE3ABA81}"/>
                </a:ext>
              </a:extLst>
            </p:cNvPr>
            <p:cNvSpPr/>
            <p:nvPr/>
          </p:nvSpPr>
          <p:spPr>
            <a:xfrm>
              <a:off x="1828022" y="4853536"/>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Oval 107">
              <a:extLst>
                <a:ext uri="{FF2B5EF4-FFF2-40B4-BE49-F238E27FC236}">
                  <a16:creationId xmlns:a16="http://schemas.microsoft.com/office/drawing/2014/main" id="{B14D11AA-B1C8-0AEA-BBE3-904D10BBEC0B}"/>
                </a:ext>
              </a:extLst>
            </p:cNvPr>
            <p:cNvSpPr/>
            <p:nvPr/>
          </p:nvSpPr>
          <p:spPr>
            <a:xfrm>
              <a:off x="1837567" y="5413293"/>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9" name="Oval 108">
                  <a:extLst>
                    <a:ext uri="{FF2B5EF4-FFF2-40B4-BE49-F238E27FC236}">
                      <a16:creationId xmlns:a16="http://schemas.microsoft.com/office/drawing/2014/main" id="{33A8497E-FE3B-5D40-4E56-82588683E80A}"/>
                    </a:ext>
                  </a:extLst>
                </p:cNvPr>
                <p:cNvSpPr/>
                <p:nvPr/>
              </p:nvSpPr>
              <p:spPr>
                <a:xfrm>
                  <a:off x="2612199" y="4119044"/>
                  <a:ext cx="718206" cy="661058"/>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rPr>
                          <m:t> (</m:t>
                        </m:r>
                        <m:acc>
                          <m:accPr>
                            <m:chr m:val="̂"/>
                            <m:ctrlPr>
                              <a:rPr lang="en-IN" sz="1200" i="1">
                                <a:latin typeface="Cambria Math" panose="02040503050406030204" pitchFamily="18" charset="0"/>
                              </a:rPr>
                            </m:ctrlPr>
                          </m:accPr>
                          <m:e>
                            <m:r>
                              <a:rPr lang="en-IN" sz="1200" i="1" smtClean="0">
                                <a:latin typeface="Cambria Math" panose="02040503050406030204" pitchFamily="18" charset="0"/>
                                <a:ea typeface="Cambria Math" panose="02040503050406030204" pitchFamily="18" charset="0"/>
                              </a:rPr>
                              <m:t>𝜌</m:t>
                            </m:r>
                          </m:e>
                        </m:acc>
                        <m:r>
                          <a:rPr lang="en-IN" sz="1200" b="0" i="1" smtClean="0">
                            <a:latin typeface="Cambria Math" panose="02040503050406030204" pitchFamily="18" charset="0"/>
                          </a:rPr>
                          <m:t>,</m:t>
                        </m:r>
                        <m:acc>
                          <m:accPr>
                            <m:chr m:val="̂"/>
                            <m:ctrlPr>
                              <a:rPr lang="en-IN" sz="1200" i="1" smtClean="0">
                                <a:latin typeface="Cambria Math" panose="02040503050406030204" pitchFamily="18" charset="0"/>
                              </a:rPr>
                            </m:ctrlPr>
                          </m:accPr>
                          <m:e>
                            <m:r>
                              <a:rPr lang="en-IN" sz="1200" b="0" i="1" smtClean="0">
                                <a:latin typeface="Cambria Math" panose="02040503050406030204" pitchFamily="18" charset="0"/>
                              </a:rPr>
                              <m:t>𝑢</m:t>
                            </m:r>
                          </m:e>
                        </m:acc>
                        <m:r>
                          <a:rPr lang="en-IN" sz="1200" b="0" i="1" smtClean="0">
                            <a:latin typeface="Cambria Math" panose="02040503050406030204" pitchFamily="18" charset="0"/>
                          </a:rPr>
                          <m:t>,</m:t>
                        </m:r>
                        <m:acc>
                          <m:accPr>
                            <m:chr m:val="̂"/>
                            <m:ctrlPr>
                              <a:rPr lang="en-IN" sz="1200" i="1">
                                <a:latin typeface="Cambria Math" panose="02040503050406030204" pitchFamily="18" charset="0"/>
                              </a:rPr>
                            </m:ctrlPr>
                          </m:accPr>
                          <m:e>
                            <m:r>
                              <a:rPr lang="en-IN" sz="1200" b="0" i="1" smtClean="0">
                                <a:latin typeface="Cambria Math" panose="02040503050406030204" pitchFamily="18" charset="0"/>
                              </a:rPr>
                              <m:t>𝑝</m:t>
                            </m:r>
                          </m:e>
                        </m:acc>
                        <m:r>
                          <a:rPr lang="en-IN" sz="1200" b="0" i="1" smtClean="0">
                            <a:latin typeface="Cambria Math" panose="02040503050406030204" pitchFamily="18" charset="0"/>
                          </a:rPr>
                          <m:t>)</m:t>
                        </m:r>
                      </m:oMath>
                    </m:oMathPara>
                  </a14:m>
                  <a:endParaRPr lang="en-IN" sz="1200" dirty="0"/>
                </a:p>
              </p:txBody>
            </p:sp>
          </mc:Choice>
          <mc:Fallback xmlns="">
            <p:sp>
              <p:nvSpPr>
                <p:cNvPr id="109" name="Oval 108">
                  <a:extLst>
                    <a:ext uri="{FF2B5EF4-FFF2-40B4-BE49-F238E27FC236}">
                      <a16:creationId xmlns:a16="http://schemas.microsoft.com/office/drawing/2014/main" id="{33A8497E-FE3B-5D40-4E56-82588683E80A}"/>
                    </a:ext>
                  </a:extLst>
                </p:cNvPr>
                <p:cNvSpPr>
                  <a:spLocks noRot="1" noChangeAspect="1" noMove="1" noResize="1" noEditPoints="1" noAdjustHandles="1" noChangeArrowheads="1" noChangeShapeType="1" noTextEdit="1"/>
                </p:cNvSpPr>
                <p:nvPr/>
              </p:nvSpPr>
              <p:spPr>
                <a:xfrm>
                  <a:off x="2612199" y="4119044"/>
                  <a:ext cx="718206" cy="661058"/>
                </a:xfrm>
                <a:prstGeom prst="ellipse">
                  <a:avLst/>
                </a:prstGeom>
                <a:blipFill>
                  <a:blip r:embed="rId9"/>
                  <a:stretch>
                    <a:fillRect l="-7368" r="-20000"/>
                  </a:stretch>
                </a:blipFill>
                <a:ln/>
              </p:spPr>
              <p:txBody>
                <a:bodyPr/>
                <a:lstStyle/>
                <a:p>
                  <a:r>
                    <a:rPr lang="en-IN">
                      <a:noFill/>
                    </a:rPr>
                    <a:t> </a:t>
                  </a:r>
                </a:p>
              </p:txBody>
            </p:sp>
          </mc:Fallback>
        </mc:AlternateContent>
        <p:cxnSp>
          <p:nvCxnSpPr>
            <p:cNvPr id="110" name="Straight Arrow Connector 109">
              <a:extLst>
                <a:ext uri="{FF2B5EF4-FFF2-40B4-BE49-F238E27FC236}">
                  <a16:creationId xmlns:a16="http://schemas.microsoft.com/office/drawing/2014/main" id="{0E8BEFFC-6912-98A8-7735-82EDA5F51A2F}"/>
                </a:ext>
              </a:extLst>
            </p:cNvPr>
            <p:cNvCxnSpPr>
              <a:cxnSpLocks/>
              <a:stCxn id="102" idx="6"/>
              <a:endCxn id="126" idx="2"/>
            </p:cNvCxnSpPr>
            <p:nvPr/>
          </p:nvCxnSpPr>
          <p:spPr>
            <a:xfrm flipV="1">
              <a:off x="566835" y="3337180"/>
              <a:ext cx="432196" cy="5615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FCC22380-85CF-3D83-7DA3-15168CF9A174}"/>
                </a:ext>
              </a:extLst>
            </p:cNvPr>
            <p:cNvCxnSpPr>
              <a:cxnSpLocks/>
              <a:stCxn id="102" idx="6"/>
              <a:endCxn id="127" idx="2"/>
            </p:cNvCxnSpPr>
            <p:nvPr/>
          </p:nvCxnSpPr>
          <p:spPr>
            <a:xfrm flipV="1">
              <a:off x="566835" y="3892232"/>
              <a:ext cx="426886" cy="64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9B7E11BA-834C-4220-5D1D-1A955F91C013}"/>
                </a:ext>
              </a:extLst>
            </p:cNvPr>
            <p:cNvCxnSpPr>
              <a:cxnSpLocks/>
              <a:stCxn id="102" idx="6"/>
              <a:endCxn id="128" idx="2"/>
            </p:cNvCxnSpPr>
            <p:nvPr/>
          </p:nvCxnSpPr>
          <p:spPr>
            <a:xfrm>
              <a:off x="566835" y="3898692"/>
              <a:ext cx="419049" cy="54859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A525958C-B047-E34A-6409-9EF846C4A910}"/>
                </a:ext>
              </a:extLst>
            </p:cNvPr>
            <p:cNvCxnSpPr>
              <a:cxnSpLocks/>
              <a:stCxn id="102" idx="6"/>
              <a:endCxn id="129" idx="2"/>
            </p:cNvCxnSpPr>
            <p:nvPr/>
          </p:nvCxnSpPr>
          <p:spPr>
            <a:xfrm>
              <a:off x="566835" y="3898692"/>
              <a:ext cx="413416" cy="110191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0CC7CF18-37BA-EBC9-C3C7-99EB9B4D476E}"/>
                </a:ext>
              </a:extLst>
            </p:cNvPr>
            <p:cNvCxnSpPr>
              <a:cxnSpLocks/>
              <a:stCxn id="102" idx="6"/>
              <a:endCxn id="130" idx="2"/>
            </p:cNvCxnSpPr>
            <p:nvPr/>
          </p:nvCxnSpPr>
          <p:spPr>
            <a:xfrm>
              <a:off x="566835" y="3898692"/>
              <a:ext cx="410600" cy="16783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DC210C2D-A250-5C35-B2C2-879DC9A2F0CF}"/>
                </a:ext>
              </a:extLst>
            </p:cNvPr>
            <p:cNvCxnSpPr>
              <a:cxnSpLocks/>
              <a:stCxn id="103" idx="6"/>
              <a:endCxn id="129" idx="2"/>
            </p:cNvCxnSpPr>
            <p:nvPr/>
          </p:nvCxnSpPr>
          <p:spPr>
            <a:xfrm>
              <a:off x="564019" y="4989542"/>
              <a:ext cx="416232" cy="110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A3915A5B-3A22-5088-F80B-C4BE58B15FB6}"/>
                </a:ext>
              </a:extLst>
            </p:cNvPr>
            <p:cNvCxnSpPr>
              <a:cxnSpLocks/>
              <a:stCxn id="103" idx="6"/>
              <a:endCxn id="126" idx="2"/>
            </p:cNvCxnSpPr>
            <p:nvPr/>
          </p:nvCxnSpPr>
          <p:spPr>
            <a:xfrm flipV="1">
              <a:off x="564019" y="3337180"/>
              <a:ext cx="435012" cy="16523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9D34D54-B828-4B8C-159E-249677D63792}"/>
                </a:ext>
              </a:extLst>
            </p:cNvPr>
            <p:cNvCxnSpPr>
              <a:cxnSpLocks/>
              <a:stCxn id="103" idx="6"/>
              <a:endCxn id="127" idx="2"/>
            </p:cNvCxnSpPr>
            <p:nvPr/>
          </p:nvCxnSpPr>
          <p:spPr>
            <a:xfrm flipV="1">
              <a:off x="564019" y="3892232"/>
              <a:ext cx="429702" cy="10973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6C0A5370-D4AC-E601-4575-211AFDE62946}"/>
                </a:ext>
              </a:extLst>
            </p:cNvPr>
            <p:cNvCxnSpPr>
              <a:cxnSpLocks/>
              <a:stCxn id="103" idx="6"/>
              <a:endCxn id="128" idx="2"/>
            </p:cNvCxnSpPr>
            <p:nvPr/>
          </p:nvCxnSpPr>
          <p:spPr>
            <a:xfrm flipV="1">
              <a:off x="564019" y="4447285"/>
              <a:ext cx="421865" cy="5422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EBD1FF42-D6B9-6197-4BE8-ABE2A6A74E77}"/>
                </a:ext>
              </a:extLst>
            </p:cNvPr>
            <p:cNvCxnSpPr>
              <a:cxnSpLocks/>
              <a:stCxn id="108" idx="6"/>
              <a:endCxn id="109" idx="2"/>
            </p:cNvCxnSpPr>
            <p:nvPr/>
          </p:nvCxnSpPr>
          <p:spPr>
            <a:xfrm flipV="1">
              <a:off x="2218491" y="4449573"/>
              <a:ext cx="393708" cy="11189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EDCBEC92-911E-CFE3-4621-5B3C3F867017}"/>
                </a:ext>
              </a:extLst>
            </p:cNvPr>
            <p:cNvCxnSpPr>
              <a:cxnSpLocks/>
              <a:stCxn id="107" idx="6"/>
              <a:endCxn id="109" idx="2"/>
            </p:cNvCxnSpPr>
            <p:nvPr/>
          </p:nvCxnSpPr>
          <p:spPr>
            <a:xfrm flipV="1">
              <a:off x="2208946" y="4449573"/>
              <a:ext cx="403253" cy="5592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EFFA9BD6-778D-74B5-B200-79ED5AE3D08B}"/>
                </a:ext>
              </a:extLst>
            </p:cNvPr>
            <p:cNvCxnSpPr>
              <a:cxnSpLocks/>
              <a:stCxn id="106" idx="6"/>
              <a:endCxn id="109" idx="2"/>
            </p:cNvCxnSpPr>
            <p:nvPr/>
          </p:nvCxnSpPr>
          <p:spPr>
            <a:xfrm>
              <a:off x="2237793" y="4442016"/>
              <a:ext cx="374406" cy="75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95875D9F-E110-BE0C-FADC-CFB832A3BB9C}"/>
                </a:ext>
              </a:extLst>
            </p:cNvPr>
            <p:cNvCxnSpPr>
              <a:cxnSpLocks/>
              <a:stCxn id="105" idx="6"/>
              <a:endCxn id="109" idx="2"/>
            </p:cNvCxnSpPr>
            <p:nvPr/>
          </p:nvCxnSpPr>
          <p:spPr>
            <a:xfrm>
              <a:off x="2191144" y="3885200"/>
              <a:ext cx="421055" cy="5643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B6700C5D-3D1D-9600-A9C3-7C6CBE619FBD}"/>
                </a:ext>
              </a:extLst>
            </p:cNvPr>
            <p:cNvCxnSpPr>
              <a:cxnSpLocks/>
              <a:stCxn id="104" idx="6"/>
              <a:endCxn id="109" idx="2"/>
            </p:cNvCxnSpPr>
            <p:nvPr/>
          </p:nvCxnSpPr>
          <p:spPr>
            <a:xfrm>
              <a:off x="2182448" y="3326324"/>
              <a:ext cx="429751" cy="112324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6BB6B245-E9BC-A892-2297-E227C85F13C4}"/>
                </a:ext>
              </a:extLst>
            </p:cNvPr>
            <p:cNvCxnSpPr>
              <a:cxnSpLocks/>
              <a:stCxn id="109" idx="6"/>
              <a:endCxn id="84" idx="2"/>
            </p:cNvCxnSpPr>
            <p:nvPr/>
          </p:nvCxnSpPr>
          <p:spPr>
            <a:xfrm>
              <a:off x="3330405" y="4449573"/>
              <a:ext cx="514555" cy="3194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D2874DFC-2676-9AF7-EED8-BD934FC7027F}"/>
                </a:ext>
              </a:extLst>
            </p:cNvPr>
            <p:cNvCxnSpPr>
              <a:cxnSpLocks/>
              <a:stCxn id="103" idx="6"/>
              <a:endCxn id="130" idx="2"/>
            </p:cNvCxnSpPr>
            <p:nvPr/>
          </p:nvCxnSpPr>
          <p:spPr>
            <a:xfrm>
              <a:off x="564019" y="4989542"/>
              <a:ext cx="413416" cy="58749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Oval 125">
              <a:extLst>
                <a:ext uri="{FF2B5EF4-FFF2-40B4-BE49-F238E27FC236}">
                  <a16:creationId xmlns:a16="http://schemas.microsoft.com/office/drawing/2014/main" id="{9F91EFF0-CBAF-C88D-8AC9-AF2FF353388A}"/>
                </a:ext>
              </a:extLst>
            </p:cNvPr>
            <p:cNvSpPr/>
            <p:nvPr/>
          </p:nvSpPr>
          <p:spPr>
            <a:xfrm>
              <a:off x="999031" y="3181938"/>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Oval 126">
              <a:extLst>
                <a:ext uri="{FF2B5EF4-FFF2-40B4-BE49-F238E27FC236}">
                  <a16:creationId xmlns:a16="http://schemas.microsoft.com/office/drawing/2014/main" id="{ED43B6E8-4E5A-BAF6-315A-0E5ECB280CA7}"/>
                </a:ext>
              </a:extLst>
            </p:cNvPr>
            <p:cNvSpPr/>
            <p:nvPr/>
          </p:nvSpPr>
          <p:spPr>
            <a:xfrm>
              <a:off x="993721" y="3736990"/>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Oval 127">
              <a:extLst>
                <a:ext uri="{FF2B5EF4-FFF2-40B4-BE49-F238E27FC236}">
                  <a16:creationId xmlns:a16="http://schemas.microsoft.com/office/drawing/2014/main" id="{63486106-0AB7-5069-51B2-81123C189F2B}"/>
                </a:ext>
              </a:extLst>
            </p:cNvPr>
            <p:cNvSpPr/>
            <p:nvPr/>
          </p:nvSpPr>
          <p:spPr>
            <a:xfrm>
              <a:off x="985884" y="4292043"/>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Oval 128">
              <a:extLst>
                <a:ext uri="{FF2B5EF4-FFF2-40B4-BE49-F238E27FC236}">
                  <a16:creationId xmlns:a16="http://schemas.microsoft.com/office/drawing/2014/main" id="{FD9A4F93-0098-30BB-0F7B-38C95809A846}"/>
                </a:ext>
              </a:extLst>
            </p:cNvPr>
            <p:cNvSpPr/>
            <p:nvPr/>
          </p:nvSpPr>
          <p:spPr>
            <a:xfrm>
              <a:off x="980251" y="4845363"/>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Oval 129">
              <a:extLst>
                <a:ext uri="{FF2B5EF4-FFF2-40B4-BE49-F238E27FC236}">
                  <a16:creationId xmlns:a16="http://schemas.microsoft.com/office/drawing/2014/main" id="{D80BD56E-71D9-6850-C127-4FBA3D863D63}"/>
                </a:ext>
              </a:extLst>
            </p:cNvPr>
            <p:cNvSpPr/>
            <p:nvPr/>
          </p:nvSpPr>
          <p:spPr>
            <a:xfrm>
              <a:off x="977435" y="5421796"/>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31" name="Oval 130">
                  <a:extLst>
                    <a:ext uri="{FF2B5EF4-FFF2-40B4-BE49-F238E27FC236}">
                      <a16:creationId xmlns:a16="http://schemas.microsoft.com/office/drawing/2014/main" id="{1EC5EBE8-E7E5-222D-B8BB-3F801F3F014C}"/>
                    </a:ext>
                  </a:extLst>
                </p:cNvPr>
                <p:cNvSpPr/>
                <p:nvPr/>
              </p:nvSpPr>
              <p:spPr>
                <a:xfrm>
                  <a:off x="3834188" y="3891590"/>
                  <a:ext cx="505210" cy="457256"/>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000" b="0" i="1" smtClean="0">
                            <a:latin typeface="Cambria Math" panose="02040503050406030204" pitchFamily="18" charset="0"/>
                          </a:rPr>
                          <m:t> </m:t>
                        </m:r>
                        <m:f>
                          <m:fPr>
                            <m:ctrlPr>
                              <a:rPr lang="en-IN" sz="1000" i="1" smtClean="0">
                                <a:latin typeface="Cambria Math" panose="02040503050406030204" pitchFamily="18" charset="0"/>
                              </a:rPr>
                            </m:ctrlPr>
                          </m:fPr>
                          <m:num>
                            <m:sSup>
                              <m:sSupPr>
                                <m:ctrlPr>
                                  <a:rPr lang="en-IN" sz="1000" i="1" smtClean="0">
                                    <a:latin typeface="Cambria Math" panose="02040503050406030204" pitchFamily="18" charset="0"/>
                                  </a:rPr>
                                </m:ctrlPr>
                              </m:sSupPr>
                              <m:e>
                                <m:r>
                                  <a:rPr lang="en-IN" sz="1000" i="1" smtClean="0">
                                    <a:latin typeface="Cambria Math" panose="02040503050406030204" pitchFamily="18" charset="0"/>
                                    <a:ea typeface="Cambria Math" panose="02040503050406030204" pitchFamily="18" charset="0"/>
                                  </a:rPr>
                                  <m:t>𝜕</m:t>
                                </m:r>
                              </m:e>
                              <m:sup>
                                <m:r>
                                  <a:rPr lang="en-IN" sz="1000" b="0" i="1" smtClean="0">
                                    <a:latin typeface="Cambria Math" panose="02040503050406030204" pitchFamily="18" charset="0"/>
                                  </a:rPr>
                                  <m:t>2</m:t>
                                </m:r>
                              </m:sup>
                            </m:sSup>
                            <m:acc>
                              <m:accPr>
                                <m:chr m:val="̂"/>
                                <m:ctrlPr>
                                  <a:rPr lang="en-IN" sz="1000" i="1" dirty="0">
                                    <a:latin typeface="Cambria Math" panose="02040503050406030204" pitchFamily="18" charset="0"/>
                                  </a:rPr>
                                </m:ctrlPr>
                              </m:accPr>
                              <m:e>
                                <m:r>
                                  <a:rPr lang="en-IN" sz="1000" b="1" i="1" dirty="0">
                                    <a:latin typeface="Cambria Math" panose="02040503050406030204" pitchFamily="18" charset="0"/>
                                  </a:rPr>
                                  <m:t>𝒖</m:t>
                                </m:r>
                              </m:e>
                            </m:acc>
                          </m:num>
                          <m:den>
                            <m:sSup>
                              <m:sSupPr>
                                <m:ctrlPr>
                                  <a:rPr lang="en-IN" sz="1000" i="1" dirty="0" smtClean="0">
                                    <a:latin typeface="Cambria Math" panose="02040503050406030204" pitchFamily="18" charset="0"/>
                                  </a:rPr>
                                </m:ctrlPr>
                              </m:sSupPr>
                              <m:e>
                                <m:r>
                                  <a:rPr lang="en-IN" sz="1000" i="1" dirty="0" smtClean="0">
                                    <a:latin typeface="Cambria Math" panose="02040503050406030204" pitchFamily="18" charset="0"/>
                                    <a:ea typeface="Cambria Math" panose="02040503050406030204" pitchFamily="18" charset="0"/>
                                  </a:rPr>
                                  <m:t>𝜕</m:t>
                                </m:r>
                                <m:r>
                                  <a:rPr lang="en-IN" sz="1000" b="0" i="1" dirty="0" smtClean="0">
                                    <a:latin typeface="Cambria Math" panose="02040503050406030204" pitchFamily="18" charset="0"/>
                                    <a:ea typeface="Cambria Math" panose="02040503050406030204" pitchFamily="18" charset="0"/>
                                  </a:rPr>
                                  <m:t>𝑥</m:t>
                                </m:r>
                              </m:e>
                              <m:sup>
                                <m:r>
                                  <a:rPr lang="en-IN" sz="1000" b="0" i="1" dirty="0" smtClean="0">
                                    <a:latin typeface="Cambria Math" panose="02040503050406030204" pitchFamily="18" charset="0"/>
                                  </a:rPr>
                                  <m:t>2</m:t>
                                </m:r>
                              </m:sup>
                            </m:sSup>
                          </m:den>
                        </m:f>
                      </m:oMath>
                    </m:oMathPara>
                  </a14:m>
                  <a:endParaRPr lang="en-IN" sz="1000" dirty="0"/>
                </a:p>
              </p:txBody>
            </p:sp>
          </mc:Choice>
          <mc:Fallback xmlns="">
            <p:sp>
              <p:nvSpPr>
                <p:cNvPr id="131" name="Oval 130">
                  <a:extLst>
                    <a:ext uri="{FF2B5EF4-FFF2-40B4-BE49-F238E27FC236}">
                      <a16:creationId xmlns:a16="http://schemas.microsoft.com/office/drawing/2014/main" id="{1EC5EBE8-E7E5-222D-B8BB-3F801F3F014C}"/>
                    </a:ext>
                  </a:extLst>
                </p:cNvPr>
                <p:cNvSpPr>
                  <a:spLocks noRot="1" noChangeAspect="1" noMove="1" noResize="1" noEditPoints="1" noAdjustHandles="1" noChangeArrowheads="1" noChangeShapeType="1" noTextEdit="1"/>
                </p:cNvSpPr>
                <p:nvPr/>
              </p:nvSpPr>
              <p:spPr>
                <a:xfrm>
                  <a:off x="3834188" y="3891590"/>
                  <a:ext cx="505210" cy="457256"/>
                </a:xfrm>
                <a:prstGeom prst="ellipse">
                  <a:avLst/>
                </a:prstGeom>
                <a:blipFill>
                  <a:blip r:embed="rId10"/>
                  <a:stretch>
                    <a:fillRect t="-3448" b="-6897"/>
                  </a:stretch>
                </a:blipFill>
                <a:ln/>
              </p:spPr>
              <p:txBody>
                <a:bodyPr/>
                <a:lstStyle/>
                <a:p>
                  <a:r>
                    <a:rPr lang="en-IN">
                      <a:noFill/>
                    </a:rPr>
                    <a:t> </a:t>
                  </a:r>
                </a:p>
              </p:txBody>
            </p:sp>
          </mc:Fallback>
        </mc:AlternateContent>
        <p:cxnSp>
          <p:nvCxnSpPr>
            <p:cNvPr id="132" name="Straight Arrow Connector 131">
              <a:extLst>
                <a:ext uri="{FF2B5EF4-FFF2-40B4-BE49-F238E27FC236}">
                  <a16:creationId xmlns:a16="http://schemas.microsoft.com/office/drawing/2014/main" id="{71AF807E-A49D-AD13-0AB4-51BE30AA0422}"/>
                </a:ext>
              </a:extLst>
            </p:cNvPr>
            <p:cNvCxnSpPr>
              <a:cxnSpLocks/>
              <a:stCxn id="109" idx="6"/>
              <a:endCxn id="131" idx="2"/>
            </p:cNvCxnSpPr>
            <p:nvPr/>
          </p:nvCxnSpPr>
          <p:spPr>
            <a:xfrm flipV="1">
              <a:off x="3330405" y="4120218"/>
              <a:ext cx="503783" cy="3293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0801A511-A0B2-B0B6-2FD0-C971C89F8761}"/>
                </a:ext>
              </a:extLst>
            </p:cNvPr>
            <p:cNvCxnSpPr>
              <a:cxnSpLocks/>
              <a:stCxn id="131" idx="6"/>
              <a:endCxn id="88" idx="1"/>
            </p:cNvCxnSpPr>
            <p:nvPr/>
          </p:nvCxnSpPr>
          <p:spPr>
            <a:xfrm>
              <a:off x="4339398" y="4120218"/>
              <a:ext cx="459909" cy="3707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AF15F2D5-0FA7-CCAD-22F2-CBE6A2035EBB}"/>
                    </a:ext>
                  </a:extLst>
                </p:cNvPr>
                <p:cNvSpPr txBox="1"/>
                <p:nvPr/>
              </p:nvSpPr>
              <p:spPr>
                <a:xfrm>
                  <a:off x="1357518" y="4302572"/>
                  <a:ext cx="4554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124" name="TextBox 123">
                  <a:extLst>
                    <a:ext uri="{FF2B5EF4-FFF2-40B4-BE49-F238E27FC236}">
                      <a16:creationId xmlns:a16="http://schemas.microsoft.com/office/drawing/2014/main" id="{8111C628-8BC9-5FA7-D13B-523EC571D0DA}"/>
                    </a:ext>
                  </a:extLst>
                </p:cNvPr>
                <p:cNvSpPr txBox="1">
                  <a:spLocks noRot="1" noChangeAspect="1" noMove="1" noResize="1" noEditPoints="1" noAdjustHandles="1" noChangeArrowheads="1" noChangeShapeType="1" noTextEdit="1"/>
                </p:cNvSpPr>
                <p:nvPr/>
              </p:nvSpPr>
              <p:spPr>
                <a:xfrm>
                  <a:off x="1357518" y="4302572"/>
                  <a:ext cx="455403" cy="369332"/>
                </a:xfrm>
                <a:prstGeom prst="rect">
                  <a:avLst/>
                </a:prstGeom>
                <a:blipFill>
                  <a:blip r:embed="rId12"/>
                  <a:stretch>
                    <a:fillRect/>
                  </a:stretch>
                </a:blipFill>
              </p:spPr>
              <p:txBody>
                <a:bodyPr/>
                <a:lstStyle/>
                <a:p>
                  <a:r>
                    <a:rPr lang="en-IN">
                      <a:noFill/>
                    </a:rPr>
                    <a:t> </a:t>
                  </a:r>
                </a:p>
              </p:txBody>
            </p:sp>
          </mc:Fallback>
        </mc:AlternateContent>
      </p:grpSp>
      <p:pic>
        <p:nvPicPr>
          <p:cNvPr id="138" name="Picture 137">
            <a:extLst>
              <a:ext uri="{FF2B5EF4-FFF2-40B4-BE49-F238E27FC236}">
                <a16:creationId xmlns:a16="http://schemas.microsoft.com/office/drawing/2014/main" id="{D0C1E313-8A61-BEAE-45F6-30D71B38D5D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255060" y="3889067"/>
            <a:ext cx="2607251" cy="2520823"/>
          </a:xfrm>
          <a:prstGeom prst="rect">
            <a:avLst/>
          </a:prstGeom>
        </p:spPr>
      </p:pic>
      <p:pic>
        <p:nvPicPr>
          <p:cNvPr id="139" name="Picture 138">
            <a:extLst>
              <a:ext uri="{FF2B5EF4-FFF2-40B4-BE49-F238E27FC236}">
                <a16:creationId xmlns:a16="http://schemas.microsoft.com/office/drawing/2014/main" id="{528C38A4-2510-8676-83FD-0C473D3600B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505430" y="3889067"/>
            <a:ext cx="2599864" cy="2520823"/>
          </a:xfrm>
          <a:prstGeom prst="rect">
            <a:avLst/>
          </a:prstGeom>
        </p:spPr>
      </p:pic>
      <mc:AlternateContent xmlns:mc="http://schemas.openxmlformats.org/markup-compatibility/2006" xmlns:a14="http://schemas.microsoft.com/office/drawing/2010/main">
        <mc:Choice Requires="a14">
          <p:graphicFrame>
            <p:nvGraphicFramePr>
              <p:cNvPr id="140" name="Table 233">
                <a:extLst>
                  <a:ext uri="{FF2B5EF4-FFF2-40B4-BE49-F238E27FC236}">
                    <a16:creationId xmlns:a16="http://schemas.microsoft.com/office/drawing/2014/main" id="{B0C75F27-01B6-0D71-6DAF-8A0DF3631738}"/>
                  </a:ext>
                </a:extLst>
              </p:cNvPr>
              <p:cNvGraphicFramePr>
                <a:graphicFrameLocks noGrp="1"/>
              </p:cNvGraphicFramePr>
              <p:nvPr>
                <p:extLst>
                  <p:ext uri="{D42A27DB-BD31-4B8C-83A1-F6EECF244321}">
                    <p14:modId xmlns:p14="http://schemas.microsoft.com/office/powerpoint/2010/main" val="3384240307"/>
                  </p:ext>
                </p:extLst>
              </p:nvPr>
            </p:nvGraphicFramePr>
            <p:xfrm>
              <a:off x="8815033" y="549057"/>
              <a:ext cx="2888291" cy="2716036"/>
            </p:xfrm>
            <a:graphic>
              <a:graphicData uri="http://schemas.openxmlformats.org/drawingml/2006/table">
                <a:tbl>
                  <a:tblPr firstRow="1" bandRow="1">
                    <a:tableStyleId>{5940675A-B579-460E-94D1-54222C63F5DA}</a:tableStyleId>
                  </a:tblPr>
                  <a:tblGrid>
                    <a:gridCol w="1946705">
                      <a:extLst>
                        <a:ext uri="{9D8B030D-6E8A-4147-A177-3AD203B41FA5}">
                          <a16:colId xmlns:a16="http://schemas.microsoft.com/office/drawing/2014/main" val="2620844179"/>
                        </a:ext>
                      </a:extLst>
                    </a:gridCol>
                    <a:gridCol w="941586">
                      <a:extLst>
                        <a:ext uri="{9D8B030D-6E8A-4147-A177-3AD203B41FA5}">
                          <a16:colId xmlns:a16="http://schemas.microsoft.com/office/drawing/2014/main" val="3992710186"/>
                        </a:ext>
                      </a:extLst>
                    </a:gridCol>
                  </a:tblGrid>
                  <a:tr h="179484">
                    <a:tc>
                      <a:txBody>
                        <a:bodyPr/>
                        <a:lstStyle/>
                        <a:p>
                          <a:pPr algn="ctr"/>
                          <a:r>
                            <a:rPr lang="en-IN" sz="1200" dirty="0">
                              <a:latin typeface="Times New Roman" panose="02020603050405020304" pitchFamily="18" charset="0"/>
                              <a:cs typeface="Times New Roman" panose="02020603050405020304" pitchFamily="18" charset="0"/>
                            </a:rPr>
                            <a:t>Input</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m:t>
                                </m:r>
                                <m:r>
                                  <a:rPr lang="en-IN" sz="1200" i="1" dirty="0" err="1" smtClean="0">
                                    <a:latin typeface="Cambria Math" panose="02040503050406030204" pitchFamily="18" charset="0"/>
                                    <a:cs typeface="Times New Roman" panose="02020603050405020304" pitchFamily="18" charset="0"/>
                                  </a:rPr>
                                  <m:t>𝑥</m:t>
                                </m:r>
                                <m:r>
                                  <a:rPr lang="en-IN" sz="1200" i="1" dirty="0" err="1" smtClean="0">
                                    <a:latin typeface="Cambria Math" panose="02040503050406030204" pitchFamily="18" charset="0"/>
                                    <a:cs typeface="Times New Roman" panose="02020603050405020304" pitchFamily="18" charset="0"/>
                                  </a:rPr>
                                  <m:t>, </m:t>
                                </m:r>
                                <m:r>
                                  <a:rPr lang="en-IN" sz="1200" b="0" i="1" dirty="0" smtClean="0">
                                    <a:latin typeface="Cambria Math" panose="02040503050406030204" pitchFamily="18" charset="0"/>
                                    <a:cs typeface="Times New Roman" panose="02020603050405020304" pitchFamily="18" charset="0"/>
                                  </a:rPr>
                                  <m:t>𝑡</m:t>
                                </m:r>
                                <m:r>
                                  <a:rPr lang="en-IN" sz="1200" i="1" dirty="0" smtClean="0">
                                    <a:latin typeface="Cambria Math" panose="02040503050406030204" pitchFamily="18" charset="0"/>
                                    <a:cs typeface="Times New Roman" panose="02020603050405020304" pitchFamily="18" charset="0"/>
                                  </a:rPr>
                                  <m:t>)</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35024328"/>
                      </a:ext>
                    </a:extLst>
                  </a:tr>
                  <a:tr h="179484">
                    <a:tc>
                      <a:txBody>
                        <a:bodyPr/>
                        <a:lstStyle/>
                        <a:p>
                          <a:pPr algn="ctr"/>
                          <a:r>
                            <a:rPr lang="en-IN" sz="1200" dirty="0">
                              <a:latin typeface="Times New Roman" panose="02020603050405020304" pitchFamily="18" charset="0"/>
                              <a:cs typeface="Times New Roman" panose="02020603050405020304" pitchFamily="18" charset="0"/>
                            </a:rPr>
                            <a:t>Output</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i="1" dirty="0" smtClean="0">
                                        <a:latin typeface="Cambria Math" panose="02040503050406030204" pitchFamily="18" charset="0"/>
                                        <a:ea typeface="Cambria Math" panose="02040503050406030204" pitchFamily="18" charset="0"/>
                                        <a:cs typeface="Times New Roman" panose="02020603050405020304" pitchFamily="18" charset="0"/>
                                      </a:rPr>
                                      <m:t>𝜌</m:t>
                                    </m:r>
                                  </m:e>
                                </m:acc>
                                <m:r>
                                  <a:rPr lang="en-IN" sz="1200" i="1" dirty="0" err="1"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b="0" i="1" dirty="0" smtClean="0">
                                        <a:latin typeface="Cambria Math" panose="02040503050406030204" pitchFamily="18" charset="0"/>
                                        <a:cs typeface="Times New Roman" panose="02020603050405020304" pitchFamily="18" charset="0"/>
                                      </a:rPr>
                                      <m:t>𝑢</m:t>
                                    </m:r>
                                  </m:e>
                                </m:acc>
                                <m:r>
                                  <a:rPr lang="en-IN" sz="1200" i="1" dirty="0" err="1"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b="0" i="1" dirty="0" smtClean="0">
                                        <a:latin typeface="Cambria Math" panose="02040503050406030204" pitchFamily="18" charset="0"/>
                                        <a:cs typeface="Times New Roman" panose="02020603050405020304" pitchFamily="18" charset="0"/>
                                      </a:rPr>
                                      <m:t>𝑝</m:t>
                                    </m:r>
                                  </m:e>
                                </m:acc>
                                <m:r>
                                  <a:rPr lang="en-IN" sz="1200" i="1" dirty="0" smtClean="0">
                                    <a:latin typeface="Cambria Math" panose="02040503050406030204" pitchFamily="18" charset="0"/>
                                    <a:cs typeface="Times New Roman" panose="02020603050405020304" pitchFamily="18" charset="0"/>
                                  </a:rPr>
                                  <m:t>)</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38068419"/>
                      </a:ext>
                    </a:extLst>
                  </a:tr>
                  <a:tr h="4187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Number of residual, training points.</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dirty="0" smtClean="0">
                                    <a:latin typeface="Cambria Math" panose="02040503050406030204" pitchFamily="18" charset="0"/>
                                    <a:cs typeface="Times New Roman" panose="02020603050405020304" pitchFamily="18" charset="0"/>
                                  </a:rPr>
                                  <m:t>(1</m:t>
                                </m:r>
                                <m:r>
                                  <a:rPr lang="en-IN" sz="1200" i="1" dirty="0" smtClean="0">
                                    <a:latin typeface="Cambria Math" panose="02040503050406030204" pitchFamily="18" charset="0"/>
                                    <a:cs typeface="Times New Roman" panose="02020603050405020304" pitchFamily="18" charset="0"/>
                                  </a:rPr>
                                  <m:t>000,</m:t>
                                </m:r>
                                <m:r>
                                  <a:rPr lang="en-IN" sz="1200" b="0" i="1" dirty="0" smtClean="0">
                                    <a:latin typeface="Cambria Math" panose="02040503050406030204" pitchFamily="18" charset="0"/>
                                    <a:cs typeface="Times New Roman" panose="02020603050405020304" pitchFamily="18" charset="0"/>
                                  </a:rPr>
                                  <m:t>2</m:t>
                                </m:r>
                                <m:r>
                                  <a:rPr lang="en-IN" sz="1200" i="1" dirty="0" smtClean="0">
                                    <a:latin typeface="Cambria Math" panose="02040503050406030204" pitchFamily="18" charset="0"/>
                                    <a:cs typeface="Times New Roman" panose="02020603050405020304" pitchFamily="18" charset="0"/>
                                  </a:rPr>
                                  <m:t>00</m:t>
                                </m:r>
                                <m:r>
                                  <a:rPr lang="en-IN" sz="1200" b="0" i="1" dirty="0" smtClean="0">
                                    <a:latin typeface="Cambria Math" panose="02040503050406030204" pitchFamily="18" charset="0"/>
                                    <a:cs typeface="Times New Roman" panose="02020603050405020304" pitchFamily="18" charset="0"/>
                                  </a:rPr>
                                  <m:t>)</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76951706"/>
                      </a:ext>
                    </a:extLst>
                  </a:tr>
                  <a:tr h="299141">
                    <a:tc>
                      <a:txBody>
                        <a:bodyPr/>
                        <a:lstStyle/>
                        <a:p>
                          <a:pPr algn="ctr"/>
                          <a:r>
                            <a:rPr lang="en-IN" sz="1200" dirty="0">
                              <a:latin typeface="Times New Roman" panose="02020603050405020304" pitchFamily="18" charset="0"/>
                              <a:cs typeface="Times New Roman" panose="02020603050405020304" pitchFamily="18" charset="0"/>
                            </a:rPr>
                            <a:t>Number of hidden layers</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6</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5496801"/>
                      </a:ext>
                    </a:extLst>
                  </a:tr>
                  <a:tr h="538453">
                    <a:tc>
                      <a:txBody>
                        <a:bodyPr/>
                        <a:lstStyle/>
                        <a:p>
                          <a:pPr algn="ctr"/>
                          <a:r>
                            <a:rPr lang="en-IN" sz="1200" dirty="0">
                              <a:latin typeface="Times New Roman" panose="02020603050405020304" pitchFamily="18" charset="0"/>
                              <a:cs typeface="Times New Roman" panose="02020603050405020304" pitchFamily="18" charset="0"/>
                            </a:rPr>
                            <a:t>Number of neurons in each hidden layers</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60</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88631038"/>
                      </a:ext>
                    </a:extLst>
                  </a:tr>
                  <a:tr h="299141">
                    <a:tc>
                      <a:txBody>
                        <a:bodyPr/>
                        <a:lstStyle/>
                        <a:p>
                          <a:pPr algn="ctr"/>
                          <a:r>
                            <a:rPr lang="en-IN" sz="1200" dirty="0">
                              <a:latin typeface="Times New Roman" panose="02020603050405020304" pitchFamily="18" charset="0"/>
                              <a:cs typeface="Times New Roman" panose="02020603050405020304" pitchFamily="18" charset="0"/>
                            </a:rPr>
                            <a:t>Optimization method</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𝐿</m:t>
                                </m:r>
                                <m:r>
                                  <a:rPr lang="en-IN" sz="1200" i="1" dirty="0" smtClean="0">
                                    <a:latin typeface="Cambria Math" panose="02040503050406030204" pitchFamily="18" charset="0"/>
                                    <a:cs typeface="Times New Roman" panose="02020603050405020304" pitchFamily="18" charset="0"/>
                                  </a:rPr>
                                  <m:t>−</m:t>
                                </m:r>
                                <m:r>
                                  <a:rPr lang="en-IN" sz="1200" i="1" dirty="0" smtClean="0">
                                    <a:latin typeface="Cambria Math" panose="02040503050406030204" pitchFamily="18" charset="0"/>
                                    <a:cs typeface="Times New Roman" panose="02020603050405020304" pitchFamily="18" charset="0"/>
                                  </a:rPr>
                                  <m:t>𝐵𝐹𝐺𝑆</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72962283"/>
                      </a:ext>
                    </a:extLst>
                  </a:tr>
                  <a:tr h="179484">
                    <a:tc>
                      <a:txBody>
                        <a:bodyPr/>
                        <a:lstStyle/>
                        <a:p>
                          <a:pPr algn="ctr"/>
                          <a:r>
                            <a:rPr lang="en-IN" sz="1200" dirty="0">
                              <a:latin typeface="Times New Roman" panose="02020603050405020304" pitchFamily="18" charset="0"/>
                              <a:cs typeface="Times New Roman" panose="02020603050405020304" pitchFamily="18" charset="0"/>
                            </a:rPr>
                            <a:t>Learning Rate</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0.</m:t>
                                </m:r>
                                <m:r>
                                  <a:rPr lang="en-IN" sz="1200" b="0" i="1" dirty="0" smtClean="0">
                                    <a:latin typeface="Cambria Math" panose="02040503050406030204" pitchFamily="18" charset="0"/>
                                    <a:cs typeface="Times New Roman" panose="02020603050405020304" pitchFamily="18" charset="0"/>
                                  </a:rPr>
                                  <m:t>0</m:t>
                                </m:r>
                                <m:r>
                                  <a:rPr lang="en-IN" sz="1200" i="1" dirty="0" smtClean="0">
                                    <a:latin typeface="Cambria Math" panose="02040503050406030204" pitchFamily="18" charset="0"/>
                                    <a:cs typeface="Times New Roman" panose="02020603050405020304" pitchFamily="18" charset="0"/>
                                  </a:rPr>
                                  <m:t>1</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20283070"/>
                      </a:ext>
                    </a:extLst>
                  </a:tr>
                  <a:tr h="299141">
                    <a:tc>
                      <a:txBody>
                        <a:bodyPr/>
                        <a:lstStyle/>
                        <a:p>
                          <a:pPr algn="ctr"/>
                          <a:r>
                            <a:rPr lang="en-IN" sz="1200" dirty="0">
                              <a:latin typeface="Times New Roman" panose="02020603050405020304" pitchFamily="18" charset="0"/>
                              <a:cs typeface="Times New Roman" panose="02020603050405020304" pitchFamily="18" charset="0"/>
                            </a:rPr>
                            <a:t>Activation Function</a:t>
                          </a:r>
                        </a:p>
                      </a:txBody>
                      <a:tcPr anchor="ctr"/>
                    </a:tc>
                    <a:tc>
                      <a:txBody>
                        <a:bodyPr/>
                        <a:lstStyle/>
                        <a:p>
                          <a:pPr algn="ctr"/>
                          <a:r>
                            <a:rPr lang="en-IN" sz="1200" dirty="0">
                              <a:cs typeface="Times New Roman" panose="02020603050405020304" pitchFamily="18" charset="0"/>
                            </a:rPr>
                            <a:t>t</a:t>
                          </a:r>
                          <a14:m>
                            <m:oMath xmlns:m="http://schemas.openxmlformats.org/officeDocument/2006/math">
                              <m:r>
                                <a:rPr lang="en-IN" sz="1200" i="1" dirty="0" smtClean="0">
                                  <a:latin typeface="Cambria Math" panose="02040503050406030204" pitchFamily="18" charset="0"/>
                                  <a:cs typeface="Times New Roman" panose="02020603050405020304" pitchFamily="18" charset="0"/>
                                </a:rPr>
                                <m:t>𝑎𝑛h</m:t>
                              </m:r>
                              <m:r>
                                <a:rPr lang="en-IN" sz="1200" i="1" dirty="0" smtClean="0">
                                  <a:latin typeface="Cambria Math" panose="02040503050406030204" pitchFamily="18" charset="0"/>
                                  <a:cs typeface="Times New Roman" panose="02020603050405020304" pitchFamily="18" charset="0"/>
                                </a:rPr>
                                <m:t>(∙)</m:t>
                              </m:r>
                            </m:oMath>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3230687"/>
                      </a:ext>
                    </a:extLst>
                  </a:tr>
                </a:tbl>
              </a:graphicData>
            </a:graphic>
          </p:graphicFrame>
        </mc:Choice>
        <mc:Fallback xmlns="">
          <p:graphicFrame>
            <p:nvGraphicFramePr>
              <p:cNvPr id="140" name="Table 233">
                <a:extLst>
                  <a:ext uri="{FF2B5EF4-FFF2-40B4-BE49-F238E27FC236}">
                    <a16:creationId xmlns:a16="http://schemas.microsoft.com/office/drawing/2014/main" id="{B0C75F27-01B6-0D71-6DAF-8A0DF3631738}"/>
                  </a:ext>
                </a:extLst>
              </p:cNvPr>
              <p:cNvGraphicFramePr>
                <a:graphicFrameLocks noGrp="1"/>
              </p:cNvGraphicFramePr>
              <p:nvPr>
                <p:extLst>
                  <p:ext uri="{D42A27DB-BD31-4B8C-83A1-F6EECF244321}">
                    <p14:modId xmlns:p14="http://schemas.microsoft.com/office/powerpoint/2010/main" val="3384240307"/>
                  </p:ext>
                </p:extLst>
              </p:nvPr>
            </p:nvGraphicFramePr>
            <p:xfrm>
              <a:off x="8815033" y="549057"/>
              <a:ext cx="2888291" cy="2716036"/>
            </p:xfrm>
            <a:graphic>
              <a:graphicData uri="http://schemas.openxmlformats.org/drawingml/2006/table">
                <a:tbl>
                  <a:tblPr firstRow="1" bandRow="1">
                    <a:tableStyleId>{5940675A-B579-460E-94D1-54222C63F5DA}</a:tableStyleId>
                  </a:tblPr>
                  <a:tblGrid>
                    <a:gridCol w="1946705">
                      <a:extLst>
                        <a:ext uri="{9D8B030D-6E8A-4147-A177-3AD203B41FA5}">
                          <a16:colId xmlns:a16="http://schemas.microsoft.com/office/drawing/2014/main" val="2620844179"/>
                        </a:ext>
                      </a:extLst>
                    </a:gridCol>
                    <a:gridCol w="941586">
                      <a:extLst>
                        <a:ext uri="{9D8B030D-6E8A-4147-A177-3AD203B41FA5}">
                          <a16:colId xmlns:a16="http://schemas.microsoft.com/office/drawing/2014/main" val="3992710186"/>
                        </a:ext>
                      </a:extLst>
                    </a:gridCol>
                  </a:tblGrid>
                  <a:tr h="274320">
                    <a:tc>
                      <a:txBody>
                        <a:bodyPr/>
                        <a:lstStyle/>
                        <a:p>
                          <a:pPr algn="ctr"/>
                          <a:r>
                            <a:rPr lang="en-IN" sz="1200" dirty="0">
                              <a:latin typeface="Times New Roman" panose="02020603050405020304" pitchFamily="18" charset="0"/>
                              <a:cs typeface="Times New Roman" panose="02020603050405020304" pitchFamily="18" charset="0"/>
                            </a:rPr>
                            <a:t>Input</a:t>
                          </a:r>
                        </a:p>
                      </a:txBody>
                      <a:tcPr anchor="ctr"/>
                    </a:tc>
                    <a:tc>
                      <a:txBody>
                        <a:bodyPr/>
                        <a:lstStyle/>
                        <a:p>
                          <a:endParaRPr lang="en-US"/>
                        </a:p>
                      </a:txBody>
                      <a:tcPr anchor="ctr">
                        <a:blipFill>
                          <a:blip r:embed="rId15"/>
                          <a:stretch>
                            <a:fillRect l="-207097" t="-2222" r="-1290" b="-906667"/>
                          </a:stretch>
                        </a:blipFill>
                      </a:tcPr>
                    </a:tc>
                    <a:extLst>
                      <a:ext uri="{0D108BD9-81ED-4DB2-BD59-A6C34878D82A}">
                        <a16:rowId xmlns:a16="http://schemas.microsoft.com/office/drawing/2014/main" val="635024328"/>
                      </a:ext>
                    </a:extLst>
                  </a:tr>
                  <a:tr h="274320">
                    <a:tc>
                      <a:txBody>
                        <a:bodyPr/>
                        <a:lstStyle/>
                        <a:p>
                          <a:pPr algn="ctr"/>
                          <a:r>
                            <a:rPr lang="en-IN" sz="1200" dirty="0">
                              <a:latin typeface="Times New Roman" panose="02020603050405020304" pitchFamily="18" charset="0"/>
                              <a:cs typeface="Times New Roman" panose="02020603050405020304" pitchFamily="18" charset="0"/>
                            </a:rPr>
                            <a:t>Output</a:t>
                          </a:r>
                        </a:p>
                      </a:txBody>
                      <a:tcPr anchor="ctr"/>
                    </a:tc>
                    <a:tc>
                      <a:txBody>
                        <a:bodyPr/>
                        <a:lstStyle/>
                        <a:p>
                          <a:endParaRPr lang="en-US"/>
                        </a:p>
                      </a:txBody>
                      <a:tcPr anchor="ctr">
                        <a:blipFill>
                          <a:blip r:embed="rId15"/>
                          <a:stretch>
                            <a:fillRect l="-207097" t="-102222" r="-1290" b="-806667"/>
                          </a:stretch>
                        </a:blipFill>
                      </a:tcPr>
                    </a:tc>
                    <a:extLst>
                      <a:ext uri="{0D108BD9-81ED-4DB2-BD59-A6C34878D82A}">
                        <a16:rowId xmlns:a16="http://schemas.microsoft.com/office/drawing/2014/main" val="2938068419"/>
                      </a:ext>
                    </a:extLst>
                  </a:tr>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Number of residual, training points.</a:t>
                          </a:r>
                        </a:p>
                      </a:txBody>
                      <a:tcPr anchor="ctr"/>
                    </a:tc>
                    <a:tc>
                      <a:txBody>
                        <a:bodyPr/>
                        <a:lstStyle/>
                        <a:p>
                          <a:endParaRPr lang="en-US"/>
                        </a:p>
                      </a:txBody>
                      <a:tcPr anchor="ctr">
                        <a:blipFill>
                          <a:blip r:embed="rId15"/>
                          <a:stretch>
                            <a:fillRect l="-207097" t="-121333" r="-1290" b="-384000"/>
                          </a:stretch>
                        </a:blipFill>
                      </a:tcPr>
                    </a:tc>
                    <a:extLst>
                      <a:ext uri="{0D108BD9-81ED-4DB2-BD59-A6C34878D82A}">
                        <a16:rowId xmlns:a16="http://schemas.microsoft.com/office/drawing/2014/main" val="2776951706"/>
                      </a:ext>
                    </a:extLst>
                  </a:tr>
                  <a:tr h="299141">
                    <a:tc>
                      <a:txBody>
                        <a:bodyPr/>
                        <a:lstStyle/>
                        <a:p>
                          <a:pPr algn="ctr"/>
                          <a:r>
                            <a:rPr lang="en-IN" sz="1200" dirty="0">
                              <a:latin typeface="Times New Roman" panose="02020603050405020304" pitchFamily="18" charset="0"/>
                              <a:cs typeface="Times New Roman" panose="02020603050405020304" pitchFamily="18" charset="0"/>
                            </a:rPr>
                            <a:t>Number of hidden layers</a:t>
                          </a:r>
                        </a:p>
                      </a:txBody>
                      <a:tcPr anchor="ctr"/>
                    </a:tc>
                    <a:tc>
                      <a:txBody>
                        <a:bodyPr/>
                        <a:lstStyle/>
                        <a:p>
                          <a:endParaRPr lang="en-US"/>
                        </a:p>
                      </a:txBody>
                      <a:tcPr anchor="ctr">
                        <a:blipFill>
                          <a:blip r:embed="rId15"/>
                          <a:stretch>
                            <a:fillRect l="-207097" t="-338776" r="-1290" b="-487755"/>
                          </a:stretch>
                        </a:blipFill>
                      </a:tcPr>
                    </a:tc>
                    <a:extLst>
                      <a:ext uri="{0D108BD9-81ED-4DB2-BD59-A6C34878D82A}">
                        <a16:rowId xmlns:a16="http://schemas.microsoft.com/office/drawing/2014/main" val="385496801"/>
                      </a:ext>
                    </a:extLst>
                  </a:tr>
                  <a:tr h="538453">
                    <a:tc>
                      <a:txBody>
                        <a:bodyPr/>
                        <a:lstStyle/>
                        <a:p>
                          <a:pPr algn="ctr"/>
                          <a:r>
                            <a:rPr lang="en-IN" sz="1200" dirty="0">
                              <a:latin typeface="Times New Roman" panose="02020603050405020304" pitchFamily="18" charset="0"/>
                              <a:cs typeface="Times New Roman" panose="02020603050405020304" pitchFamily="18" charset="0"/>
                            </a:rPr>
                            <a:t>Number of neurons in each hidden layers</a:t>
                          </a:r>
                        </a:p>
                      </a:txBody>
                      <a:tcPr anchor="ctr"/>
                    </a:tc>
                    <a:tc>
                      <a:txBody>
                        <a:bodyPr/>
                        <a:lstStyle/>
                        <a:p>
                          <a:endParaRPr lang="en-US"/>
                        </a:p>
                      </a:txBody>
                      <a:tcPr anchor="ctr">
                        <a:blipFill>
                          <a:blip r:embed="rId15"/>
                          <a:stretch>
                            <a:fillRect l="-207097" t="-241573" r="-1290" b="-168539"/>
                          </a:stretch>
                        </a:blipFill>
                      </a:tcPr>
                    </a:tc>
                    <a:extLst>
                      <a:ext uri="{0D108BD9-81ED-4DB2-BD59-A6C34878D82A}">
                        <a16:rowId xmlns:a16="http://schemas.microsoft.com/office/drawing/2014/main" val="2388631038"/>
                      </a:ext>
                    </a:extLst>
                  </a:tr>
                  <a:tr h="299141">
                    <a:tc>
                      <a:txBody>
                        <a:bodyPr/>
                        <a:lstStyle/>
                        <a:p>
                          <a:pPr algn="ctr"/>
                          <a:r>
                            <a:rPr lang="en-IN" sz="1200" dirty="0">
                              <a:latin typeface="Times New Roman" panose="02020603050405020304" pitchFamily="18" charset="0"/>
                              <a:cs typeface="Times New Roman" panose="02020603050405020304" pitchFamily="18" charset="0"/>
                            </a:rPr>
                            <a:t>Optimization method</a:t>
                          </a:r>
                        </a:p>
                      </a:txBody>
                      <a:tcPr anchor="ctr"/>
                    </a:tc>
                    <a:tc>
                      <a:txBody>
                        <a:bodyPr/>
                        <a:lstStyle/>
                        <a:p>
                          <a:endParaRPr lang="en-US"/>
                        </a:p>
                      </a:txBody>
                      <a:tcPr anchor="ctr">
                        <a:blipFill>
                          <a:blip r:embed="rId15"/>
                          <a:stretch>
                            <a:fillRect l="-207097" t="-620408" r="-1290" b="-206122"/>
                          </a:stretch>
                        </a:blipFill>
                      </a:tcPr>
                    </a:tc>
                    <a:extLst>
                      <a:ext uri="{0D108BD9-81ED-4DB2-BD59-A6C34878D82A}">
                        <a16:rowId xmlns:a16="http://schemas.microsoft.com/office/drawing/2014/main" val="1672962283"/>
                      </a:ext>
                    </a:extLst>
                  </a:tr>
                  <a:tr h="274320">
                    <a:tc>
                      <a:txBody>
                        <a:bodyPr/>
                        <a:lstStyle/>
                        <a:p>
                          <a:pPr algn="ctr"/>
                          <a:r>
                            <a:rPr lang="en-IN" sz="1200" dirty="0">
                              <a:latin typeface="Times New Roman" panose="02020603050405020304" pitchFamily="18" charset="0"/>
                              <a:cs typeface="Times New Roman" panose="02020603050405020304" pitchFamily="18" charset="0"/>
                            </a:rPr>
                            <a:t>Learning Rate</a:t>
                          </a:r>
                        </a:p>
                      </a:txBody>
                      <a:tcPr anchor="ctr"/>
                    </a:tc>
                    <a:tc>
                      <a:txBody>
                        <a:bodyPr/>
                        <a:lstStyle/>
                        <a:p>
                          <a:endParaRPr lang="en-US"/>
                        </a:p>
                      </a:txBody>
                      <a:tcPr anchor="ctr">
                        <a:blipFill>
                          <a:blip r:embed="rId15"/>
                          <a:stretch>
                            <a:fillRect l="-207097" t="-784444" r="-1290" b="-124444"/>
                          </a:stretch>
                        </a:blipFill>
                      </a:tcPr>
                    </a:tc>
                    <a:extLst>
                      <a:ext uri="{0D108BD9-81ED-4DB2-BD59-A6C34878D82A}">
                        <a16:rowId xmlns:a16="http://schemas.microsoft.com/office/drawing/2014/main" val="1920283070"/>
                      </a:ext>
                    </a:extLst>
                  </a:tr>
                  <a:tr h="299141">
                    <a:tc>
                      <a:txBody>
                        <a:bodyPr/>
                        <a:lstStyle/>
                        <a:p>
                          <a:pPr algn="ctr"/>
                          <a:r>
                            <a:rPr lang="en-IN" sz="1200" dirty="0">
                              <a:latin typeface="Times New Roman" panose="02020603050405020304" pitchFamily="18" charset="0"/>
                              <a:cs typeface="Times New Roman" panose="02020603050405020304" pitchFamily="18" charset="0"/>
                            </a:rPr>
                            <a:t>Activation Function</a:t>
                          </a:r>
                        </a:p>
                      </a:txBody>
                      <a:tcPr anchor="ctr"/>
                    </a:tc>
                    <a:tc>
                      <a:txBody>
                        <a:bodyPr/>
                        <a:lstStyle/>
                        <a:p>
                          <a:endParaRPr lang="en-US"/>
                        </a:p>
                      </a:txBody>
                      <a:tcPr anchor="ctr">
                        <a:blipFill>
                          <a:blip r:embed="rId15"/>
                          <a:stretch>
                            <a:fillRect l="-207097" t="-812245" r="-1290" b="-14286"/>
                          </a:stretch>
                        </a:blipFill>
                      </a:tcPr>
                    </a:tc>
                    <a:extLst>
                      <a:ext uri="{0D108BD9-81ED-4DB2-BD59-A6C34878D82A}">
                        <a16:rowId xmlns:a16="http://schemas.microsoft.com/office/drawing/2014/main" val="1333230687"/>
                      </a:ext>
                    </a:extLst>
                  </a:tr>
                </a:tbl>
              </a:graphicData>
            </a:graphic>
          </p:graphicFrame>
        </mc:Fallback>
      </mc:AlternateContent>
      <p:pic>
        <p:nvPicPr>
          <p:cNvPr id="142" name="Picture 141">
            <a:extLst>
              <a:ext uri="{FF2B5EF4-FFF2-40B4-BE49-F238E27FC236}">
                <a16:creationId xmlns:a16="http://schemas.microsoft.com/office/drawing/2014/main" id="{5CDF77B2-0384-A109-764A-15084D325B7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880245" y="4001916"/>
            <a:ext cx="2599864" cy="2338812"/>
          </a:xfrm>
          <a:prstGeom prst="rect">
            <a:avLst/>
          </a:prstGeom>
        </p:spPr>
      </p:pic>
      <p:sp>
        <p:nvSpPr>
          <p:cNvPr id="143" name="TextBox 142">
            <a:extLst>
              <a:ext uri="{FF2B5EF4-FFF2-40B4-BE49-F238E27FC236}">
                <a16:creationId xmlns:a16="http://schemas.microsoft.com/office/drawing/2014/main" id="{CD0CC668-FA50-D511-E8A9-511DEFDBAB52}"/>
              </a:ext>
            </a:extLst>
          </p:cNvPr>
          <p:cNvSpPr txBox="1"/>
          <p:nvPr/>
        </p:nvSpPr>
        <p:spPr>
          <a:xfrm>
            <a:off x="1505430" y="6340728"/>
            <a:ext cx="2569993" cy="461665"/>
          </a:xfrm>
          <a:prstGeom prst="rect">
            <a:avLst/>
          </a:prstGeom>
          <a:noFill/>
        </p:spPr>
        <p:txBody>
          <a:bodyPr wrap="square" rtlCol="0">
            <a:spAutoFit/>
          </a:bodyPr>
          <a:lstStyle/>
          <a:p>
            <a:pPr algn="ctr"/>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Fig. Variation of loss function with number of iterations</a:t>
            </a:r>
          </a:p>
        </p:txBody>
      </p: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AF8D3123-CCFC-A401-6E3D-82DDCC4D2D8F}"/>
                  </a:ext>
                </a:extLst>
              </p:cNvPr>
              <p:cNvSpPr txBox="1"/>
              <p:nvPr/>
            </p:nvSpPr>
            <p:spPr>
              <a:xfrm>
                <a:off x="4964825" y="6340727"/>
                <a:ext cx="2515284" cy="461665"/>
              </a:xfrm>
              <a:prstGeom prst="rect">
                <a:avLst/>
              </a:prstGeom>
              <a:noFill/>
            </p:spPr>
            <p:txBody>
              <a:bodyPr wrap="square" rtlCol="0">
                <a:spAutoFit/>
              </a:bodyPr>
              <a:lstStyle/>
              <a:p>
                <a:pPr algn="ctr"/>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Fig. Predicted Density </a:t>
                </a:r>
                <a14:m>
                  <m:oMath xmlns:m="http://schemas.openxmlformats.org/officeDocument/2006/math">
                    <m:d>
                      <m:d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dPr>
                      <m:e>
                        <m:acc>
                          <m:accPr>
                            <m:chr m:val="̂"/>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accPr>
                          <m:e>
                            <m:r>
                              <a:rPr lang="en-IN" sz="120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𝜌</m:t>
                            </m:r>
                          </m:e>
                        </m:acc>
                      </m:e>
                    </m:d>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 using PINNs</a:t>
                </a:r>
              </a:p>
            </p:txBody>
          </p:sp>
        </mc:Choice>
        <mc:Fallback xmlns="">
          <p:sp>
            <p:nvSpPr>
              <p:cNvPr id="144" name="TextBox 143">
                <a:extLst>
                  <a:ext uri="{FF2B5EF4-FFF2-40B4-BE49-F238E27FC236}">
                    <a16:creationId xmlns:a16="http://schemas.microsoft.com/office/drawing/2014/main" id="{AF8D3123-CCFC-A401-6E3D-82DDCC4D2D8F}"/>
                  </a:ext>
                </a:extLst>
              </p:cNvPr>
              <p:cNvSpPr txBox="1">
                <a:spLocks noRot="1" noChangeAspect="1" noMove="1" noResize="1" noEditPoints="1" noAdjustHandles="1" noChangeArrowheads="1" noChangeShapeType="1" noTextEdit="1"/>
              </p:cNvSpPr>
              <p:nvPr/>
            </p:nvSpPr>
            <p:spPr>
              <a:xfrm>
                <a:off x="4964825" y="6340727"/>
                <a:ext cx="2515284" cy="461665"/>
              </a:xfrm>
              <a:prstGeom prst="rect">
                <a:avLst/>
              </a:prstGeom>
              <a:blipFill>
                <a:blip r:embed="rId17"/>
                <a:stretch>
                  <a:fillRect b="-921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2480415A-4AB3-257E-9930-D7B5A31E9EBA}"/>
                  </a:ext>
                </a:extLst>
              </p:cNvPr>
              <p:cNvSpPr txBox="1"/>
              <p:nvPr/>
            </p:nvSpPr>
            <p:spPr>
              <a:xfrm>
                <a:off x="8321932" y="6340727"/>
                <a:ext cx="2540379" cy="461665"/>
              </a:xfrm>
              <a:prstGeom prst="rect">
                <a:avLst/>
              </a:prstGeom>
              <a:noFill/>
            </p:spPr>
            <p:txBody>
              <a:bodyPr wrap="square" rtlCol="0">
                <a:spAutoFit/>
              </a:bodyPr>
              <a:lstStyle/>
              <a:p>
                <a:pPr algn="ctr"/>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Fig. Predicted Density </a:t>
                </a:r>
                <a14:m>
                  <m:oMath xmlns:m="http://schemas.openxmlformats.org/officeDocument/2006/math">
                    <m:d>
                      <m:d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dPr>
                      <m:e>
                        <m:acc>
                          <m:accPr>
                            <m:chr m:val="̂"/>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accPr>
                          <m:e>
                            <m:r>
                              <a:rPr lang="en-IN" sz="120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𝜌</m:t>
                            </m:r>
                          </m:e>
                        </m:acc>
                      </m:e>
                    </m:d>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 at </a:t>
                </a:r>
                <a14:m>
                  <m:oMath xmlns:m="http://schemas.openxmlformats.org/officeDocument/2006/math">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𝑡</m:t>
                    </m:r>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=1</m:t>
                    </m:r>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𝑠</m:t>
                    </m:r>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a:t>
                </a:r>
              </a:p>
              <a:p>
                <a:pPr algn="ctr"/>
                <a14:m>
                  <m:oMath xmlns:m="http://schemas.openxmlformats.org/officeDocument/2006/math">
                    <m:sSub>
                      <m:sSub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𝐿</m:t>
                        </m:r>
                      </m:e>
                      <m:sub>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sub>
                    </m:sSub>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 error </a:t>
                </a:r>
                <a14:m>
                  <m:oMath xmlns:m="http://schemas.openxmlformats.org/officeDocument/2006/math">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1.6</m:t>
                    </m:r>
                    <m:r>
                      <a:rPr lang="en-IN" sz="120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IN" sz="120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−3</m:t>
                        </m:r>
                      </m:sup>
                    </m:sSup>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a:t>
                </a:r>
              </a:p>
            </p:txBody>
          </p:sp>
        </mc:Choice>
        <mc:Fallback xmlns="">
          <p:sp>
            <p:nvSpPr>
              <p:cNvPr id="145" name="TextBox 144">
                <a:extLst>
                  <a:ext uri="{FF2B5EF4-FFF2-40B4-BE49-F238E27FC236}">
                    <a16:creationId xmlns:a16="http://schemas.microsoft.com/office/drawing/2014/main" id="{2480415A-4AB3-257E-9930-D7B5A31E9EBA}"/>
                  </a:ext>
                </a:extLst>
              </p:cNvPr>
              <p:cNvSpPr txBox="1">
                <a:spLocks noRot="1" noChangeAspect="1" noMove="1" noResize="1" noEditPoints="1" noAdjustHandles="1" noChangeArrowheads="1" noChangeShapeType="1" noTextEdit="1"/>
              </p:cNvSpPr>
              <p:nvPr/>
            </p:nvSpPr>
            <p:spPr>
              <a:xfrm>
                <a:off x="8321932" y="6340727"/>
                <a:ext cx="2540379" cy="461665"/>
              </a:xfrm>
              <a:prstGeom prst="rect">
                <a:avLst/>
              </a:prstGeom>
              <a:blipFill>
                <a:blip r:embed="rId18"/>
                <a:stretch>
                  <a:fillRect b="-9211"/>
                </a:stretch>
              </a:blipFill>
            </p:spPr>
            <p:txBody>
              <a:bodyPr/>
              <a:lstStyle/>
              <a:p>
                <a:r>
                  <a:rPr lang="en-IN">
                    <a:noFill/>
                  </a:rPr>
                  <a:t> </a:t>
                </a:r>
              </a:p>
            </p:txBody>
          </p:sp>
        </mc:Fallback>
      </mc:AlternateContent>
    </p:spTree>
    <p:extLst>
      <p:ext uri="{BB962C8B-B14F-4D97-AF65-F5344CB8AC3E}">
        <p14:creationId xmlns:p14="http://schemas.microsoft.com/office/powerpoint/2010/main" val="1903882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8</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10886"/>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Single Contact Discontinuity</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C9FCD15-8818-FF15-E7F0-BE1EC8534C69}"/>
                  </a:ext>
                </a:extLst>
              </p:cNvPr>
              <p:cNvSpPr txBox="1"/>
              <p:nvPr/>
            </p:nvSpPr>
            <p:spPr>
              <a:xfrm>
                <a:off x="922377" y="477951"/>
                <a:ext cx="10515600" cy="1349472"/>
              </a:xfrm>
              <a:prstGeom prst="rect">
                <a:avLst/>
              </a:prstGeom>
              <a:noFill/>
            </p:spPr>
            <p:txBody>
              <a:bodyPr wrap="square" rtlCol="0">
                <a:spAutoFit/>
              </a:bodyPr>
              <a:lstStyle/>
              <a:p>
                <a:r>
                  <a:rPr lang="en-IN" sz="1600" u="sng" dirty="0">
                    <a:solidFill>
                      <a:srgbClr val="FF0000"/>
                    </a:solidFill>
                    <a:latin typeface="Times New Roman" panose="02020603050405020304" pitchFamily="18" charset="0"/>
                    <a:cs typeface="Times New Roman" panose="02020603050405020304" pitchFamily="18" charset="0"/>
                  </a:rPr>
                  <a:t>Weighted PINNs</a:t>
                </a:r>
                <a:endParaRPr lang="en-IN" sz="1400" u="sng" dirty="0">
                  <a:solidFill>
                    <a:srgbClr val="FF0000"/>
                  </a:solidFill>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
                    </m:oMathParaPr>
                    <m:oMath xmlns:m="http://schemas.openxmlformats.org/officeDocument/2006/math">
                      <m:sSub>
                        <m:sSubPr>
                          <m:ctrlPr>
                            <a:rPr lang="en-IN" sz="1400" i="1" dirty="0" smtClean="0">
                              <a:latin typeface="Cambria Math" panose="02040503050406030204" pitchFamily="18" charset="0"/>
                            </a:rPr>
                          </m:ctrlPr>
                        </m:sSubPr>
                        <m:e>
                          <m:r>
                            <a:rPr lang="en-IN" sz="1400" b="0" i="1" dirty="0" smtClean="0">
                              <a:latin typeface="Cambria Math" panose="02040503050406030204" pitchFamily="18" charset="0"/>
                            </a:rPr>
                            <m:t>𝑀𝑆𝐸</m:t>
                          </m:r>
                        </m:e>
                        <m:sub>
                          <m:r>
                            <a:rPr lang="en-IN" sz="1400" b="0" i="1" dirty="0" smtClean="0">
                              <a:latin typeface="Cambria Math" panose="02040503050406030204" pitchFamily="18" charset="0"/>
                            </a:rPr>
                            <m:t>𝑇𝑜𝑡𝑎𝑙</m:t>
                          </m:r>
                          <m:r>
                            <a:rPr lang="en-IN" sz="1400" b="0" i="1" dirty="0" smtClean="0">
                              <a:latin typeface="Cambria Math" panose="02040503050406030204" pitchFamily="18" charset="0"/>
                            </a:rPr>
                            <m:t> </m:t>
                          </m:r>
                          <m:r>
                            <a:rPr lang="en-IN" sz="1400" b="0" i="1" dirty="0" smtClean="0">
                              <a:latin typeface="Cambria Math" panose="02040503050406030204" pitchFamily="18" charset="0"/>
                            </a:rPr>
                            <m:t>𝐿𝑜𝑠𝑠</m:t>
                          </m:r>
                        </m:sub>
                      </m:sSub>
                      <m:r>
                        <a:rPr lang="en-IN" sz="1400" b="0" i="1" dirty="0" smtClean="0">
                          <a:latin typeface="Cambria Math" panose="02040503050406030204" pitchFamily="18" charset="0"/>
                        </a:rPr>
                        <m:t>=</m:t>
                      </m:r>
                      <m:sSub>
                        <m:sSubPr>
                          <m:ctrlPr>
                            <a:rPr lang="en-IN" sz="1400" b="0" i="1" dirty="0" smtClean="0">
                              <a:latin typeface="Cambria Math" panose="02040503050406030204" pitchFamily="18" charset="0"/>
                            </a:rPr>
                          </m:ctrlPr>
                        </m:sSubPr>
                        <m:e>
                          <m:sSub>
                            <m:sSubPr>
                              <m:ctrlPr>
                                <a:rPr lang="en-IN" sz="1400" b="0" i="1" dirty="0" smtClean="0">
                                  <a:latin typeface="Cambria Math" panose="02040503050406030204" pitchFamily="18" charset="0"/>
                                </a:rPr>
                              </m:ctrlPr>
                            </m:sSubPr>
                            <m:e>
                              <m:r>
                                <a:rPr lang="en-IN" sz="1400" b="0" i="1" dirty="0" smtClean="0">
                                  <a:latin typeface="Cambria Math" panose="02040503050406030204" pitchFamily="18" charset="0"/>
                                  <a:ea typeface="Cambria Math" panose="02040503050406030204" pitchFamily="18" charset="0"/>
                                </a:rPr>
                                <m:t>𝜔</m:t>
                              </m:r>
                            </m:e>
                            <m:sub>
                              <m:r>
                                <a:rPr lang="en-IN" sz="1400" b="0" i="1" dirty="0" smtClean="0">
                                  <a:latin typeface="Cambria Math" panose="02040503050406030204" pitchFamily="18" charset="0"/>
                                </a:rPr>
                                <m:t>𝑓</m:t>
                              </m:r>
                            </m:sub>
                          </m:sSub>
                          <m:r>
                            <a:rPr lang="en-IN" sz="1400" b="0" i="1" dirty="0" smtClean="0">
                              <a:latin typeface="Cambria Math" panose="02040503050406030204" pitchFamily="18" charset="0"/>
                            </a:rPr>
                            <m:t>𝑀𝑆𝐸</m:t>
                          </m:r>
                        </m:e>
                        <m:sub>
                          <m:r>
                            <a:rPr lang="en-IN" sz="1400" b="0" i="1" dirty="0" smtClean="0">
                              <a:latin typeface="Cambria Math" panose="02040503050406030204" pitchFamily="18" charset="0"/>
                            </a:rPr>
                            <m:t>𝑃𝐷𝐸</m:t>
                          </m:r>
                        </m:sub>
                      </m:sSub>
                      <m:r>
                        <a:rPr lang="en-IN" sz="1400" b="0" i="1" dirty="0" smtClean="0">
                          <a:latin typeface="Cambria Math" panose="02040503050406030204" pitchFamily="18" charset="0"/>
                        </a:rPr>
                        <m:t>+</m:t>
                      </m:r>
                      <m:sSub>
                        <m:sSubPr>
                          <m:ctrlPr>
                            <a:rPr lang="en-IN" sz="1400" b="0" i="1" dirty="0" smtClean="0">
                              <a:latin typeface="Cambria Math" panose="02040503050406030204" pitchFamily="18" charset="0"/>
                            </a:rPr>
                          </m:ctrlPr>
                        </m:sSubPr>
                        <m:e>
                          <m:sSub>
                            <m:sSubPr>
                              <m:ctrlPr>
                                <a:rPr lang="en-IN" sz="1400" b="0" i="1" dirty="0" smtClean="0">
                                  <a:latin typeface="Cambria Math" panose="02040503050406030204" pitchFamily="18" charset="0"/>
                                </a:rPr>
                              </m:ctrlPr>
                            </m:sSubPr>
                            <m:e>
                              <m:r>
                                <a:rPr lang="en-IN" sz="1400" b="0" i="1" dirty="0" smtClean="0">
                                  <a:latin typeface="Cambria Math" panose="02040503050406030204" pitchFamily="18" charset="0"/>
                                  <a:ea typeface="Cambria Math" panose="02040503050406030204" pitchFamily="18" charset="0"/>
                                </a:rPr>
                                <m:t>𝜔</m:t>
                              </m:r>
                            </m:e>
                            <m:sub>
                              <m:r>
                                <a:rPr lang="en-IN" sz="1400" b="0" i="1" dirty="0" smtClean="0">
                                  <a:latin typeface="Cambria Math" panose="02040503050406030204" pitchFamily="18" charset="0"/>
                                </a:rPr>
                                <m:t>𝑢</m:t>
                              </m:r>
                            </m:sub>
                          </m:sSub>
                          <m:r>
                            <a:rPr lang="en-IN" sz="1400" b="0" i="1" dirty="0" smtClean="0">
                              <a:latin typeface="Cambria Math" panose="02040503050406030204" pitchFamily="18" charset="0"/>
                            </a:rPr>
                            <m:t>𝑀𝑆𝐸</m:t>
                          </m:r>
                        </m:e>
                        <m:sub>
                          <m:r>
                            <a:rPr lang="en-IN" sz="1400" b="0" i="1" dirty="0" smtClean="0">
                              <a:latin typeface="Cambria Math" panose="02040503050406030204" pitchFamily="18" charset="0"/>
                            </a:rPr>
                            <m:t>𝐼𝐶</m:t>
                          </m:r>
                        </m:sub>
                      </m:sSub>
                      <m:r>
                        <a:rPr lang="en-IN" sz="1400" b="0" i="1" dirty="0" smtClean="0">
                          <a:latin typeface="Cambria Math" panose="02040503050406030204" pitchFamily="18" charset="0"/>
                        </a:rPr>
                        <m:t>+</m:t>
                      </m:r>
                      <m:sSub>
                        <m:sSubPr>
                          <m:ctrlPr>
                            <a:rPr lang="en-IN" sz="1400" b="0" i="1" dirty="0" smtClean="0">
                              <a:latin typeface="Cambria Math" panose="02040503050406030204" pitchFamily="18" charset="0"/>
                            </a:rPr>
                          </m:ctrlPr>
                        </m:sSubPr>
                        <m:e>
                          <m:r>
                            <a:rPr lang="en-IN" sz="1400" b="0" i="1" dirty="0" smtClean="0">
                              <a:latin typeface="Cambria Math" panose="02040503050406030204" pitchFamily="18" charset="0"/>
                              <a:ea typeface="Cambria Math" panose="02040503050406030204" pitchFamily="18" charset="0"/>
                            </a:rPr>
                            <m:t>𝜔</m:t>
                          </m:r>
                        </m:e>
                        <m:sub>
                          <m:r>
                            <a:rPr lang="en-IN" sz="1400" b="0" i="1" dirty="0" smtClean="0">
                              <a:latin typeface="Cambria Math" panose="02040503050406030204" pitchFamily="18" charset="0"/>
                            </a:rPr>
                            <m:t>𝑢</m:t>
                          </m:r>
                        </m:sub>
                      </m:sSub>
                      <m:sSub>
                        <m:sSubPr>
                          <m:ctrlPr>
                            <a:rPr lang="en-IN" sz="1400" b="0" i="1" dirty="0" smtClean="0">
                              <a:latin typeface="Cambria Math" panose="02040503050406030204" pitchFamily="18" charset="0"/>
                            </a:rPr>
                          </m:ctrlPr>
                        </m:sSubPr>
                        <m:e>
                          <m:r>
                            <a:rPr lang="en-IN" sz="1400" b="0" i="1" dirty="0" smtClean="0">
                              <a:latin typeface="Cambria Math" panose="02040503050406030204" pitchFamily="18" charset="0"/>
                            </a:rPr>
                            <m:t>𝑀𝑆𝐸</m:t>
                          </m:r>
                        </m:e>
                        <m:sub>
                          <m:r>
                            <a:rPr lang="en-IN" sz="1400" b="0" i="1" dirty="0" smtClean="0">
                              <a:latin typeface="Cambria Math" panose="02040503050406030204" pitchFamily="18" charset="0"/>
                            </a:rPr>
                            <m:t>𝐵𝐶</m:t>
                          </m:r>
                        </m:sub>
                      </m:sSub>
                    </m:oMath>
                  </m:oMathPara>
                </a14:m>
                <a:endParaRPr lang="en-IN" sz="1400" dirty="0"/>
              </a:p>
              <a:p>
                <a:pPr algn="ctr"/>
                <a:endParaRPr lang="en-IN" sz="1000" dirty="0"/>
              </a:p>
              <a:p>
                <a:pPr/>
                <a14:m>
                  <m:oMathPara xmlns:m="http://schemas.openxmlformats.org/officeDocument/2006/math">
                    <m:oMathParaPr>
                      <m:jc m:val="center"/>
                    </m:oMathParaPr>
                    <m:oMath xmlns:m="http://schemas.openxmlformats.org/officeDocument/2006/math">
                      <m:sSub>
                        <m:sSubPr>
                          <m:ctrlPr>
                            <a:rPr lang="en-IN" sz="1400" i="1" dirty="0" smtClean="0">
                              <a:latin typeface="Cambria Math" panose="02040503050406030204" pitchFamily="18" charset="0"/>
                            </a:rPr>
                          </m:ctrlPr>
                        </m:sSubPr>
                        <m:e>
                          <m:r>
                            <a:rPr lang="en-IN" sz="1400" b="0" i="1" dirty="0" smtClean="0">
                              <a:latin typeface="Cambria Math" panose="02040503050406030204" pitchFamily="18" charset="0"/>
                            </a:rPr>
                            <m:t>𝑀𝑆𝐸</m:t>
                          </m:r>
                        </m:e>
                        <m:sub>
                          <m:r>
                            <a:rPr lang="en-IN" sz="1400" b="0" i="1" dirty="0" smtClean="0">
                              <a:latin typeface="Cambria Math" panose="02040503050406030204" pitchFamily="18" charset="0"/>
                            </a:rPr>
                            <m:t>𝑇𝑜𝑡𝑎𝑙</m:t>
                          </m:r>
                          <m:r>
                            <a:rPr lang="en-IN" sz="1400" b="0" i="1" dirty="0" smtClean="0">
                              <a:latin typeface="Cambria Math" panose="02040503050406030204" pitchFamily="18" charset="0"/>
                            </a:rPr>
                            <m:t> </m:t>
                          </m:r>
                          <m:r>
                            <a:rPr lang="en-IN" sz="1400" b="0" i="1" dirty="0" smtClean="0">
                              <a:latin typeface="Cambria Math" panose="02040503050406030204" pitchFamily="18" charset="0"/>
                            </a:rPr>
                            <m:t>𝐿𝑜𝑠𝑠</m:t>
                          </m:r>
                        </m:sub>
                      </m:sSub>
                      <m:r>
                        <a:rPr lang="en-IN" sz="1400" b="0" i="1" dirty="0" smtClean="0">
                          <a:latin typeface="Cambria Math" panose="02040503050406030204" pitchFamily="18" charset="0"/>
                        </a:rPr>
                        <m:t>=</m:t>
                      </m:r>
                      <m:f>
                        <m:fPr>
                          <m:ctrlPr>
                            <a:rPr lang="en-IN" sz="1400" i="1" dirty="0">
                              <a:latin typeface="Cambria Math" panose="02040503050406030204" pitchFamily="18" charset="0"/>
                              <a:cs typeface="Times New Roman" panose="02020603050405020304" pitchFamily="18" charset="0"/>
                            </a:rPr>
                          </m:ctrlPr>
                        </m:fPr>
                        <m:num>
                          <m:sSub>
                            <m:sSubPr>
                              <m:ctrlPr>
                                <a:rPr lang="en-IN" sz="1400" i="1" dirty="0" smtClean="0">
                                  <a:latin typeface="Cambria Math" panose="02040503050406030204" pitchFamily="18" charset="0"/>
                                  <a:cs typeface="Times New Roman" panose="02020603050405020304" pitchFamily="18" charset="0"/>
                                </a:rPr>
                              </m:ctrlPr>
                            </m:sSubPr>
                            <m:e>
                              <m:r>
                                <a:rPr lang="en-IN" sz="1400" i="1" dirty="0" smtClean="0">
                                  <a:latin typeface="Cambria Math" panose="02040503050406030204" pitchFamily="18" charset="0"/>
                                  <a:ea typeface="Cambria Math" panose="02040503050406030204" pitchFamily="18" charset="0"/>
                                  <a:cs typeface="Times New Roman" panose="02020603050405020304" pitchFamily="18" charset="0"/>
                                </a:rPr>
                                <m:t>𝜔</m:t>
                              </m:r>
                            </m:e>
                            <m:sub>
                              <m:r>
                                <a:rPr lang="en-IN" sz="1400" b="0" i="1" dirty="0" smtClean="0">
                                  <a:latin typeface="Cambria Math" panose="02040503050406030204" pitchFamily="18" charset="0"/>
                                  <a:cs typeface="Times New Roman" panose="02020603050405020304" pitchFamily="18" charset="0"/>
                                </a:rPr>
                                <m:t>𝑓</m:t>
                              </m:r>
                            </m:sub>
                          </m:sSub>
                        </m:num>
                        <m:den>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𝑓</m:t>
                              </m:r>
                            </m:sub>
                          </m:sSub>
                        </m:den>
                      </m:f>
                      <m:nary>
                        <m:naryPr>
                          <m:chr m:val="∑"/>
                          <m:ctrlPr>
                            <a:rPr lang="en-IN" sz="1400" i="1" dirty="0">
                              <a:latin typeface="Cambria Math" panose="02040503050406030204" pitchFamily="18" charset="0"/>
                              <a:cs typeface="Times New Roman" panose="02020603050405020304" pitchFamily="18" charset="0"/>
                            </a:rPr>
                          </m:ctrlPr>
                        </m:naryPr>
                        <m:sub>
                          <m:r>
                            <m:rPr>
                              <m:brk m:alnAt="23"/>
                            </m:rPr>
                            <a:rPr lang="en-IN" sz="1400" i="1" dirty="0">
                              <a:latin typeface="Cambria Math" panose="02040503050406030204" pitchFamily="18" charset="0"/>
                              <a:cs typeface="Times New Roman" panose="02020603050405020304" pitchFamily="18" charset="0"/>
                            </a:rPr>
                            <m:t>𝑖</m:t>
                          </m:r>
                          <m:r>
                            <a:rPr lang="en-IN" sz="1400" i="1" dirty="0">
                              <a:latin typeface="Cambria Math" panose="02040503050406030204" pitchFamily="18" charset="0"/>
                              <a:cs typeface="Times New Roman" panose="02020603050405020304" pitchFamily="18" charset="0"/>
                            </a:rPr>
                            <m:t>=1</m:t>
                          </m:r>
                        </m:sub>
                        <m:sup>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𝑓</m:t>
                              </m:r>
                            </m:sub>
                          </m:sSub>
                        </m:sup>
                        <m:e>
                          <m:sSup>
                            <m:sSupPr>
                              <m:ctrlPr>
                                <a:rPr lang="en-IN" sz="1400" i="1" dirty="0">
                                  <a:latin typeface="Cambria Math" panose="02040503050406030204" pitchFamily="18" charset="0"/>
                                  <a:cs typeface="Times New Roman" panose="02020603050405020304" pitchFamily="18" charset="0"/>
                                </a:rPr>
                              </m:ctrlPr>
                            </m:sSupPr>
                            <m:e>
                              <m:d>
                                <m:dPr>
                                  <m:begChr m:val="|"/>
                                  <m:endChr m:val="|"/>
                                  <m:ctrlPr>
                                    <a:rPr lang="en-IN" sz="1400" i="1" dirty="0">
                                      <a:latin typeface="Cambria Math" panose="02040503050406030204" pitchFamily="18" charset="0"/>
                                      <a:cs typeface="Times New Roman" panose="02020603050405020304" pitchFamily="18" charset="0"/>
                                    </a:rPr>
                                  </m:ctrlPr>
                                </m:dPr>
                                <m:e>
                                  <m:f>
                                    <m:fPr>
                                      <m:ctrlPr>
                                        <a:rPr lang="en-IN" sz="1400" i="1">
                                          <a:latin typeface="Cambria Math" panose="02040503050406030204" pitchFamily="18" charset="0"/>
                                          <a:cs typeface="Times New Roman" panose="02020603050405020304" pitchFamily="18" charset="0"/>
                                        </a:rPr>
                                      </m:ctrlPr>
                                    </m:fPr>
                                    <m:num>
                                      <m:r>
                                        <a:rPr lang="en-IN" sz="14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i="1">
                                          <a:latin typeface="Cambria Math" panose="02040503050406030204" pitchFamily="18" charset="0"/>
                                          <a:ea typeface="Cambria Math" panose="02040503050406030204" pitchFamily="18" charset="0"/>
                                          <a:cs typeface="Times New Roman" panose="02020603050405020304" pitchFamily="18" charset="0"/>
                                        </a:rPr>
                                        <m:t>𝑡</m:t>
                                      </m:r>
                                    </m:den>
                                  </m:f>
                                  <m:r>
                                    <a:rPr lang="en-IN" sz="1400" i="1">
                                      <a:latin typeface="Cambria Math" panose="02040503050406030204" pitchFamily="18" charset="0"/>
                                      <a:cs typeface="Times New Roman" panose="02020603050405020304" pitchFamily="18" charset="0"/>
                                    </a:rPr>
                                    <m:t>+</m:t>
                                  </m:r>
                                  <m:r>
                                    <a:rPr lang="en-IN" sz="1400" b="1" i="1">
                                      <a:latin typeface="Cambria Math" panose="02040503050406030204" pitchFamily="18" charset="0"/>
                                      <a:cs typeface="Times New Roman" panose="02020603050405020304" pitchFamily="18" charset="0"/>
                                    </a:rPr>
                                    <m:t>𝑨</m:t>
                                  </m:r>
                                  <m:f>
                                    <m:fPr>
                                      <m:ctrlPr>
                                        <a:rPr lang="en-IN" sz="1400" i="1">
                                          <a:latin typeface="Cambria Math" panose="02040503050406030204" pitchFamily="18" charset="0"/>
                                          <a:cs typeface="Times New Roman" panose="02020603050405020304" pitchFamily="18" charset="0"/>
                                        </a:rPr>
                                      </m:ctrlPr>
                                    </m:fPr>
                                    <m:num>
                                      <m:r>
                                        <a:rPr lang="en-IN" sz="14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i="1">
                                          <a:latin typeface="Cambria Math" panose="02040503050406030204" pitchFamily="18" charset="0"/>
                                          <a:ea typeface="Cambria Math" panose="02040503050406030204" pitchFamily="18" charset="0"/>
                                          <a:cs typeface="Times New Roman" panose="02020603050405020304" pitchFamily="18" charset="0"/>
                                        </a:rPr>
                                        <m:t>𝑥</m:t>
                                      </m:r>
                                    </m:den>
                                  </m:f>
                                  <m:r>
                                    <a:rPr lang="en-IN" sz="1400" i="1" dirty="0">
                                      <a:latin typeface="Cambria Math" panose="02040503050406030204" pitchFamily="18" charset="0"/>
                                    </a:rPr>
                                    <m:t>−0</m:t>
                                  </m:r>
                                </m:e>
                              </m:d>
                            </m:e>
                            <m:sup>
                              <m:r>
                                <a:rPr lang="en-IN" sz="1400" i="1" dirty="0">
                                  <a:latin typeface="Cambria Math" panose="02040503050406030204" pitchFamily="18" charset="0"/>
                                  <a:cs typeface="Times New Roman" panose="02020603050405020304" pitchFamily="18" charset="0"/>
                                </a:rPr>
                                <m:t>2</m:t>
                              </m:r>
                            </m:sup>
                          </m:sSup>
                          <m:r>
                            <a:rPr lang="en-IN" sz="1400" b="0" i="1" dirty="0" smtClean="0">
                              <a:latin typeface="Cambria Math" panose="02040503050406030204" pitchFamily="18" charset="0"/>
                              <a:cs typeface="Times New Roman" panose="02020603050405020304" pitchFamily="18" charset="0"/>
                            </a:rPr>
                            <m:t>+</m:t>
                          </m:r>
                          <m:f>
                            <m:fPr>
                              <m:ctrlPr>
                                <a:rPr lang="en-IN" sz="1400" i="1" dirty="0">
                                  <a:latin typeface="Cambria Math" panose="02040503050406030204" pitchFamily="18" charset="0"/>
                                  <a:cs typeface="Times New Roman" panose="02020603050405020304" pitchFamily="18" charset="0"/>
                                </a:rPr>
                              </m:ctrlPr>
                            </m:fPr>
                            <m:num>
                              <m:sSub>
                                <m:sSubPr>
                                  <m:ctrlPr>
                                    <a:rPr lang="en-IN" sz="1400" i="1" dirty="0" smtClean="0">
                                      <a:latin typeface="Cambria Math" panose="02040503050406030204" pitchFamily="18" charset="0"/>
                                      <a:cs typeface="Times New Roman" panose="02020603050405020304" pitchFamily="18" charset="0"/>
                                    </a:rPr>
                                  </m:ctrlPr>
                                </m:sSubPr>
                                <m:e>
                                  <m:r>
                                    <a:rPr lang="en-IN" sz="1400" i="1" dirty="0" smtClean="0">
                                      <a:latin typeface="Cambria Math" panose="02040503050406030204" pitchFamily="18" charset="0"/>
                                      <a:ea typeface="Cambria Math" panose="02040503050406030204" pitchFamily="18" charset="0"/>
                                      <a:cs typeface="Times New Roman" panose="02020603050405020304" pitchFamily="18" charset="0"/>
                                    </a:rPr>
                                    <m:t>𝜔</m:t>
                                  </m:r>
                                </m:e>
                                <m:sub>
                                  <m:r>
                                    <a:rPr lang="en-IN" sz="1400" b="0" i="1" dirty="0" smtClean="0">
                                      <a:latin typeface="Cambria Math" panose="02040503050406030204" pitchFamily="18" charset="0"/>
                                      <a:cs typeface="Times New Roman" panose="02020603050405020304" pitchFamily="18" charset="0"/>
                                    </a:rPr>
                                    <m:t>𝑢</m:t>
                                  </m:r>
                                </m:sub>
                              </m:sSub>
                            </m:num>
                            <m:den>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den>
                          </m:f>
                          <m:nary>
                            <m:naryPr>
                              <m:chr m:val="∑"/>
                              <m:ctrlPr>
                                <a:rPr lang="en-IN" sz="1400" i="1" dirty="0">
                                  <a:latin typeface="Cambria Math" panose="02040503050406030204" pitchFamily="18" charset="0"/>
                                  <a:cs typeface="Times New Roman" panose="02020603050405020304" pitchFamily="18" charset="0"/>
                                </a:rPr>
                              </m:ctrlPr>
                            </m:naryPr>
                            <m:sub>
                              <m:r>
                                <m:rPr>
                                  <m:brk m:alnAt="23"/>
                                </m:rPr>
                                <a:rPr lang="en-IN" sz="1400" i="1" dirty="0">
                                  <a:latin typeface="Cambria Math" panose="02040503050406030204" pitchFamily="18" charset="0"/>
                                  <a:cs typeface="Times New Roman" panose="02020603050405020304" pitchFamily="18" charset="0"/>
                                </a:rPr>
                                <m:t>𝑖</m:t>
                              </m:r>
                              <m:r>
                                <a:rPr lang="en-IN" sz="1400" i="1" dirty="0">
                                  <a:latin typeface="Cambria Math" panose="02040503050406030204" pitchFamily="18" charset="0"/>
                                  <a:cs typeface="Times New Roman" panose="02020603050405020304" pitchFamily="18" charset="0"/>
                                </a:rPr>
                                <m:t>=1</m:t>
                              </m:r>
                            </m:sub>
                            <m:sup>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sup>
                            <m:e>
                              <m:sSup>
                                <m:sSupPr>
                                  <m:ctrlPr>
                                    <a:rPr lang="en-IN" sz="1400" i="1" dirty="0">
                                      <a:latin typeface="Cambria Math" panose="02040503050406030204" pitchFamily="18" charset="0"/>
                                      <a:cs typeface="Times New Roman" panose="02020603050405020304" pitchFamily="18" charset="0"/>
                                    </a:rPr>
                                  </m:ctrlPr>
                                </m:sSupPr>
                                <m:e>
                                  <m:d>
                                    <m:dPr>
                                      <m:begChr m:val="|"/>
                                      <m:endChr m:val="|"/>
                                      <m:ctrlPr>
                                        <a:rPr lang="en-IN" sz="1400" i="1" dirty="0">
                                          <a:latin typeface="Cambria Math" panose="02040503050406030204" pitchFamily="18" charset="0"/>
                                          <a:cs typeface="Times New Roman" panose="02020603050405020304" pitchFamily="18" charset="0"/>
                                        </a:rPr>
                                      </m:ctrlPr>
                                    </m:dPr>
                                    <m:e>
                                      <m:acc>
                                        <m:accPr>
                                          <m:chr m:val="̂"/>
                                          <m:ctrlPr>
                                            <a:rPr lang="en-I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400" i="1">
                                              <a:latin typeface="Cambria Math" panose="02040503050406030204" pitchFamily="18" charset="0"/>
                                              <a:ea typeface="Cambria Math" panose="02040503050406030204" pitchFamily="18" charset="0"/>
                                              <a:cs typeface="Times New Roman" panose="02020603050405020304" pitchFamily="18" charset="0"/>
                                            </a:rPr>
                                          </m:ctrlPr>
                                        </m:dPr>
                                        <m:e>
                                          <m:r>
                                            <a:rPr lang="en-IN" sz="1400" i="1">
                                              <a:latin typeface="Cambria Math" panose="02040503050406030204" pitchFamily="18" charset="0"/>
                                              <a:ea typeface="Cambria Math" panose="02040503050406030204" pitchFamily="18" charset="0"/>
                                              <a:cs typeface="Times New Roman" panose="02020603050405020304" pitchFamily="18" charset="0"/>
                                            </a:rPr>
                                            <m:t>𝑥</m:t>
                                          </m:r>
                                          <m:r>
                                            <a:rPr lang="en-IN" sz="1400" i="1">
                                              <a:latin typeface="Cambria Math" panose="02040503050406030204" pitchFamily="18" charset="0"/>
                                              <a:ea typeface="Cambria Math" panose="02040503050406030204" pitchFamily="18" charset="0"/>
                                              <a:cs typeface="Times New Roman" panose="02020603050405020304" pitchFamily="18" charset="0"/>
                                            </a:rPr>
                                            <m:t>,0</m:t>
                                          </m:r>
                                        </m:e>
                                      </m:d>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i="1">
                                          <a:latin typeface="Cambria Math" panose="02040503050406030204" pitchFamily="18" charset="0"/>
                                          <a:ea typeface="Cambria Math" panose="02040503050406030204" pitchFamily="18" charset="0"/>
                                          <a:cs typeface="Times New Roman" panose="02020603050405020304" pitchFamily="18" charset="0"/>
                                        </a:rPr>
                                        <m:t>𝑥</m:t>
                                      </m:r>
                                      <m:r>
                                        <a:rPr lang="en-IN" sz="1400" i="1">
                                          <a:latin typeface="Cambria Math" panose="02040503050406030204" pitchFamily="18" charset="0"/>
                                          <a:ea typeface="Cambria Math" panose="02040503050406030204" pitchFamily="18" charset="0"/>
                                          <a:cs typeface="Times New Roman" panose="02020603050405020304" pitchFamily="18" charset="0"/>
                                        </a:rPr>
                                        <m:t>,0)</m:t>
                                      </m:r>
                                    </m:e>
                                  </m:d>
                                </m:e>
                                <m:sup>
                                  <m:r>
                                    <a:rPr lang="en-IN" sz="1400" i="1" dirty="0">
                                      <a:latin typeface="Cambria Math" panose="02040503050406030204" pitchFamily="18" charset="0"/>
                                      <a:cs typeface="Times New Roman" panose="02020603050405020304" pitchFamily="18" charset="0"/>
                                    </a:rPr>
                                    <m:t>2</m:t>
                                  </m:r>
                                </m:sup>
                              </m:sSup>
                            </m:e>
                          </m:nary>
                        </m:e>
                      </m:nary>
                      <m:r>
                        <a:rPr lang="en-IN" sz="1400" b="0" i="1" dirty="0" smtClean="0">
                          <a:latin typeface="Cambria Math" panose="02040503050406030204" pitchFamily="18" charset="0"/>
                          <a:cs typeface="Times New Roman" panose="02020603050405020304" pitchFamily="18" charset="0"/>
                        </a:rPr>
                        <m:t>+</m:t>
                      </m:r>
                      <m:f>
                        <m:fPr>
                          <m:ctrlPr>
                            <a:rPr lang="en-IN" sz="1400" i="1" dirty="0" smtClean="0">
                              <a:latin typeface="Cambria Math" panose="02040503050406030204" pitchFamily="18" charset="0"/>
                              <a:cs typeface="Times New Roman" panose="02020603050405020304" pitchFamily="18" charset="0"/>
                            </a:rPr>
                          </m:ctrlPr>
                        </m:fPr>
                        <m:num>
                          <m:sSub>
                            <m:sSubPr>
                              <m:ctrlPr>
                                <a:rPr lang="en-IN" sz="1400" i="1" dirty="0" smtClean="0">
                                  <a:latin typeface="Cambria Math" panose="02040503050406030204" pitchFamily="18" charset="0"/>
                                  <a:cs typeface="Times New Roman" panose="02020603050405020304" pitchFamily="18" charset="0"/>
                                </a:rPr>
                              </m:ctrlPr>
                            </m:sSubPr>
                            <m:e>
                              <m:r>
                                <a:rPr lang="en-IN" sz="1400" i="1" dirty="0" smtClean="0">
                                  <a:latin typeface="Cambria Math" panose="02040503050406030204" pitchFamily="18" charset="0"/>
                                  <a:ea typeface="Cambria Math" panose="02040503050406030204" pitchFamily="18" charset="0"/>
                                  <a:cs typeface="Times New Roman" panose="02020603050405020304" pitchFamily="18" charset="0"/>
                                </a:rPr>
                                <m:t>𝜔</m:t>
                              </m:r>
                            </m:e>
                            <m:sub>
                              <m:r>
                                <a:rPr lang="en-IN" sz="1400" b="0" i="1" dirty="0" smtClean="0">
                                  <a:latin typeface="Cambria Math" panose="02040503050406030204" pitchFamily="18" charset="0"/>
                                  <a:cs typeface="Times New Roman" panose="02020603050405020304" pitchFamily="18" charset="0"/>
                                </a:rPr>
                                <m:t>𝑢</m:t>
                              </m:r>
                            </m:sub>
                          </m:sSub>
                        </m:num>
                        <m:den>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den>
                      </m:f>
                      <m:nary>
                        <m:naryPr>
                          <m:chr m:val="∑"/>
                          <m:ctrlPr>
                            <a:rPr lang="en-IN" sz="1400" i="1" dirty="0">
                              <a:latin typeface="Cambria Math" panose="02040503050406030204" pitchFamily="18" charset="0"/>
                              <a:cs typeface="Times New Roman" panose="02020603050405020304" pitchFamily="18" charset="0"/>
                            </a:rPr>
                          </m:ctrlPr>
                        </m:naryPr>
                        <m:sub>
                          <m:r>
                            <m:rPr>
                              <m:brk m:alnAt="23"/>
                            </m:rPr>
                            <a:rPr lang="en-IN" sz="1400" i="1" dirty="0">
                              <a:latin typeface="Cambria Math" panose="02040503050406030204" pitchFamily="18" charset="0"/>
                              <a:cs typeface="Times New Roman" panose="02020603050405020304" pitchFamily="18" charset="0"/>
                            </a:rPr>
                            <m:t>𝑖</m:t>
                          </m:r>
                          <m:r>
                            <a:rPr lang="en-IN" sz="1400" i="1" dirty="0">
                              <a:latin typeface="Cambria Math" panose="02040503050406030204" pitchFamily="18" charset="0"/>
                              <a:cs typeface="Times New Roman" panose="02020603050405020304" pitchFamily="18" charset="0"/>
                            </a:rPr>
                            <m:t>=1</m:t>
                          </m:r>
                        </m:sub>
                        <m:sup>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sup>
                        <m:e>
                          <m:sSup>
                            <m:sSupPr>
                              <m:ctrlPr>
                                <a:rPr lang="en-IN" sz="1400" i="1" dirty="0">
                                  <a:latin typeface="Cambria Math" panose="02040503050406030204" pitchFamily="18" charset="0"/>
                                  <a:cs typeface="Times New Roman" panose="02020603050405020304" pitchFamily="18" charset="0"/>
                                </a:rPr>
                              </m:ctrlPr>
                            </m:sSupPr>
                            <m:e>
                              <m:d>
                                <m:dPr>
                                  <m:begChr m:val="|"/>
                                  <m:endChr m:val="|"/>
                                  <m:ctrlPr>
                                    <a:rPr lang="en-IN" sz="1400" i="1" dirty="0">
                                      <a:latin typeface="Cambria Math" panose="02040503050406030204" pitchFamily="18" charset="0"/>
                                      <a:cs typeface="Times New Roman" panose="02020603050405020304" pitchFamily="18" charset="0"/>
                                    </a:rPr>
                                  </m:ctrlPr>
                                </m:dPr>
                                <m:e>
                                  <m:acc>
                                    <m:accPr>
                                      <m:chr m:val="̂"/>
                                      <m:ctrlPr>
                                        <a:rPr lang="en-I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400" i="1">
                                          <a:latin typeface="Cambria Math" panose="02040503050406030204" pitchFamily="18" charset="0"/>
                                          <a:ea typeface="Cambria Math" panose="02040503050406030204" pitchFamily="18" charset="0"/>
                                          <a:cs typeface="Times New Roman" panose="02020603050405020304" pitchFamily="18" charset="0"/>
                                        </a:rPr>
                                      </m:ctrlPr>
                                    </m:dPr>
                                    <m:e>
                                      <m:r>
                                        <a:rPr lang="en-IN" sz="1400" i="1">
                                          <a:latin typeface="Cambria Math" panose="02040503050406030204" pitchFamily="18" charset="0"/>
                                          <a:ea typeface="Cambria Math" panose="02040503050406030204" pitchFamily="18" charset="0"/>
                                          <a:cs typeface="Times New Roman" panose="02020603050405020304" pitchFamily="18" charset="0"/>
                                        </a:rPr>
                                        <m:t>0,</m:t>
                                      </m:r>
                                      <m:r>
                                        <a:rPr lang="en-IN" sz="1400" i="1">
                                          <a:latin typeface="Cambria Math" panose="02040503050406030204" pitchFamily="18" charset="0"/>
                                          <a:ea typeface="Cambria Math" panose="02040503050406030204" pitchFamily="18" charset="0"/>
                                          <a:cs typeface="Times New Roman" panose="02020603050405020304" pitchFamily="18" charset="0"/>
                                        </a:rPr>
                                        <m:t>𝑡</m:t>
                                      </m:r>
                                    </m:e>
                                  </m:d>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400" b="1" i="1">
                                          <a:latin typeface="Cambria Math" panose="02040503050406030204" pitchFamily="18" charset="0"/>
                                          <a:ea typeface="Cambria Math" panose="02040503050406030204" pitchFamily="18" charset="0"/>
                                          <a:cs typeface="Times New Roman" panose="02020603050405020304" pitchFamily="18" charset="0"/>
                                        </a:rPr>
                                      </m:ctrlPr>
                                    </m:dPr>
                                    <m:e>
                                      <m:r>
                                        <a:rPr lang="en-IN" sz="1400" i="1">
                                          <a:latin typeface="Cambria Math" panose="02040503050406030204" pitchFamily="18" charset="0"/>
                                          <a:ea typeface="Cambria Math" panose="02040503050406030204" pitchFamily="18" charset="0"/>
                                          <a:cs typeface="Times New Roman" panose="02020603050405020304" pitchFamily="18" charset="0"/>
                                        </a:rPr>
                                        <m:t>0,</m:t>
                                      </m:r>
                                      <m:r>
                                        <a:rPr lang="en-IN" sz="1400" i="1">
                                          <a:latin typeface="Cambria Math" panose="02040503050406030204" pitchFamily="18" charset="0"/>
                                          <a:ea typeface="Cambria Math" panose="02040503050406030204" pitchFamily="18" charset="0"/>
                                          <a:cs typeface="Times New Roman" panose="02020603050405020304" pitchFamily="18" charset="0"/>
                                        </a:rPr>
                                        <m:t>𝑡</m:t>
                                      </m:r>
                                    </m:e>
                                  </m:d>
                                </m:e>
                              </m:d>
                            </m:e>
                            <m:sup>
                              <m:r>
                                <a:rPr lang="en-IN" sz="1400" i="1" dirty="0">
                                  <a:latin typeface="Cambria Math" panose="02040503050406030204" pitchFamily="18" charset="0"/>
                                  <a:cs typeface="Times New Roman" panose="02020603050405020304" pitchFamily="18" charset="0"/>
                                </a:rPr>
                                <m:t>2</m:t>
                              </m:r>
                            </m:sup>
                          </m:sSup>
                          <m:r>
                            <a:rPr lang="en-IN" sz="1400" b="0" i="1" dirty="0" smtClean="0">
                              <a:latin typeface="Cambria Math" panose="02040503050406030204" pitchFamily="18" charset="0"/>
                              <a:cs typeface="Times New Roman" panose="02020603050405020304" pitchFamily="18" charset="0"/>
                            </a:rPr>
                            <m:t>+</m:t>
                          </m:r>
                        </m:e>
                      </m:nary>
                      <m:f>
                        <m:fPr>
                          <m:ctrlPr>
                            <a:rPr lang="en-IN" sz="1400" i="1" dirty="0">
                              <a:latin typeface="Cambria Math" panose="02040503050406030204" pitchFamily="18" charset="0"/>
                              <a:cs typeface="Times New Roman" panose="02020603050405020304" pitchFamily="18" charset="0"/>
                            </a:rPr>
                          </m:ctrlPr>
                        </m:fPr>
                        <m:num>
                          <m:sSub>
                            <m:sSubPr>
                              <m:ctrlPr>
                                <a:rPr lang="en-IN" sz="1400" i="1" dirty="0" smtClean="0">
                                  <a:latin typeface="Cambria Math" panose="02040503050406030204" pitchFamily="18" charset="0"/>
                                  <a:cs typeface="Times New Roman" panose="02020603050405020304" pitchFamily="18" charset="0"/>
                                </a:rPr>
                              </m:ctrlPr>
                            </m:sSubPr>
                            <m:e>
                              <m:r>
                                <a:rPr lang="en-IN" sz="1400" i="1" dirty="0" smtClean="0">
                                  <a:latin typeface="Cambria Math" panose="02040503050406030204" pitchFamily="18" charset="0"/>
                                  <a:ea typeface="Cambria Math" panose="02040503050406030204" pitchFamily="18" charset="0"/>
                                  <a:cs typeface="Times New Roman" panose="02020603050405020304" pitchFamily="18" charset="0"/>
                                </a:rPr>
                                <m:t>𝜔</m:t>
                              </m:r>
                            </m:e>
                            <m:sub>
                              <m:r>
                                <a:rPr lang="en-IN" sz="1400" b="0" i="1" dirty="0" smtClean="0">
                                  <a:latin typeface="Cambria Math" panose="02040503050406030204" pitchFamily="18" charset="0"/>
                                  <a:cs typeface="Times New Roman" panose="02020603050405020304" pitchFamily="18" charset="0"/>
                                </a:rPr>
                                <m:t>𝑢</m:t>
                              </m:r>
                            </m:sub>
                          </m:sSub>
                        </m:num>
                        <m:den>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den>
                      </m:f>
                      <m:nary>
                        <m:naryPr>
                          <m:chr m:val="∑"/>
                          <m:ctrlPr>
                            <a:rPr lang="en-IN" sz="1400" i="1" dirty="0">
                              <a:latin typeface="Cambria Math" panose="02040503050406030204" pitchFamily="18" charset="0"/>
                              <a:cs typeface="Times New Roman" panose="02020603050405020304" pitchFamily="18" charset="0"/>
                            </a:rPr>
                          </m:ctrlPr>
                        </m:naryPr>
                        <m:sub>
                          <m:r>
                            <m:rPr>
                              <m:brk m:alnAt="23"/>
                            </m:rPr>
                            <a:rPr lang="en-IN" sz="1400" i="1" dirty="0">
                              <a:latin typeface="Cambria Math" panose="02040503050406030204" pitchFamily="18" charset="0"/>
                              <a:cs typeface="Times New Roman" panose="02020603050405020304" pitchFamily="18" charset="0"/>
                            </a:rPr>
                            <m:t>𝑖</m:t>
                          </m:r>
                          <m:r>
                            <a:rPr lang="en-IN" sz="1400" i="1" dirty="0">
                              <a:latin typeface="Cambria Math" panose="02040503050406030204" pitchFamily="18" charset="0"/>
                              <a:cs typeface="Times New Roman" panose="02020603050405020304" pitchFamily="18" charset="0"/>
                            </a:rPr>
                            <m:t>=1</m:t>
                          </m:r>
                        </m:sub>
                        <m:sup>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sup>
                        <m:e>
                          <m:sSup>
                            <m:sSupPr>
                              <m:ctrlPr>
                                <a:rPr lang="en-IN" sz="1400" i="1" dirty="0">
                                  <a:latin typeface="Cambria Math" panose="02040503050406030204" pitchFamily="18" charset="0"/>
                                  <a:cs typeface="Times New Roman" panose="02020603050405020304" pitchFamily="18" charset="0"/>
                                </a:rPr>
                              </m:ctrlPr>
                            </m:sSupPr>
                            <m:e>
                              <m:d>
                                <m:dPr>
                                  <m:begChr m:val="|"/>
                                  <m:endChr m:val="|"/>
                                  <m:ctrlPr>
                                    <a:rPr lang="en-IN" sz="1400" i="1" dirty="0">
                                      <a:latin typeface="Cambria Math" panose="02040503050406030204" pitchFamily="18" charset="0"/>
                                      <a:cs typeface="Times New Roman" panose="02020603050405020304" pitchFamily="18" charset="0"/>
                                    </a:rPr>
                                  </m:ctrlPr>
                                </m:dPr>
                                <m:e>
                                  <m:acc>
                                    <m:accPr>
                                      <m:chr m:val="̂"/>
                                      <m:ctrlPr>
                                        <a:rPr lang="en-I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400" i="1">
                                          <a:latin typeface="Cambria Math" panose="02040503050406030204" pitchFamily="18" charset="0"/>
                                          <a:ea typeface="Cambria Math" panose="02040503050406030204" pitchFamily="18" charset="0"/>
                                          <a:cs typeface="Times New Roman" panose="02020603050405020304" pitchFamily="18" charset="0"/>
                                        </a:rPr>
                                      </m:ctrlPr>
                                    </m:d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i="1">
                                          <a:latin typeface="Cambria Math" panose="02040503050406030204" pitchFamily="18" charset="0"/>
                                          <a:ea typeface="Cambria Math" panose="02040503050406030204" pitchFamily="18" charset="0"/>
                                          <a:cs typeface="Times New Roman" panose="02020603050405020304" pitchFamily="18" charset="0"/>
                                        </a:rPr>
                                        <m:t>𝑡</m:t>
                                      </m:r>
                                    </m:e>
                                  </m:d>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400" b="1" i="1">
                                          <a:latin typeface="Cambria Math" panose="02040503050406030204" pitchFamily="18" charset="0"/>
                                          <a:ea typeface="Cambria Math" panose="02040503050406030204" pitchFamily="18" charset="0"/>
                                          <a:cs typeface="Times New Roman" panose="02020603050405020304" pitchFamily="18" charset="0"/>
                                        </a:rPr>
                                      </m:ctrlPr>
                                    </m:d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i="1">
                                          <a:latin typeface="Cambria Math" panose="02040503050406030204" pitchFamily="18" charset="0"/>
                                          <a:ea typeface="Cambria Math" panose="02040503050406030204" pitchFamily="18" charset="0"/>
                                          <a:cs typeface="Times New Roman" panose="02020603050405020304" pitchFamily="18" charset="0"/>
                                        </a:rPr>
                                        <m:t>𝑡</m:t>
                                      </m:r>
                                    </m:e>
                                  </m:d>
                                </m:e>
                              </m:d>
                            </m:e>
                            <m:sup>
                              <m:r>
                                <a:rPr lang="en-IN" sz="1400" i="1" dirty="0">
                                  <a:latin typeface="Cambria Math" panose="02040503050406030204" pitchFamily="18" charset="0"/>
                                  <a:cs typeface="Times New Roman" panose="02020603050405020304" pitchFamily="18" charset="0"/>
                                </a:rPr>
                                <m:t>2</m:t>
                              </m:r>
                            </m:sup>
                          </m:sSup>
                        </m:e>
                      </m:nary>
                    </m:oMath>
                  </m:oMathPara>
                </a14:m>
                <a:endParaRPr lang="en-IN" sz="14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5C9FCD15-8818-FF15-E7F0-BE1EC8534C69}"/>
                  </a:ext>
                </a:extLst>
              </p:cNvPr>
              <p:cNvSpPr txBox="1">
                <a:spLocks noRot="1" noChangeAspect="1" noMove="1" noResize="1" noEditPoints="1" noAdjustHandles="1" noChangeArrowheads="1" noChangeShapeType="1" noTextEdit="1"/>
              </p:cNvSpPr>
              <p:nvPr/>
            </p:nvSpPr>
            <p:spPr>
              <a:xfrm>
                <a:off x="922377" y="477951"/>
                <a:ext cx="10515600" cy="1349472"/>
              </a:xfrm>
              <a:prstGeom prst="rect">
                <a:avLst/>
              </a:prstGeom>
              <a:blipFill>
                <a:blip r:embed="rId3"/>
                <a:stretch>
                  <a:fillRect l="-290" t="-1351"/>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7A240E4D-24E2-FB0F-D855-830CE97175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4287" y="1827423"/>
            <a:ext cx="2353281" cy="2265837"/>
          </a:xfrm>
          <a:prstGeom prst="rect">
            <a:avLst/>
          </a:prstGeom>
        </p:spPr>
      </p:pic>
      <p:pic>
        <p:nvPicPr>
          <p:cNvPr id="11" name="Picture 10">
            <a:extLst>
              <a:ext uri="{FF2B5EF4-FFF2-40B4-BE49-F238E27FC236}">
                <a16:creationId xmlns:a16="http://schemas.microsoft.com/office/drawing/2014/main" id="{376FAADE-1340-86DB-8375-86177D65C5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01075" y="4156083"/>
            <a:ext cx="2353281" cy="2275271"/>
          </a:xfrm>
          <a:prstGeom prst="rect">
            <a:avLst/>
          </a:prstGeom>
        </p:spPr>
      </p:pic>
      <p:pic>
        <p:nvPicPr>
          <p:cNvPr id="13" name="Picture 12">
            <a:extLst>
              <a:ext uri="{FF2B5EF4-FFF2-40B4-BE49-F238E27FC236}">
                <a16:creationId xmlns:a16="http://schemas.microsoft.com/office/drawing/2014/main" id="{49AF7BEF-7BFA-E1F3-B3F1-6659C36015E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37646" y="4156083"/>
            <a:ext cx="2353282" cy="2308831"/>
          </a:xfrm>
          <a:prstGeom prst="rect">
            <a:avLst/>
          </a:prstGeom>
        </p:spPr>
      </p:pic>
      <p:pic>
        <p:nvPicPr>
          <p:cNvPr id="14" name="Picture 13">
            <a:extLst>
              <a:ext uri="{FF2B5EF4-FFF2-40B4-BE49-F238E27FC236}">
                <a16:creationId xmlns:a16="http://schemas.microsoft.com/office/drawing/2014/main" id="{6802D534-7A5B-EE71-AAF0-CFDA91F80E7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24434" y="1827423"/>
            <a:ext cx="2353281" cy="2281737"/>
          </a:xfrm>
          <a:prstGeom prst="rect">
            <a:avLst/>
          </a:prstGeom>
        </p:spPr>
      </p:pic>
      <p:pic>
        <p:nvPicPr>
          <p:cNvPr id="16" name="Picture 15">
            <a:extLst>
              <a:ext uri="{FF2B5EF4-FFF2-40B4-BE49-F238E27FC236}">
                <a16:creationId xmlns:a16="http://schemas.microsoft.com/office/drawing/2014/main" id="{B7E3E659-E1D9-4CD5-F7F5-23E3934BE48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7794" y="4254793"/>
            <a:ext cx="2353281" cy="2116989"/>
          </a:xfrm>
          <a:prstGeom prst="rect">
            <a:avLst/>
          </a:prstGeom>
        </p:spPr>
      </p:pic>
      <p:pic>
        <p:nvPicPr>
          <p:cNvPr id="18" name="Picture 17">
            <a:extLst>
              <a:ext uri="{FF2B5EF4-FFF2-40B4-BE49-F238E27FC236}">
                <a16:creationId xmlns:a16="http://schemas.microsoft.com/office/drawing/2014/main" id="{EB79CBD7-570C-94D8-1DFF-8FC983901B9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916344" y="4276557"/>
            <a:ext cx="2353281" cy="2095225"/>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AA20702-C76A-C96C-575E-A631D8798AD8}"/>
                  </a:ext>
                </a:extLst>
              </p:cNvPr>
              <p:cNvSpPr txBox="1"/>
              <p:nvPr/>
            </p:nvSpPr>
            <p:spPr>
              <a:xfrm>
                <a:off x="1047794" y="6431354"/>
                <a:ext cx="4706561" cy="276999"/>
              </a:xfrm>
              <a:prstGeom prst="rect">
                <a:avLst/>
              </a:prstGeom>
              <a:noFill/>
            </p:spPr>
            <p:txBody>
              <a:bodyPr wrap="square" rtlCol="0">
                <a:spAutoFit/>
              </a:bodyPr>
              <a:lstStyle/>
              <a:p>
                <a:pPr algn="ctr"/>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Fig. Predicted Density </a:t>
                </a:r>
                <a14:m>
                  <m:oMath xmlns:m="http://schemas.openxmlformats.org/officeDocument/2006/math">
                    <m:d>
                      <m:d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dPr>
                      <m:e>
                        <m:acc>
                          <m:accPr>
                            <m:chr m:val="̂"/>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accPr>
                          <m:e>
                            <m:r>
                              <a:rPr lang="en-IN" sz="120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𝜌</m:t>
                            </m:r>
                          </m:e>
                        </m:acc>
                      </m:e>
                    </m:d>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 using PINNs.</a:t>
                </a:r>
                <a:r>
                  <a:rPr lang="en-IN" sz="1200" dirty="0">
                    <a:solidFill>
                      <a:schemeClr val="tx1">
                        <a:lumMod val="50000"/>
                        <a:lumOff val="50000"/>
                      </a:schemeClr>
                    </a:solidFill>
                    <a:cs typeface="Times New Roman" panose="02020603050405020304" pitchFamily="18" charset="0"/>
                  </a:rPr>
                  <a:t> </a:t>
                </a:r>
                <a14:m>
                  <m:oMath xmlns:m="http://schemas.openxmlformats.org/officeDocument/2006/math">
                    <m:sSub>
                      <m:sSubPr>
                        <m:ctrlPr>
                          <a:rPr lang="en-IN" sz="1200" i="1" dirty="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200" i="1" dirty="0">
                            <a:solidFill>
                              <a:schemeClr val="tx1">
                                <a:lumMod val="50000"/>
                                <a:lumOff val="50000"/>
                              </a:schemeClr>
                            </a:solidFill>
                            <a:latin typeface="Cambria Math" panose="02040503050406030204" pitchFamily="18" charset="0"/>
                            <a:cs typeface="Times New Roman" panose="02020603050405020304" pitchFamily="18" charset="0"/>
                          </a:rPr>
                          <m:t>𝐿</m:t>
                        </m:r>
                      </m:e>
                      <m:sub>
                        <m:r>
                          <a:rPr lang="en-IN" sz="1200" i="1" dirty="0">
                            <a:solidFill>
                              <a:schemeClr val="tx1">
                                <a:lumMod val="50000"/>
                                <a:lumOff val="50000"/>
                              </a:schemeClr>
                            </a:solidFill>
                            <a:latin typeface="Cambria Math" panose="02040503050406030204" pitchFamily="18" charset="0"/>
                            <a:cs typeface="Times New Roman" panose="02020603050405020304" pitchFamily="18" charset="0"/>
                          </a:rPr>
                          <m:t>2</m:t>
                        </m:r>
                      </m:sub>
                    </m:sSub>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 error </a:t>
                </a:r>
                <a14:m>
                  <m:oMath xmlns:m="http://schemas.openxmlformats.org/officeDocument/2006/math">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1</m:t>
                    </m:r>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.6</m:t>
                    </m:r>
                    <m:r>
                      <a:rPr lang="en-IN" sz="1200" i="1" dirty="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i="1" dirty="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i="1" dirty="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IN" sz="1200" i="1" dirty="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m:t>
                        </m:r>
                        <m:r>
                          <a:rPr lang="en-IN" sz="120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3</m:t>
                        </m:r>
                      </m:sup>
                    </m:sSup>
                  </m:oMath>
                </a14:m>
                <a:endParaRPr lang="en-IN"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19" name="TextBox 18">
                <a:extLst>
                  <a:ext uri="{FF2B5EF4-FFF2-40B4-BE49-F238E27FC236}">
                    <a16:creationId xmlns:a16="http://schemas.microsoft.com/office/drawing/2014/main" id="{9AA20702-C76A-C96C-575E-A631D8798AD8}"/>
                  </a:ext>
                </a:extLst>
              </p:cNvPr>
              <p:cNvSpPr txBox="1">
                <a:spLocks noRot="1" noChangeAspect="1" noMove="1" noResize="1" noEditPoints="1" noAdjustHandles="1" noChangeArrowheads="1" noChangeShapeType="1" noTextEdit="1"/>
              </p:cNvSpPr>
              <p:nvPr/>
            </p:nvSpPr>
            <p:spPr>
              <a:xfrm>
                <a:off x="1047794" y="6431354"/>
                <a:ext cx="4706561" cy="276999"/>
              </a:xfrm>
              <a:prstGeom prst="rect">
                <a:avLst/>
              </a:prstGeom>
              <a:blipFill>
                <a:blip r:embed="rId10"/>
                <a:stretch>
                  <a:fillRect b="-1777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88D0F14-7A4E-8786-C39B-B37DD8E13AEB}"/>
                  </a:ext>
                </a:extLst>
              </p:cNvPr>
              <p:cNvSpPr txBox="1"/>
              <p:nvPr/>
            </p:nvSpPr>
            <p:spPr>
              <a:xfrm>
                <a:off x="6437646" y="6421920"/>
                <a:ext cx="4831979" cy="276999"/>
              </a:xfrm>
              <a:prstGeom prst="rect">
                <a:avLst/>
              </a:prstGeom>
              <a:noFill/>
            </p:spPr>
            <p:txBody>
              <a:bodyPr wrap="square" rtlCol="0">
                <a:spAutoFit/>
              </a:bodyPr>
              <a:lstStyle/>
              <a:p>
                <a:pPr algn="ctr"/>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Fig. Predicted Density </a:t>
                </a:r>
                <a14:m>
                  <m:oMath xmlns:m="http://schemas.openxmlformats.org/officeDocument/2006/math">
                    <m:d>
                      <m:d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dPr>
                      <m:e>
                        <m:acc>
                          <m:accPr>
                            <m:chr m:val="̂"/>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accPr>
                          <m:e>
                            <m:r>
                              <a:rPr lang="en-IN" sz="120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𝜌</m:t>
                            </m:r>
                          </m:e>
                        </m:acc>
                      </m:e>
                    </m:d>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 using WPINNs. </a:t>
                </a:r>
                <a14:m>
                  <m:oMath xmlns:m="http://schemas.openxmlformats.org/officeDocument/2006/math">
                    <m:sSub>
                      <m:sSub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𝐿</m:t>
                        </m:r>
                      </m:e>
                      <m:sub>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sub>
                    </m:sSub>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 error </a:t>
                </a:r>
                <a14:m>
                  <m:oMath xmlns:m="http://schemas.openxmlformats.org/officeDocument/2006/math">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2.2</m:t>
                    </m:r>
                    <m:r>
                      <a:rPr lang="en-IN" sz="120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IN" sz="120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−4</m:t>
                        </m:r>
                      </m:sup>
                    </m:sSup>
                  </m:oMath>
                </a14:m>
                <a:endParaRPr lang="en-IN"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988D0F14-7A4E-8786-C39B-B37DD8E13AEB}"/>
                  </a:ext>
                </a:extLst>
              </p:cNvPr>
              <p:cNvSpPr txBox="1">
                <a:spLocks noRot="1" noChangeAspect="1" noMove="1" noResize="1" noEditPoints="1" noAdjustHandles="1" noChangeArrowheads="1" noChangeShapeType="1" noTextEdit="1"/>
              </p:cNvSpPr>
              <p:nvPr/>
            </p:nvSpPr>
            <p:spPr>
              <a:xfrm>
                <a:off x="6437646" y="6421920"/>
                <a:ext cx="4831979" cy="276999"/>
              </a:xfrm>
              <a:prstGeom prst="rect">
                <a:avLst/>
              </a:prstGeom>
              <a:blipFill>
                <a:blip r:embed="rId11"/>
                <a:stretch>
                  <a:fillRect b="-15217"/>
                </a:stretch>
              </a:blipFill>
            </p:spPr>
            <p:txBody>
              <a:bodyPr/>
              <a:lstStyle/>
              <a:p>
                <a:r>
                  <a:rPr lang="en-IN">
                    <a:noFill/>
                  </a:rPr>
                  <a:t> </a:t>
                </a:r>
              </a:p>
            </p:txBody>
          </p:sp>
        </mc:Fallback>
      </mc:AlternateContent>
    </p:spTree>
    <p:extLst>
      <p:ext uri="{BB962C8B-B14F-4D97-AF65-F5344CB8AC3E}">
        <p14:creationId xmlns:p14="http://schemas.microsoft.com/office/powerpoint/2010/main" val="3466151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110D01F-31F2-F0AB-3E5B-BAF0ED11C5B1}"/>
              </a:ext>
            </a:extLst>
          </p:cNvPr>
          <p:cNvSpPr/>
          <p:nvPr/>
        </p:nvSpPr>
        <p:spPr>
          <a:xfrm>
            <a:off x="1796143" y="4677648"/>
            <a:ext cx="6447165" cy="1898277"/>
          </a:xfrm>
          <a:prstGeom prst="rect">
            <a:avLst/>
          </a:prstGeom>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21E7FB3-AF11-9EA6-91D1-E26A3350A718}"/>
                  </a:ext>
                </a:extLst>
              </p:cNvPr>
              <p:cNvSpPr txBox="1"/>
              <p:nvPr/>
            </p:nvSpPr>
            <p:spPr>
              <a:xfrm>
                <a:off x="918340" y="4677650"/>
                <a:ext cx="7923681" cy="18982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1600" i="1" dirty="0" smtClean="0">
                              <a:latin typeface="Cambria Math" panose="02040503050406030204" pitchFamily="18" charset="0"/>
                            </a:rPr>
                          </m:ctrlPr>
                        </m:sSubPr>
                        <m:e>
                          <m:r>
                            <a:rPr lang="en-IN" sz="1600" b="0" i="1" dirty="0" smtClean="0">
                              <a:latin typeface="Cambria Math" panose="02040503050406030204" pitchFamily="18" charset="0"/>
                            </a:rPr>
                            <m:t>𝑀𝑆𝐸</m:t>
                          </m:r>
                        </m:e>
                        <m:sub>
                          <m:r>
                            <a:rPr lang="en-IN" sz="1600" b="0" i="1" dirty="0" smtClean="0">
                              <a:latin typeface="Cambria Math" panose="02040503050406030204" pitchFamily="18" charset="0"/>
                            </a:rPr>
                            <m:t>𝑇𝑜𝑡𝑎𝑙</m:t>
                          </m:r>
                          <m:r>
                            <a:rPr lang="en-IN" sz="1600" b="0" i="1" dirty="0" smtClean="0">
                              <a:latin typeface="Cambria Math" panose="02040503050406030204" pitchFamily="18" charset="0"/>
                            </a:rPr>
                            <m:t> </m:t>
                          </m:r>
                          <m:r>
                            <a:rPr lang="en-IN" sz="1600" b="0" i="1" dirty="0" smtClean="0">
                              <a:latin typeface="Cambria Math" panose="02040503050406030204" pitchFamily="18" charset="0"/>
                            </a:rPr>
                            <m:t>𝐿𝑜𝑠𝑠</m:t>
                          </m:r>
                        </m:sub>
                      </m:sSub>
                      <m:r>
                        <a:rPr lang="en-IN" sz="1600" b="0" i="1" dirty="0" smtClean="0">
                          <a:latin typeface="Cambria Math" panose="02040503050406030204" pitchFamily="18" charset="0"/>
                        </a:rPr>
                        <m:t>=</m:t>
                      </m:r>
                      <m:sSub>
                        <m:sSubPr>
                          <m:ctrlPr>
                            <a:rPr lang="en-IN" sz="1600" b="0" i="1" dirty="0" smtClean="0">
                              <a:latin typeface="Cambria Math" panose="02040503050406030204" pitchFamily="18" charset="0"/>
                            </a:rPr>
                          </m:ctrlPr>
                        </m:sSubPr>
                        <m:e>
                          <m:r>
                            <a:rPr lang="en-IN" sz="1600" b="0" i="1" dirty="0" smtClean="0">
                              <a:latin typeface="Cambria Math" panose="02040503050406030204" pitchFamily="18" charset="0"/>
                            </a:rPr>
                            <m:t>𝑀𝑆𝐸</m:t>
                          </m:r>
                        </m:e>
                        <m:sub>
                          <m:r>
                            <a:rPr lang="en-IN" sz="1600" b="0" i="1" dirty="0" smtClean="0">
                              <a:latin typeface="Cambria Math" panose="02040503050406030204" pitchFamily="18" charset="0"/>
                            </a:rPr>
                            <m:t>𝑃𝐷𝐸</m:t>
                          </m:r>
                        </m:sub>
                      </m:sSub>
                      <m:r>
                        <a:rPr lang="en-IN" sz="1600" b="0" i="1" dirty="0" smtClean="0">
                          <a:latin typeface="Cambria Math" panose="02040503050406030204" pitchFamily="18" charset="0"/>
                        </a:rPr>
                        <m:t>+</m:t>
                      </m:r>
                      <m:sSub>
                        <m:sSubPr>
                          <m:ctrlPr>
                            <a:rPr lang="en-IN" sz="1600" b="0" i="1" dirty="0" smtClean="0">
                              <a:latin typeface="Cambria Math" panose="02040503050406030204" pitchFamily="18" charset="0"/>
                            </a:rPr>
                          </m:ctrlPr>
                        </m:sSubPr>
                        <m:e>
                          <m:r>
                            <a:rPr lang="en-IN" sz="1600" b="0" i="1" dirty="0" smtClean="0">
                              <a:latin typeface="Cambria Math" panose="02040503050406030204" pitchFamily="18" charset="0"/>
                            </a:rPr>
                            <m:t>𝑀𝑆𝐸</m:t>
                          </m:r>
                        </m:e>
                        <m:sub>
                          <m:r>
                            <a:rPr lang="en-IN" sz="1600" b="0" i="1" dirty="0" smtClean="0">
                              <a:latin typeface="Cambria Math" panose="02040503050406030204" pitchFamily="18" charset="0"/>
                            </a:rPr>
                            <m:t>𝐼𝐶</m:t>
                          </m:r>
                        </m:sub>
                      </m:sSub>
                      <m:r>
                        <a:rPr lang="en-IN" sz="1600" b="0" i="1" dirty="0" smtClean="0">
                          <a:latin typeface="Cambria Math" panose="02040503050406030204" pitchFamily="18" charset="0"/>
                        </a:rPr>
                        <m:t>+</m:t>
                      </m:r>
                      <m:sSub>
                        <m:sSubPr>
                          <m:ctrlPr>
                            <a:rPr lang="en-IN" sz="1600" b="0" i="1" dirty="0" smtClean="0">
                              <a:latin typeface="Cambria Math" panose="02040503050406030204" pitchFamily="18" charset="0"/>
                            </a:rPr>
                          </m:ctrlPr>
                        </m:sSubPr>
                        <m:e>
                          <m:r>
                            <a:rPr lang="en-IN" sz="1600" b="0" i="1" dirty="0" smtClean="0">
                              <a:latin typeface="Cambria Math" panose="02040503050406030204" pitchFamily="18" charset="0"/>
                            </a:rPr>
                            <m:t>𝑀𝑆𝐸</m:t>
                          </m:r>
                        </m:e>
                        <m:sub>
                          <m:r>
                            <a:rPr lang="en-IN" sz="1600" b="0" i="1" dirty="0" smtClean="0">
                              <a:latin typeface="Cambria Math" panose="02040503050406030204" pitchFamily="18" charset="0"/>
                            </a:rPr>
                            <m:t>𝐵𝐶</m:t>
                          </m:r>
                        </m:sub>
                      </m:sSub>
                    </m:oMath>
                  </m:oMathPara>
                </a14:m>
                <a:endParaRPr lang="en-IN" sz="1600" dirty="0"/>
              </a:p>
              <a:p>
                <a:endParaRPr lang="en-IN" sz="1000" dirty="0"/>
              </a:p>
              <a:p>
                <a:pPr/>
                <a14:m>
                  <m:oMathPara xmlns:m="http://schemas.openxmlformats.org/officeDocument/2006/math">
                    <m:oMathParaPr>
                      <m:jc m:val="centerGroup"/>
                    </m:oMathParaPr>
                    <m:oMath xmlns:m="http://schemas.openxmlformats.org/officeDocument/2006/math">
                      <m:sSub>
                        <m:sSubPr>
                          <m:ctrlPr>
                            <a:rPr lang="en-IN" sz="1600" i="1" dirty="0" smtClean="0">
                              <a:latin typeface="Cambria Math" panose="02040503050406030204" pitchFamily="18" charset="0"/>
                            </a:rPr>
                          </m:ctrlPr>
                        </m:sSubPr>
                        <m:e>
                          <m:r>
                            <a:rPr lang="en-IN" sz="1600" b="0" i="1" dirty="0" smtClean="0">
                              <a:latin typeface="Cambria Math" panose="02040503050406030204" pitchFamily="18" charset="0"/>
                            </a:rPr>
                            <m:t>𝑀𝑆𝐸</m:t>
                          </m:r>
                        </m:e>
                        <m:sub>
                          <m:r>
                            <a:rPr lang="en-IN" sz="1600" b="0" i="1" dirty="0" smtClean="0">
                              <a:latin typeface="Cambria Math" panose="02040503050406030204" pitchFamily="18" charset="0"/>
                            </a:rPr>
                            <m:t>𝑇𝑜𝑡𝑎𝑙</m:t>
                          </m:r>
                          <m:r>
                            <a:rPr lang="en-IN" sz="1600" b="0" i="1" dirty="0" smtClean="0">
                              <a:latin typeface="Cambria Math" panose="02040503050406030204" pitchFamily="18" charset="0"/>
                            </a:rPr>
                            <m:t> </m:t>
                          </m:r>
                          <m:r>
                            <a:rPr lang="en-IN" sz="1600" b="0" i="1" dirty="0" smtClean="0">
                              <a:latin typeface="Cambria Math" panose="02040503050406030204" pitchFamily="18" charset="0"/>
                            </a:rPr>
                            <m:t>𝐿𝑜𝑠𝑠</m:t>
                          </m:r>
                        </m:sub>
                      </m:sSub>
                      <m:r>
                        <a:rPr lang="en-IN" sz="1600" b="0" i="1" dirty="0" smtClean="0">
                          <a:latin typeface="Cambria Math" panose="02040503050406030204" pitchFamily="18" charset="0"/>
                        </a:rPr>
                        <m:t>=</m:t>
                      </m:r>
                      <m:f>
                        <m:fPr>
                          <m:ctrlPr>
                            <a:rPr lang="en-IN" sz="1600" i="1" dirty="0">
                              <a:latin typeface="Cambria Math" panose="02040503050406030204" pitchFamily="18" charset="0"/>
                              <a:cs typeface="Times New Roman" panose="02020603050405020304" pitchFamily="18" charset="0"/>
                            </a:rPr>
                          </m:ctrlPr>
                        </m:fPr>
                        <m:num>
                          <m:r>
                            <a:rPr lang="en-IN" sz="1600" i="1" dirty="0">
                              <a:latin typeface="Cambria Math" panose="02040503050406030204" pitchFamily="18" charset="0"/>
                              <a:cs typeface="Times New Roman" panose="02020603050405020304" pitchFamily="18" charset="0"/>
                            </a:rPr>
                            <m:t>1</m:t>
                          </m:r>
                        </m:num>
                        <m:den>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𝑓</m:t>
                              </m:r>
                            </m:sub>
                          </m:sSub>
                        </m:den>
                      </m:f>
                      <m:nary>
                        <m:naryPr>
                          <m:chr m:val="∑"/>
                          <m:ctrlPr>
                            <a:rPr lang="en-IN" sz="1600" i="1" dirty="0">
                              <a:latin typeface="Cambria Math" panose="02040503050406030204" pitchFamily="18" charset="0"/>
                              <a:cs typeface="Times New Roman" panose="02020603050405020304" pitchFamily="18" charset="0"/>
                            </a:rPr>
                          </m:ctrlPr>
                        </m:naryPr>
                        <m:sub>
                          <m:r>
                            <m:rPr>
                              <m:brk m:alnAt="23"/>
                            </m:rPr>
                            <a:rPr lang="en-IN" sz="1600" i="1" dirty="0">
                              <a:latin typeface="Cambria Math" panose="02040503050406030204" pitchFamily="18" charset="0"/>
                              <a:cs typeface="Times New Roman" panose="02020603050405020304" pitchFamily="18" charset="0"/>
                            </a:rPr>
                            <m:t>𝑖</m:t>
                          </m:r>
                          <m:r>
                            <a:rPr lang="en-IN" sz="1600" i="1" dirty="0">
                              <a:latin typeface="Cambria Math" panose="02040503050406030204" pitchFamily="18" charset="0"/>
                              <a:cs typeface="Times New Roman" panose="02020603050405020304" pitchFamily="18" charset="0"/>
                            </a:rPr>
                            <m:t>=1</m:t>
                          </m:r>
                        </m:sub>
                        <m:sup>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𝑓</m:t>
                              </m:r>
                            </m:sub>
                          </m:sSub>
                        </m:sup>
                        <m:e>
                          <m:sSup>
                            <m:sSupPr>
                              <m:ctrlPr>
                                <a:rPr lang="en-IN" sz="1600" i="1" dirty="0">
                                  <a:latin typeface="Cambria Math" panose="02040503050406030204" pitchFamily="18" charset="0"/>
                                  <a:cs typeface="Times New Roman" panose="02020603050405020304" pitchFamily="18" charset="0"/>
                                </a:rPr>
                              </m:ctrlPr>
                            </m:sSupPr>
                            <m:e>
                              <m:d>
                                <m:dPr>
                                  <m:begChr m:val="|"/>
                                  <m:endChr m:val="|"/>
                                  <m:ctrlPr>
                                    <a:rPr lang="en-IN" sz="1600" i="1" dirty="0">
                                      <a:latin typeface="Cambria Math" panose="02040503050406030204" pitchFamily="18" charset="0"/>
                                      <a:cs typeface="Times New Roman" panose="02020603050405020304" pitchFamily="18" charset="0"/>
                                    </a:rPr>
                                  </m:ctrlPr>
                                </m:dPr>
                                <m:e>
                                  <m:f>
                                    <m:fPr>
                                      <m:ctrlPr>
                                        <a:rPr lang="en-IN" sz="1600" i="1">
                                          <a:latin typeface="Cambria Math" panose="02040503050406030204" pitchFamily="18" charset="0"/>
                                          <a:cs typeface="Times New Roman" panose="02020603050405020304" pitchFamily="18" charset="0"/>
                                        </a:rPr>
                                      </m:ctrlPr>
                                    </m:fPr>
                                    <m:num>
                                      <m:r>
                                        <a:rPr lang="en-IN" sz="16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den>
                                  </m:f>
                                  <m:r>
                                    <a:rPr lang="en-IN" sz="1600" i="1">
                                      <a:latin typeface="Cambria Math" panose="02040503050406030204" pitchFamily="18" charset="0"/>
                                      <a:cs typeface="Times New Roman" panose="02020603050405020304" pitchFamily="18" charset="0"/>
                                    </a:rPr>
                                    <m:t>+</m:t>
                                  </m:r>
                                  <m:r>
                                    <a:rPr lang="en-IN" sz="1600" b="1" i="1">
                                      <a:latin typeface="Cambria Math" panose="02040503050406030204" pitchFamily="18" charset="0"/>
                                      <a:cs typeface="Times New Roman" panose="02020603050405020304" pitchFamily="18" charset="0"/>
                                    </a:rPr>
                                    <m:t>𝑨</m:t>
                                  </m:r>
                                  <m:f>
                                    <m:fPr>
                                      <m:ctrlPr>
                                        <a:rPr lang="en-IN" sz="1600" i="1">
                                          <a:latin typeface="Cambria Math" panose="02040503050406030204" pitchFamily="18" charset="0"/>
                                          <a:cs typeface="Times New Roman" panose="02020603050405020304" pitchFamily="18" charset="0"/>
                                        </a:rPr>
                                      </m:ctrlPr>
                                    </m:fPr>
                                    <m:num>
                                      <m:r>
                                        <a:rPr lang="en-IN" sz="16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𝑥</m:t>
                                      </m:r>
                                    </m:den>
                                  </m:f>
                                  <m:r>
                                    <a:rPr lang="en-IN" sz="1600" i="1" dirty="0">
                                      <a:latin typeface="Cambria Math" panose="02040503050406030204" pitchFamily="18" charset="0"/>
                                    </a:rPr>
                                    <m:t>−0</m:t>
                                  </m:r>
                                </m:e>
                              </m:d>
                            </m:e>
                            <m:sup>
                              <m:r>
                                <a:rPr lang="en-IN" sz="1600" i="1" dirty="0">
                                  <a:latin typeface="Cambria Math" panose="02040503050406030204" pitchFamily="18" charset="0"/>
                                  <a:cs typeface="Times New Roman" panose="02020603050405020304" pitchFamily="18" charset="0"/>
                                </a:rPr>
                                <m:t>2</m:t>
                              </m:r>
                            </m:sup>
                          </m:sSup>
                          <m:r>
                            <a:rPr lang="en-IN" sz="1600" b="0" i="1" dirty="0" smtClean="0">
                              <a:latin typeface="Cambria Math" panose="02040503050406030204" pitchFamily="18" charset="0"/>
                              <a:cs typeface="Times New Roman" panose="02020603050405020304" pitchFamily="18" charset="0"/>
                            </a:rPr>
                            <m:t>+</m:t>
                          </m:r>
                          <m:f>
                            <m:fPr>
                              <m:ctrlPr>
                                <a:rPr lang="en-IN" sz="1600" i="1" dirty="0">
                                  <a:latin typeface="Cambria Math" panose="02040503050406030204" pitchFamily="18" charset="0"/>
                                  <a:cs typeface="Times New Roman" panose="02020603050405020304" pitchFamily="18" charset="0"/>
                                </a:rPr>
                              </m:ctrlPr>
                            </m:fPr>
                            <m:num>
                              <m:r>
                                <a:rPr lang="en-IN" sz="1600" i="1" dirty="0">
                                  <a:latin typeface="Cambria Math" panose="02040503050406030204" pitchFamily="18" charset="0"/>
                                  <a:cs typeface="Times New Roman" panose="02020603050405020304" pitchFamily="18" charset="0"/>
                                </a:rPr>
                                <m:t>1</m:t>
                              </m:r>
                            </m:num>
                            <m:den>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den>
                          </m:f>
                          <m:nary>
                            <m:naryPr>
                              <m:chr m:val="∑"/>
                              <m:ctrlPr>
                                <a:rPr lang="en-IN" sz="1600" i="1" dirty="0">
                                  <a:latin typeface="Cambria Math" panose="02040503050406030204" pitchFamily="18" charset="0"/>
                                  <a:cs typeface="Times New Roman" panose="02020603050405020304" pitchFamily="18" charset="0"/>
                                </a:rPr>
                              </m:ctrlPr>
                            </m:naryPr>
                            <m:sub>
                              <m:r>
                                <m:rPr>
                                  <m:brk m:alnAt="23"/>
                                </m:rPr>
                                <a:rPr lang="en-IN" sz="1600" i="1" dirty="0">
                                  <a:latin typeface="Cambria Math" panose="02040503050406030204" pitchFamily="18" charset="0"/>
                                  <a:cs typeface="Times New Roman" panose="02020603050405020304" pitchFamily="18" charset="0"/>
                                </a:rPr>
                                <m:t>𝑖</m:t>
                              </m:r>
                              <m:r>
                                <a:rPr lang="en-IN" sz="1600" i="1" dirty="0">
                                  <a:latin typeface="Cambria Math" panose="02040503050406030204" pitchFamily="18" charset="0"/>
                                  <a:cs typeface="Times New Roman" panose="02020603050405020304" pitchFamily="18" charset="0"/>
                                </a:rPr>
                                <m:t>=1</m:t>
                              </m:r>
                            </m:sub>
                            <m:sup>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sup>
                            <m:e>
                              <m:sSup>
                                <m:sSupPr>
                                  <m:ctrlPr>
                                    <a:rPr lang="en-IN" sz="1600" i="1" dirty="0">
                                      <a:latin typeface="Cambria Math" panose="02040503050406030204" pitchFamily="18" charset="0"/>
                                      <a:cs typeface="Times New Roman" panose="02020603050405020304" pitchFamily="18" charset="0"/>
                                    </a:rPr>
                                  </m:ctrlPr>
                                </m:sSupPr>
                                <m:e>
                                  <m:d>
                                    <m:dPr>
                                      <m:begChr m:val="|"/>
                                      <m:endChr m:val="|"/>
                                      <m:ctrlPr>
                                        <a:rPr lang="en-IN" sz="1600" i="1" dirty="0">
                                          <a:latin typeface="Cambria Math" panose="02040503050406030204" pitchFamily="18" charset="0"/>
                                          <a:cs typeface="Times New Roman" panose="02020603050405020304" pitchFamily="18" charset="0"/>
                                        </a:rPr>
                                      </m:ctrlPr>
                                    </m:dPr>
                                    <m:e>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i="1">
                                              <a:latin typeface="Cambria Math" panose="02040503050406030204" pitchFamily="18" charset="0"/>
                                              <a:ea typeface="Cambria Math" panose="02040503050406030204" pitchFamily="18" charset="0"/>
                                              <a:cs typeface="Times New Roman" panose="02020603050405020304" pitchFamily="18" charset="0"/>
                                            </a:rPr>
                                            <m:t>𝑥</m:t>
                                          </m:r>
                                          <m:r>
                                            <a:rPr lang="en-IN" sz="1600" i="1">
                                              <a:latin typeface="Cambria Math" panose="02040503050406030204" pitchFamily="18" charset="0"/>
                                              <a:ea typeface="Cambria Math" panose="02040503050406030204" pitchFamily="18" charset="0"/>
                                              <a:cs typeface="Times New Roman" panose="02020603050405020304" pitchFamily="18" charset="0"/>
                                            </a:rPr>
                                            <m:t>,0</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𝑥</m:t>
                                      </m:r>
                                      <m:r>
                                        <a:rPr lang="en-IN" sz="1600" i="1">
                                          <a:latin typeface="Cambria Math" panose="02040503050406030204" pitchFamily="18" charset="0"/>
                                          <a:ea typeface="Cambria Math" panose="02040503050406030204" pitchFamily="18" charset="0"/>
                                          <a:cs typeface="Times New Roman" panose="02020603050405020304" pitchFamily="18" charset="0"/>
                                        </a:rPr>
                                        <m:t>,0)</m:t>
                                      </m:r>
                                    </m:e>
                                  </m:d>
                                </m:e>
                                <m:sup>
                                  <m:r>
                                    <a:rPr lang="en-IN" sz="1600" i="1" dirty="0">
                                      <a:latin typeface="Cambria Math" panose="02040503050406030204" pitchFamily="18" charset="0"/>
                                      <a:cs typeface="Times New Roman" panose="02020603050405020304" pitchFamily="18" charset="0"/>
                                    </a:rPr>
                                    <m:t>2</m:t>
                                  </m:r>
                                </m:sup>
                              </m:sSup>
                            </m:e>
                          </m:nary>
                        </m:e>
                      </m:nary>
                    </m:oMath>
                  </m:oMathPara>
                </a14:m>
                <a:endParaRPr lang="en-IN" sz="1600" dirty="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IN" sz="1600" b="0" i="1" dirty="0" smtClean="0">
                          <a:latin typeface="Cambria Math" panose="02040503050406030204" pitchFamily="18" charset="0"/>
                          <a:cs typeface="Times New Roman" panose="02020603050405020304" pitchFamily="18" charset="0"/>
                        </a:rPr>
                        <m:t>                                   +</m:t>
                      </m:r>
                      <m:f>
                        <m:fPr>
                          <m:ctrlPr>
                            <a:rPr lang="en-IN" sz="1600" i="1" dirty="0" smtClean="0">
                              <a:latin typeface="Cambria Math" panose="02040503050406030204" pitchFamily="18" charset="0"/>
                              <a:cs typeface="Times New Roman" panose="02020603050405020304" pitchFamily="18" charset="0"/>
                            </a:rPr>
                          </m:ctrlPr>
                        </m:fPr>
                        <m:num>
                          <m:r>
                            <a:rPr lang="en-IN" sz="1600" i="1" dirty="0">
                              <a:latin typeface="Cambria Math" panose="02040503050406030204" pitchFamily="18" charset="0"/>
                              <a:cs typeface="Times New Roman" panose="02020603050405020304" pitchFamily="18" charset="0"/>
                            </a:rPr>
                            <m:t>1</m:t>
                          </m:r>
                        </m:num>
                        <m:den>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den>
                      </m:f>
                      <m:nary>
                        <m:naryPr>
                          <m:chr m:val="∑"/>
                          <m:ctrlPr>
                            <a:rPr lang="en-IN" sz="1600" i="1" dirty="0">
                              <a:latin typeface="Cambria Math" panose="02040503050406030204" pitchFamily="18" charset="0"/>
                              <a:cs typeface="Times New Roman" panose="02020603050405020304" pitchFamily="18" charset="0"/>
                            </a:rPr>
                          </m:ctrlPr>
                        </m:naryPr>
                        <m:sub>
                          <m:r>
                            <m:rPr>
                              <m:brk m:alnAt="23"/>
                            </m:rPr>
                            <a:rPr lang="en-IN" sz="1600" i="1" dirty="0">
                              <a:latin typeface="Cambria Math" panose="02040503050406030204" pitchFamily="18" charset="0"/>
                              <a:cs typeface="Times New Roman" panose="02020603050405020304" pitchFamily="18" charset="0"/>
                            </a:rPr>
                            <m:t>𝑖</m:t>
                          </m:r>
                          <m:r>
                            <a:rPr lang="en-IN" sz="1600" i="1" dirty="0">
                              <a:latin typeface="Cambria Math" panose="02040503050406030204" pitchFamily="18" charset="0"/>
                              <a:cs typeface="Times New Roman" panose="02020603050405020304" pitchFamily="18" charset="0"/>
                            </a:rPr>
                            <m:t>=1</m:t>
                          </m:r>
                        </m:sub>
                        <m:sup>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sup>
                        <m:e>
                          <m:sSup>
                            <m:sSupPr>
                              <m:ctrlPr>
                                <a:rPr lang="en-IN" sz="1600" i="1" dirty="0">
                                  <a:latin typeface="Cambria Math" panose="02040503050406030204" pitchFamily="18" charset="0"/>
                                  <a:cs typeface="Times New Roman" panose="02020603050405020304" pitchFamily="18" charset="0"/>
                                </a:rPr>
                              </m:ctrlPr>
                            </m:sSupPr>
                            <m:e>
                              <m:d>
                                <m:dPr>
                                  <m:begChr m:val="|"/>
                                  <m:endChr m:val="|"/>
                                  <m:ctrlPr>
                                    <a:rPr lang="en-IN" sz="1600" i="1" dirty="0">
                                      <a:latin typeface="Cambria Math" panose="02040503050406030204" pitchFamily="18" charset="0"/>
                                      <a:cs typeface="Times New Roman" panose="02020603050405020304" pitchFamily="18" charset="0"/>
                                    </a:rPr>
                                  </m:ctrlPr>
                                </m:dPr>
                                <m:e>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i="1">
                                          <a:latin typeface="Cambria Math" panose="02040503050406030204" pitchFamily="18" charset="0"/>
                                          <a:ea typeface="Cambria Math" panose="02040503050406030204" pitchFamily="18" charset="0"/>
                                          <a:cs typeface="Times New Roman" panose="02020603050405020304" pitchFamily="18" charset="0"/>
                                        </a:rPr>
                                        <m:t>0,</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600" b="1"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i="1">
                                          <a:latin typeface="Cambria Math" panose="02040503050406030204" pitchFamily="18" charset="0"/>
                                          <a:ea typeface="Cambria Math" panose="02040503050406030204" pitchFamily="18" charset="0"/>
                                          <a:cs typeface="Times New Roman" panose="02020603050405020304" pitchFamily="18" charset="0"/>
                                        </a:rPr>
                                        <m:t>0,</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e>
                                  </m:d>
                                </m:e>
                              </m:d>
                            </m:e>
                            <m:sup>
                              <m:r>
                                <a:rPr lang="en-IN" sz="1600" i="1" dirty="0">
                                  <a:latin typeface="Cambria Math" panose="02040503050406030204" pitchFamily="18" charset="0"/>
                                  <a:cs typeface="Times New Roman" panose="02020603050405020304" pitchFamily="18" charset="0"/>
                                </a:rPr>
                                <m:t>2</m:t>
                              </m:r>
                            </m:sup>
                          </m:sSup>
                          <m:r>
                            <a:rPr lang="en-IN" sz="1600" b="0" i="1" dirty="0" smtClean="0">
                              <a:latin typeface="Cambria Math" panose="02040503050406030204" pitchFamily="18" charset="0"/>
                              <a:cs typeface="Times New Roman" panose="02020603050405020304" pitchFamily="18" charset="0"/>
                            </a:rPr>
                            <m:t>+</m:t>
                          </m:r>
                        </m:e>
                      </m:nary>
                      <m:f>
                        <m:fPr>
                          <m:ctrlPr>
                            <a:rPr lang="en-IN" sz="1600" i="1" dirty="0">
                              <a:latin typeface="Cambria Math" panose="02040503050406030204" pitchFamily="18" charset="0"/>
                              <a:cs typeface="Times New Roman" panose="02020603050405020304" pitchFamily="18" charset="0"/>
                            </a:rPr>
                          </m:ctrlPr>
                        </m:fPr>
                        <m:num>
                          <m:r>
                            <a:rPr lang="en-IN" sz="1600" i="1" dirty="0">
                              <a:latin typeface="Cambria Math" panose="02040503050406030204" pitchFamily="18" charset="0"/>
                              <a:cs typeface="Times New Roman" panose="02020603050405020304" pitchFamily="18" charset="0"/>
                            </a:rPr>
                            <m:t>1</m:t>
                          </m:r>
                        </m:num>
                        <m:den>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den>
                      </m:f>
                      <m:nary>
                        <m:naryPr>
                          <m:chr m:val="∑"/>
                          <m:ctrlPr>
                            <a:rPr lang="en-IN" sz="1600" i="1" dirty="0">
                              <a:latin typeface="Cambria Math" panose="02040503050406030204" pitchFamily="18" charset="0"/>
                              <a:cs typeface="Times New Roman" panose="02020603050405020304" pitchFamily="18" charset="0"/>
                            </a:rPr>
                          </m:ctrlPr>
                        </m:naryPr>
                        <m:sub>
                          <m:r>
                            <m:rPr>
                              <m:brk m:alnAt="23"/>
                            </m:rPr>
                            <a:rPr lang="en-IN" sz="1600" i="1" dirty="0">
                              <a:latin typeface="Cambria Math" panose="02040503050406030204" pitchFamily="18" charset="0"/>
                              <a:cs typeface="Times New Roman" panose="02020603050405020304" pitchFamily="18" charset="0"/>
                            </a:rPr>
                            <m:t>𝑖</m:t>
                          </m:r>
                          <m:r>
                            <a:rPr lang="en-IN" sz="1600" i="1" dirty="0">
                              <a:latin typeface="Cambria Math" panose="02040503050406030204" pitchFamily="18" charset="0"/>
                              <a:cs typeface="Times New Roman" panose="02020603050405020304" pitchFamily="18" charset="0"/>
                            </a:rPr>
                            <m:t>=1</m:t>
                          </m:r>
                        </m:sub>
                        <m:sup>
                          <m:sSub>
                            <m:sSubPr>
                              <m:ctrlPr>
                                <a:rPr lang="en-IN" sz="1600" i="1" dirty="0">
                                  <a:latin typeface="Cambria Math" panose="02040503050406030204" pitchFamily="18" charset="0"/>
                                  <a:cs typeface="Times New Roman" panose="02020603050405020304" pitchFamily="18" charset="0"/>
                                </a:rPr>
                              </m:ctrlPr>
                            </m:sSubPr>
                            <m:e>
                              <m:r>
                                <a:rPr lang="en-IN" sz="1600" i="1" dirty="0">
                                  <a:latin typeface="Cambria Math" panose="02040503050406030204" pitchFamily="18" charset="0"/>
                                  <a:cs typeface="Times New Roman" panose="02020603050405020304" pitchFamily="18" charset="0"/>
                                </a:rPr>
                                <m:t>𝑁</m:t>
                              </m:r>
                            </m:e>
                            <m:sub>
                              <m:r>
                                <a:rPr lang="en-IN" sz="1600" i="1" dirty="0">
                                  <a:latin typeface="Cambria Math" panose="02040503050406030204" pitchFamily="18" charset="0"/>
                                  <a:cs typeface="Times New Roman" panose="02020603050405020304" pitchFamily="18" charset="0"/>
                                </a:rPr>
                                <m:t>𝑢</m:t>
                              </m:r>
                            </m:sub>
                          </m:sSub>
                        </m:sup>
                        <m:e>
                          <m:sSup>
                            <m:sSupPr>
                              <m:ctrlPr>
                                <a:rPr lang="en-IN" sz="1600" i="1" dirty="0">
                                  <a:latin typeface="Cambria Math" panose="02040503050406030204" pitchFamily="18" charset="0"/>
                                  <a:cs typeface="Times New Roman" panose="02020603050405020304" pitchFamily="18" charset="0"/>
                                </a:rPr>
                              </m:ctrlPr>
                            </m:sSupPr>
                            <m:e>
                              <m:d>
                                <m:dPr>
                                  <m:begChr m:val="|"/>
                                  <m:endChr m:val="|"/>
                                  <m:ctrlPr>
                                    <a:rPr lang="en-IN" sz="1600" i="1" dirty="0">
                                      <a:latin typeface="Cambria Math" panose="02040503050406030204" pitchFamily="18" charset="0"/>
                                      <a:cs typeface="Times New Roman" panose="02020603050405020304" pitchFamily="18" charset="0"/>
                                    </a:rPr>
                                  </m:ctrlPr>
                                </m:dPr>
                                <m:e>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600" b="1"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e>
                                  </m:d>
                                </m:e>
                              </m:d>
                            </m:e>
                            <m:sup>
                              <m:r>
                                <a:rPr lang="en-IN" sz="1600" i="1" dirty="0">
                                  <a:latin typeface="Cambria Math" panose="02040503050406030204" pitchFamily="18" charset="0"/>
                                  <a:cs typeface="Times New Roman" panose="02020603050405020304" pitchFamily="18" charset="0"/>
                                </a:rPr>
                                <m:t>2</m:t>
                              </m:r>
                            </m:sup>
                          </m:sSup>
                        </m:e>
                      </m:nary>
                    </m:oMath>
                  </m:oMathPara>
                </a14:m>
                <a:endParaRPr lang="en-IN" sz="1600" dirty="0"/>
              </a:p>
            </p:txBody>
          </p:sp>
        </mc:Choice>
        <mc:Fallback xmlns="">
          <p:sp>
            <p:nvSpPr>
              <p:cNvPr id="10" name="TextBox 9">
                <a:extLst>
                  <a:ext uri="{FF2B5EF4-FFF2-40B4-BE49-F238E27FC236}">
                    <a16:creationId xmlns:a16="http://schemas.microsoft.com/office/drawing/2014/main" id="{621E7FB3-AF11-9EA6-91D1-E26A3350A718}"/>
                  </a:ext>
                </a:extLst>
              </p:cNvPr>
              <p:cNvSpPr txBox="1">
                <a:spLocks noRot="1" noChangeAspect="1" noMove="1" noResize="1" noEditPoints="1" noAdjustHandles="1" noChangeArrowheads="1" noChangeShapeType="1" noTextEdit="1"/>
              </p:cNvSpPr>
              <p:nvPr/>
            </p:nvSpPr>
            <p:spPr>
              <a:xfrm>
                <a:off x="918340" y="4677650"/>
                <a:ext cx="7923681" cy="1898277"/>
              </a:xfrm>
              <a:prstGeom prst="rect">
                <a:avLst/>
              </a:prstGeom>
              <a:blipFill>
                <a:blip r:embed="rId6"/>
                <a:stretch>
                  <a:fillRect/>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0"/>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lvl="0" algn="ctr"/>
            <a:r>
              <a:rPr lang="en-IN" sz="4000" dirty="0">
                <a:latin typeface="Times New Roman" panose="02020603050405020304" pitchFamily="18" charset="0"/>
                <a:cs typeface="Times New Roman" panose="02020603050405020304" pitchFamily="18" charset="0"/>
              </a:rPr>
              <a:t>PINNs for High-Speed Fluid Dynamics</a:t>
            </a:r>
          </a:p>
        </p:txBody>
      </p:sp>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9</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876365"/>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1D Euler Eq.:- Sod Shock Tube Problem</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E4C274-F1A7-E470-A6EA-A735401A06C8}"/>
                  </a:ext>
                </a:extLst>
              </p:cNvPr>
              <p:cNvSpPr txBox="1"/>
              <p:nvPr/>
            </p:nvSpPr>
            <p:spPr>
              <a:xfrm>
                <a:off x="922375" y="1338145"/>
                <a:ext cx="10515599" cy="2046458"/>
              </a:xfrm>
              <a:prstGeom prst="rect">
                <a:avLst/>
              </a:prstGeom>
              <a:noFill/>
            </p:spPr>
            <p:txBody>
              <a:bodyPr wrap="square" rtlCol="0">
                <a:spAutoFit/>
              </a:bodyPr>
              <a:lstStyle/>
              <a:p>
                <a:pPr>
                  <a:lnSpc>
                    <a:spcPct val="120000"/>
                  </a:lnSpc>
                </a:pPr>
                <a:r>
                  <a:rPr lang="en-IN" sz="1600" b="0" dirty="0">
                    <a:latin typeface="Times New Roman" panose="02020603050405020304" pitchFamily="18" charset="0"/>
                    <a:ea typeface="Cambria Math" panose="02040503050406030204" pitchFamily="18" charset="0"/>
                    <a:cs typeface="Times New Roman" panose="02020603050405020304" pitchFamily="18" charset="0"/>
                  </a:rPr>
                  <a:t>Let the original domain</a:t>
                </a:r>
                <a14:m>
                  <m:oMath xmlns:m="http://schemas.openxmlformats.org/officeDocument/2006/math">
                    <m:r>
                      <a:rPr lang="en-IN" sz="1600" b="0" i="0" smtClean="0">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l-GR" sz="1600" b="0" i="1" smtClean="0">
                        <a:latin typeface="Cambria Math" panose="02040503050406030204" pitchFamily="18" charset="0"/>
                        <a:ea typeface="Cambria Math" panose="02040503050406030204" pitchFamily="18" charset="0"/>
                        <a:cs typeface="Times New Roman" panose="02020603050405020304" pitchFamily="18" charset="0"/>
                      </a:rPr>
                      <m:t>Ω</m:t>
                    </m:r>
                    <m:r>
                      <a:rPr lang="el-GR" sz="1600" b="0" i="1" smtClean="0">
                        <a:latin typeface="Cambria Math" panose="02040503050406030204" pitchFamily="18" charset="0"/>
                        <a:ea typeface="Cambria Math" panose="02040503050406030204" pitchFamily="18" charset="0"/>
                        <a:cs typeface="Times New Roman" panose="02020603050405020304" pitchFamily="18" charset="0"/>
                      </a:rPr>
                      <m:t>≡[0,1]</m:t>
                    </m:r>
                  </m:oMath>
                </a14:m>
                <a:r>
                  <a:rPr lang="en-IN" sz="1600" dirty="0">
                    <a:latin typeface="Times New Roman" panose="02020603050405020304" pitchFamily="18" charset="0"/>
                    <a:cs typeface="Times New Roman" panose="02020603050405020304" pitchFamily="18" charset="0"/>
                  </a:rPr>
                  <a:t> and initial discontinuity is at </a:t>
                </a:r>
                <a14:m>
                  <m:oMath xmlns:m="http://schemas.openxmlformats.org/officeDocument/2006/math">
                    <m:sSup>
                      <m:sSupPr>
                        <m:ctrlPr>
                          <a:rPr lang="en-IN" sz="1600" i="1" smtClean="0">
                            <a:latin typeface="Cambria Math" panose="02040503050406030204" pitchFamily="18" charset="0"/>
                            <a:cs typeface="Times New Roman" panose="02020603050405020304" pitchFamily="18" charset="0"/>
                          </a:rPr>
                        </m:ctrlPr>
                      </m:sSupPr>
                      <m:e>
                        <m:r>
                          <a:rPr lang="en-IN" sz="1600" b="0" i="1" smtClean="0">
                            <a:latin typeface="Cambria Math" panose="02040503050406030204" pitchFamily="18" charset="0"/>
                            <a:cs typeface="Times New Roman" panose="02020603050405020304" pitchFamily="18" charset="0"/>
                          </a:rPr>
                          <m:t>𝑥</m:t>
                        </m:r>
                      </m:e>
                      <m:sup>
                        <m:r>
                          <a:rPr lang="en-IN" sz="1600" b="0" i="1" smtClean="0">
                            <a:latin typeface="Cambria Math" panose="02040503050406030204" pitchFamily="18" charset="0"/>
                            <a:cs typeface="Times New Roman" panose="02020603050405020304" pitchFamily="18" charset="0"/>
                          </a:rPr>
                          <m:t>∗</m:t>
                        </m:r>
                      </m:sup>
                    </m:sSup>
                    <m:r>
                      <a:rPr lang="en-IN" sz="1600" b="0" i="1" smtClean="0">
                        <a:latin typeface="Cambria Math" panose="02040503050406030204" pitchFamily="18" charset="0"/>
                        <a:cs typeface="Times New Roman" panose="02020603050405020304" pitchFamily="18" charset="0"/>
                      </a:rPr>
                      <m:t>=0.5</m:t>
                    </m:r>
                  </m:oMath>
                </a14:m>
                <a:r>
                  <a:rPr lang="en-IN" sz="1600" dirty="0">
                    <a:latin typeface="Times New Roman" panose="02020603050405020304" pitchFamily="18" charset="0"/>
                    <a:cs typeface="Times New Roman" panose="02020603050405020304" pitchFamily="18" charset="0"/>
                  </a:rPr>
                  <a:t>.</a:t>
                </a:r>
              </a:p>
              <a:p>
                <a:pPr>
                  <a:lnSpc>
                    <a:spcPct val="120000"/>
                  </a:lnSpc>
                </a:pPr>
                <a:r>
                  <a:rPr lang="en-IN" sz="1600" dirty="0">
                    <a:latin typeface="Times New Roman" panose="02020603050405020304" pitchFamily="18" charset="0"/>
                    <a:cs typeface="Times New Roman" panose="02020603050405020304" pitchFamily="18" charset="0"/>
                  </a:rPr>
                  <a:t>Compressible 1D Euler Eq.</a:t>
                </a:r>
              </a:p>
              <a:p>
                <a:pPr>
                  <a:lnSpc>
                    <a:spcPct val="120000"/>
                  </a:lnSpc>
                </a:pPr>
                <a:r>
                  <a:rPr lang="en-IN" sz="1600" dirty="0">
                    <a:cs typeface="Times New Roman" panose="02020603050405020304" pitchFamily="18" charset="0"/>
                  </a:rPr>
                  <a:t>		</a:t>
                </a:r>
                <a14:m>
                  <m:oMath xmlns:m="http://schemas.openxmlformats.org/officeDocument/2006/math">
                    <m:f>
                      <m:fPr>
                        <m:ctrlPr>
                          <a:rPr lang="en-IN" sz="1600" i="1" smtClean="0">
                            <a:latin typeface="Cambria Math" panose="02040503050406030204" pitchFamily="18" charset="0"/>
                            <a:cs typeface="Times New Roman" panose="02020603050405020304" pitchFamily="18" charset="0"/>
                          </a:rPr>
                        </m:ctrlPr>
                      </m:fPr>
                      <m:num>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num>
                      <m:den>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den>
                    </m:f>
                    <m:r>
                      <a:rPr lang="en-IN" sz="1600" b="0" i="1" smtClean="0">
                        <a:latin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cs typeface="Times New Roman" panose="02020603050405020304" pitchFamily="18" charset="0"/>
                      </a:rPr>
                      <m:t>𝑨</m:t>
                    </m:r>
                    <m:f>
                      <m:fPr>
                        <m:ctrlPr>
                          <a:rPr lang="en-IN" sz="1600" b="0" i="1" smtClean="0">
                            <a:latin typeface="Cambria Math" panose="02040503050406030204" pitchFamily="18" charset="0"/>
                            <a:cs typeface="Times New Roman" panose="02020603050405020304" pitchFamily="18" charset="0"/>
                          </a:rPr>
                        </m:ctrlPr>
                      </m:fPr>
                      <m:num>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num>
                      <m:den>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den>
                    </m:f>
                    <m:r>
                      <a:rPr lang="en-IN" sz="1600" b="0" i="1" smtClean="0">
                        <a:latin typeface="Cambria Math" panose="02040503050406030204" pitchFamily="18" charset="0"/>
                        <a:cs typeface="Times New Roman" panose="02020603050405020304" pitchFamily="18" charset="0"/>
                      </a:rPr>
                      <m:t>=0,      </m:t>
                    </m:r>
                    <m:d>
                      <m:dPr>
                        <m:ctrlPr>
                          <a:rPr lang="en-IN" sz="1600" b="0" i="1" smtClean="0">
                            <a:latin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cs typeface="Times New Roman" panose="02020603050405020304" pitchFamily="18" charset="0"/>
                          </a:rPr>
                          <m:t>𝑡</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l-GR" sz="1600" b="0" i="1" smtClean="0">
                        <a:latin typeface="Cambria Math" panose="02040503050406030204" pitchFamily="18" charset="0"/>
                        <a:ea typeface="Cambria Math" panose="02040503050406030204" pitchFamily="18" charset="0"/>
                        <a:cs typeface="Times New Roman" panose="02020603050405020304" pitchFamily="18" charset="0"/>
                      </a:rPr>
                      <m:t>Ω</m:t>
                    </m:r>
                    <m:r>
                      <a:rPr lang="el-GR"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𝑇</m:t>
                        </m:r>
                      </m:e>
                    </m:d>
                  </m:oMath>
                </a14:m>
                <a:endParaRPr lang="en-IN" sz="1600" b="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20000"/>
                  </a:lnSpc>
                </a:pPr>
                <a:r>
                  <a:rPr lang="en-IN" sz="1600" dirty="0">
                    <a:latin typeface="Times New Roman" panose="02020603050405020304" pitchFamily="18" charset="0"/>
                    <a:ea typeface="Cambria Math" panose="02040503050406030204" pitchFamily="18" charset="0"/>
                    <a:cs typeface="Times New Roman" panose="02020603050405020304" pitchFamily="18" charset="0"/>
                  </a:rPr>
                  <a:t>Initial Condition	</a:t>
                </a:r>
                <a14:m>
                  <m:oMath xmlns:m="http://schemas.openxmlformats.org/officeDocument/2006/math">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eqArr>
                          <m:eqArr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eqArrPr>
                          <m:e>
                            <m:sSub>
                              <m:sSubPr>
                                <m:ctrlPr>
                                  <a:rPr lang="en-IN" sz="1600"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𝒖</m:t>
                                </m:r>
                              </m:e>
                              <m:sub>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𝑳</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𝐿</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𝐿</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𝐿</m:t>
                                    </m:r>
                                  </m:sub>
                                </m:sSub>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1.4,0.1,1.0</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&lt;</m:t>
                            </m:r>
                            <m:sSup>
                              <m:sSup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e>
                              <m:sup>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up>
                            </m:sSup>
                          </m:e>
                          <m:e>
                            <m:sSub>
                              <m:sSubPr>
                                <m:ctrlPr>
                                  <a:rPr lang="en-IN" sz="1600"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𝒖</m:t>
                                </m:r>
                              </m:e>
                              <m:sub>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𝑹</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𝑅</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𝑅</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𝑅</m:t>
                                    </m:r>
                                  </m:sub>
                                </m:sSub>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0.125,0.0,1.0</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&lt;</m:t>
                            </m:r>
                            <m:sSup>
                              <m:sSup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e>
                              <m:sup>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up>
                            </m:sSup>
                          </m:e>
                        </m:eqArr>
                      </m:e>
                    </m:d>
                  </m:oMath>
                </a14:m>
                <a:endParaRPr lang="en-IN" sz="1600" b="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20000"/>
                  </a:lnSpc>
                </a:pPr>
                <a:r>
                  <a:rPr lang="en-IN" sz="1600" b="0" dirty="0">
                    <a:latin typeface="Times New Roman" panose="02020603050405020304" pitchFamily="18" charset="0"/>
                    <a:ea typeface="Cambria Math" panose="02040503050406030204" pitchFamily="18" charset="0"/>
                    <a:cs typeface="Times New Roman" panose="02020603050405020304" pitchFamily="18" charset="0"/>
                  </a:rPr>
                  <a:t>Dirichlet Boundary Condition which takes value of initial condition at the boundaries.</a:t>
                </a:r>
              </a:p>
            </p:txBody>
          </p:sp>
        </mc:Choice>
        <mc:Fallback xmlns="">
          <p:sp>
            <p:nvSpPr>
              <p:cNvPr id="6" name="TextBox 5">
                <a:extLst>
                  <a:ext uri="{FF2B5EF4-FFF2-40B4-BE49-F238E27FC236}">
                    <a16:creationId xmlns:a16="http://schemas.microsoft.com/office/drawing/2014/main" id="{90E4C274-F1A7-E470-A6EA-A735401A06C8}"/>
                  </a:ext>
                </a:extLst>
              </p:cNvPr>
              <p:cNvSpPr txBox="1">
                <a:spLocks noRot="1" noChangeAspect="1" noMove="1" noResize="1" noEditPoints="1" noAdjustHandles="1" noChangeArrowheads="1" noChangeShapeType="1" noTextEdit="1"/>
              </p:cNvSpPr>
              <p:nvPr/>
            </p:nvSpPr>
            <p:spPr>
              <a:xfrm>
                <a:off x="922375" y="1338145"/>
                <a:ext cx="10515599" cy="2046458"/>
              </a:xfrm>
              <a:prstGeom prst="rect">
                <a:avLst/>
              </a:prstGeom>
              <a:blipFill>
                <a:blip r:embed="rId3"/>
                <a:stretch>
                  <a:fillRect l="-290" b="-328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2B87677-C2EB-C5B8-E6B1-89BF82B9A9B8}"/>
                  </a:ext>
                </a:extLst>
              </p:cNvPr>
              <p:cNvSpPr txBox="1"/>
              <p:nvPr/>
            </p:nvSpPr>
            <p:spPr>
              <a:xfrm>
                <a:off x="922372" y="3384604"/>
                <a:ext cx="8261095" cy="1293046"/>
              </a:xfrm>
              <a:prstGeom prst="rect">
                <a:avLst/>
              </a:prstGeom>
              <a:noFill/>
            </p:spPr>
            <p:txBody>
              <a:bodyPr wrap="square" rtlCol="0">
                <a:spAutoFit/>
              </a:bodyPr>
              <a:lstStyle/>
              <a:p>
                <a:pPr>
                  <a:lnSpc>
                    <a:spcPct val="120000"/>
                  </a:lnSpc>
                </a:pPr>
                <a:r>
                  <a:rPr lang="en-IN" sz="1600" u="sng" dirty="0">
                    <a:latin typeface="Times New Roman" panose="02020603050405020304" pitchFamily="18" charset="0"/>
                    <a:cs typeface="Times New Roman" panose="02020603050405020304" pitchFamily="18" charset="0"/>
                  </a:rPr>
                  <a:t>Residual</a:t>
                </a:r>
              </a:p>
              <a:p>
                <a:pPr>
                  <a:lnSpc>
                    <a:spcPct val="120000"/>
                  </a:lnSpc>
                </a:pPr>
                <a14:m>
                  <m:oMathPara xmlns:m="http://schemas.openxmlformats.org/officeDocument/2006/math">
                    <m:oMathParaPr>
                      <m:jc m:val="left"/>
                    </m:oMathParaPr>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𝑓</m:t>
                          </m:r>
                        </m:e>
                        <m:sub>
                          <m:r>
                            <a:rPr lang="en-IN" sz="1600" b="0" i="1" smtClean="0">
                              <a:latin typeface="Cambria Math" panose="02040503050406030204" pitchFamily="18" charset="0"/>
                              <a:cs typeface="Times New Roman" panose="02020603050405020304" pitchFamily="18" charset="0"/>
                            </a:rPr>
                            <m:t>1</m:t>
                          </m:r>
                        </m:sub>
                      </m:sSub>
                      <m:r>
                        <a:rPr lang="en-IN" sz="1600" b="0" i="1" smtClean="0">
                          <a:latin typeface="Cambria Math" panose="02040503050406030204" pitchFamily="18" charset="0"/>
                          <a:cs typeface="Times New Roman" panose="02020603050405020304" pitchFamily="18" charset="0"/>
                        </a:rPr>
                        <m:t>=</m:t>
                      </m:r>
                      <m:f>
                        <m:fPr>
                          <m:ctrlPr>
                            <a:rPr lang="en-IN" sz="1600" i="1">
                              <a:latin typeface="Cambria Math" panose="02040503050406030204" pitchFamily="18" charset="0"/>
                              <a:cs typeface="Times New Roman" panose="02020603050405020304" pitchFamily="18" charset="0"/>
                            </a:rPr>
                          </m:ctrlPr>
                        </m:fPr>
                        <m:num>
                          <m:r>
                            <a:rPr lang="en-IN" sz="16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den>
                      </m:f>
                      <m:r>
                        <a:rPr lang="en-IN" sz="1600" i="1">
                          <a:latin typeface="Cambria Math" panose="02040503050406030204" pitchFamily="18" charset="0"/>
                          <a:cs typeface="Times New Roman" panose="02020603050405020304" pitchFamily="18" charset="0"/>
                        </a:rPr>
                        <m:t>+</m:t>
                      </m:r>
                      <m:r>
                        <a:rPr lang="en-IN" sz="1600" b="1" i="1">
                          <a:latin typeface="Cambria Math" panose="02040503050406030204" pitchFamily="18" charset="0"/>
                          <a:cs typeface="Times New Roman" panose="02020603050405020304" pitchFamily="18" charset="0"/>
                        </a:rPr>
                        <m:t>𝑨</m:t>
                      </m:r>
                      <m:f>
                        <m:fPr>
                          <m:ctrlPr>
                            <a:rPr lang="en-IN" sz="1600" i="1">
                              <a:latin typeface="Cambria Math" panose="02040503050406030204" pitchFamily="18" charset="0"/>
                              <a:cs typeface="Times New Roman" panose="02020603050405020304" pitchFamily="18" charset="0"/>
                            </a:rPr>
                          </m:ctrlPr>
                        </m:fPr>
                        <m:num>
                          <m:r>
                            <a:rPr lang="en-IN" sz="16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ea typeface="Cambria Math" panose="02040503050406030204" pitchFamily="18" charset="0"/>
                              <a:cs typeface="Times New Roman" panose="02020603050405020304" pitchFamily="18" charset="0"/>
                            </a:rPr>
                            <m:t>𝑥</m:t>
                          </m:r>
                        </m:den>
                      </m:f>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cs typeface="Times New Roman" panose="02020603050405020304" pitchFamily="18" charset="0"/>
                        </a:rPr>
                        <m:t>0</m:t>
                      </m:r>
                    </m:oMath>
                  </m:oMathPara>
                </a14:m>
                <a:endParaRPr lang="en-IN" sz="1600" b="0" dirty="0">
                  <a:latin typeface="Times New Roman" panose="02020603050405020304" pitchFamily="18" charset="0"/>
                  <a:cs typeface="Times New Roman" panose="02020603050405020304" pitchFamily="18" charset="0"/>
                </a:endParaRPr>
              </a:p>
              <a:p>
                <a:pPr>
                  <a:lnSpc>
                    <a:spcPct val="120000"/>
                  </a:lnSpc>
                </a:pPr>
                <a14:m>
                  <m:oMathPara xmlns:m="http://schemas.openxmlformats.org/officeDocument/2006/math">
                    <m:oMathParaPr>
                      <m:jc m:val="left"/>
                    </m:oMathParaPr>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𝑓</m:t>
                          </m:r>
                        </m:e>
                        <m:sub>
                          <m:r>
                            <a:rPr lang="en-IN" sz="1600" b="0" i="1" smtClean="0">
                              <a:latin typeface="Cambria Math" panose="02040503050406030204" pitchFamily="18" charset="0"/>
                              <a:cs typeface="Times New Roman" panose="02020603050405020304" pitchFamily="18" charset="0"/>
                            </a:rPr>
                            <m:t>2</m:t>
                          </m:r>
                        </m:sub>
                      </m:sSub>
                      <m:r>
                        <a:rPr lang="en-IN" sz="1600" b="0" i="1" smtClean="0">
                          <a:latin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                            </m:t>
                          </m:r>
                          <m:r>
                            <a:rPr lang="en-IN" sz="1600" b="0" i="1" smtClean="0">
                              <a:latin typeface="Cambria Math" panose="02040503050406030204" pitchFamily="18" charset="0"/>
                              <a:cs typeface="Times New Roman" panose="02020603050405020304" pitchFamily="18" charset="0"/>
                            </a:rPr>
                            <m:t>𝑓</m:t>
                          </m:r>
                        </m:e>
                        <m:sub>
                          <m:r>
                            <a:rPr lang="en-IN" sz="1600" b="0" i="1" smtClean="0">
                              <a:latin typeface="Cambria Math" panose="02040503050406030204" pitchFamily="18" charset="0"/>
                              <a:cs typeface="Times New Roman" panose="02020603050405020304" pitchFamily="18" charset="0"/>
                            </a:rPr>
                            <m:t>3</m:t>
                          </m:r>
                        </m:sub>
                      </m:sSub>
                      <m:r>
                        <a:rPr lang="en-IN" sz="1600" b="0" i="1" smtClean="0">
                          <a:latin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600" b="1"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IN" sz="1600" b="0" i="0" smtClean="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600" i="1">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r>
                        <a:rPr lang="en-IN" sz="1600" i="1">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IN" sz="1600"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02B87677-C2EB-C5B8-E6B1-89BF82B9A9B8}"/>
                  </a:ext>
                </a:extLst>
              </p:cNvPr>
              <p:cNvSpPr txBox="1">
                <a:spLocks noRot="1" noChangeAspect="1" noMove="1" noResize="1" noEditPoints="1" noAdjustHandles="1" noChangeArrowheads="1" noChangeShapeType="1" noTextEdit="1"/>
              </p:cNvSpPr>
              <p:nvPr/>
            </p:nvSpPr>
            <p:spPr>
              <a:xfrm>
                <a:off x="922372" y="3384604"/>
                <a:ext cx="8261095" cy="1293046"/>
              </a:xfrm>
              <a:prstGeom prst="rect">
                <a:avLst/>
              </a:prstGeom>
              <a:blipFill>
                <a:blip r:embed="rId5"/>
                <a:stretch>
                  <a:fillRect l="-369" b="-47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7" name="Table 233">
                <a:extLst>
                  <a:ext uri="{FF2B5EF4-FFF2-40B4-BE49-F238E27FC236}">
                    <a16:creationId xmlns:a16="http://schemas.microsoft.com/office/drawing/2014/main" id="{DF788F51-C673-7284-E8D1-88FEB87BFFB8}"/>
                  </a:ext>
                </a:extLst>
              </p:cNvPr>
              <p:cNvGraphicFramePr>
                <a:graphicFrameLocks noGrp="1"/>
              </p:cNvGraphicFramePr>
              <p:nvPr>
                <p:extLst>
                  <p:ext uri="{D42A27DB-BD31-4B8C-83A1-F6EECF244321}">
                    <p14:modId xmlns:p14="http://schemas.microsoft.com/office/powerpoint/2010/main" val="374676466"/>
                  </p:ext>
                </p:extLst>
              </p:nvPr>
            </p:nvGraphicFramePr>
            <p:xfrm>
              <a:off x="8782102" y="1647243"/>
              <a:ext cx="2655874" cy="3474720"/>
            </p:xfrm>
            <a:graphic>
              <a:graphicData uri="http://schemas.openxmlformats.org/drawingml/2006/table">
                <a:tbl>
                  <a:tblPr firstRow="1" bandRow="1">
                    <a:tableStyleId>{5940675A-B579-460E-94D1-54222C63F5DA}</a:tableStyleId>
                  </a:tblPr>
                  <a:tblGrid>
                    <a:gridCol w="1327937">
                      <a:extLst>
                        <a:ext uri="{9D8B030D-6E8A-4147-A177-3AD203B41FA5}">
                          <a16:colId xmlns:a16="http://schemas.microsoft.com/office/drawing/2014/main" val="2620844179"/>
                        </a:ext>
                      </a:extLst>
                    </a:gridCol>
                    <a:gridCol w="1327937">
                      <a:extLst>
                        <a:ext uri="{9D8B030D-6E8A-4147-A177-3AD203B41FA5}">
                          <a16:colId xmlns:a16="http://schemas.microsoft.com/office/drawing/2014/main" val="3992710186"/>
                        </a:ext>
                      </a:extLst>
                    </a:gridCol>
                  </a:tblGrid>
                  <a:tr h="191614">
                    <a:tc>
                      <a:txBody>
                        <a:bodyPr/>
                        <a:lstStyle/>
                        <a:p>
                          <a:pPr algn="ctr"/>
                          <a:r>
                            <a:rPr lang="en-IN" sz="1200" dirty="0">
                              <a:latin typeface="Times New Roman" panose="02020603050405020304" pitchFamily="18" charset="0"/>
                              <a:cs typeface="Times New Roman" panose="02020603050405020304" pitchFamily="18" charset="0"/>
                            </a:rPr>
                            <a:t>Input</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m:t>
                                </m:r>
                                <m:r>
                                  <a:rPr lang="en-IN" sz="1200" i="1" dirty="0" err="1" smtClean="0">
                                    <a:latin typeface="Cambria Math" panose="02040503050406030204" pitchFamily="18" charset="0"/>
                                    <a:cs typeface="Times New Roman" panose="02020603050405020304" pitchFamily="18" charset="0"/>
                                  </a:rPr>
                                  <m:t>𝑥</m:t>
                                </m:r>
                                <m:r>
                                  <a:rPr lang="en-IN" sz="1200" i="1" dirty="0" err="1" smtClean="0">
                                    <a:latin typeface="Cambria Math" panose="02040503050406030204" pitchFamily="18" charset="0"/>
                                    <a:cs typeface="Times New Roman" panose="02020603050405020304" pitchFamily="18" charset="0"/>
                                  </a:rPr>
                                  <m:t>, </m:t>
                                </m:r>
                                <m:r>
                                  <a:rPr lang="en-IN" sz="1200" b="0" i="1" dirty="0" smtClean="0">
                                    <a:latin typeface="Cambria Math" panose="02040503050406030204" pitchFamily="18" charset="0"/>
                                    <a:cs typeface="Times New Roman" panose="02020603050405020304" pitchFamily="18" charset="0"/>
                                  </a:rPr>
                                  <m:t>𝑡</m:t>
                                </m:r>
                                <m:r>
                                  <a:rPr lang="en-IN" sz="1200" i="1" dirty="0" smtClean="0">
                                    <a:latin typeface="Cambria Math" panose="02040503050406030204" pitchFamily="18" charset="0"/>
                                    <a:cs typeface="Times New Roman" panose="02020603050405020304" pitchFamily="18" charset="0"/>
                                  </a:rPr>
                                  <m:t>)</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35024328"/>
                      </a:ext>
                    </a:extLst>
                  </a:tr>
                  <a:tr h="191614">
                    <a:tc>
                      <a:txBody>
                        <a:bodyPr/>
                        <a:lstStyle/>
                        <a:p>
                          <a:pPr algn="ctr"/>
                          <a:r>
                            <a:rPr lang="en-IN" sz="1200" dirty="0">
                              <a:latin typeface="Times New Roman" panose="02020603050405020304" pitchFamily="18" charset="0"/>
                              <a:cs typeface="Times New Roman" panose="02020603050405020304" pitchFamily="18" charset="0"/>
                            </a:rPr>
                            <a:t>Output</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i="1" dirty="0" smtClean="0">
                                        <a:latin typeface="Cambria Math" panose="02040503050406030204" pitchFamily="18" charset="0"/>
                                        <a:ea typeface="Cambria Math" panose="02040503050406030204" pitchFamily="18" charset="0"/>
                                        <a:cs typeface="Times New Roman" panose="02020603050405020304" pitchFamily="18" charset="0"/>
                                      </a:rPr>
                                      <m:t>𝜌</m:t>
                                    </m:r>
                                  </m:e>
                                </m:acc>
                                <m:r>
                                  <a:rPr lang="en-IN" sz="1200" i="1" dirty="0" err="1"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b="0" i="1" dirty="0" smtClean="0">
                                        <a:latin typeface="Cambria Math" panose="02040503050406030204" pitchFamily="18" charset="0"/>
                                        <a:cs typeface="Times New Roman" panose="02020603050405020304" pitchFamily="18" charset="0"/>
                                      </a:rPr>
                                      <m:t>𝑢</m:t>
                                    </m:r>
                                  </m:e>
                                </m:acc>
                                <m:r>
                                  <a:rPr lang="en-IN" sz="1200" i="1" dirty="0" err="1"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b="0" i="1" dirty="0" smtClean="0">
                                        <a:latin typeface="Cambria Math" panose="02040503050406030204" pitchFamily="18" charset="0"/>
                                        <a:cs typeface="Times New Roman" panose="02020603050405020304" pitchFamily="18" charset="0"/>
                                      </a:rPr>
                                      <m:t>𝑝</m:t>
                                    </m:r>
                                  </m:e>
                                </m:acc>
                                <m:r>
                                  <a:rPr lang="en-IN" sz="1200" i="1" dirty="0" smtClean="0">
                                    <a:latin typeface="Cambria Math" panose="02040503050406030204" pitchFamily="18" charset="0"/>
                                    <a:cs typeface="Times New Roman" panose="02020603050405020304" pitchFamily="18" charset="0"/>
                                  </a:rPr>
                                  <m:t>)</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38068419"/>
                      </a:ext>
                    </a:extLst>
                  </a:tr>
                  <a:tr h="4471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Number of residual, training points.</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dirty="0" smtClean="0">
                                    <a:latin typeface="Cambria Math" panose="02040503050406030204" pitchFamily="18" charset="0"/>
                                    <a:cs typeface="Times New Roman" panose="02020603050405020304" pitchFamily="18" charset="0"/>
                                  </a:rPr>
                                  <m:t>(2</m:t>
                                </m:r>
                                <m:r>
                                  <a:rPr lang="en-IN" sz="1200" i="1" dirty="0" smtClean="0">
                                    <a:latin typeface="Cambria Math" panose="02040503050406030204" pitchFamily="18" charset="0"/>
                                    <a:cs typeface="Times New Roman" panose="02020603050405020304" pitchFamily="18" charset="0"/>
                                  </a:rPr>
                                  <m:t>000,</m:t>
                                </m:r>
                                <m:r>
                                  <a:rPr lang="en-IN" sz="1200" b="0" i="1" dirty="0" smtClean="0">
                                    <a:latin typeface="Cambria Math" panose="02040503050406030204" pitchFamily="18" charset="0"/>
                                    <a:cs typeface="Times New Roman" panose="02020603050405020304" pitchFamily="18" charset="0"/>
                                  </a:rPr>
                                  <m:t>2</m:t>
                                </m:r>
                                <m:r>
                                  <a:rPr lang="en-IN" sz="1200" i="1" dirty="0" smtClean="0">
                                    <a:latin typeface="Cambria Math" panose="02040503050406030204" pitchFamily="18" charset="0"/>
                                    <a:cs typeface="Times New Roman" panose="02020603050405020304" pitchFamily="18" charset="0"/>
                                  </a:rPr>
                                  <m:t>00</m:t>
                                </m:r>
                                <m:r>
                                  <a:rPr lang="en-IN" sz="1200" b="0" i="1" dirty="0" smtClean="0">
                                    <a:latin typeface="Cambria Math" panose="02040503050406030204" pitchFamily="18" charset="0"/>
                                    <a:cs typeface="Times New Roman" panose="02020603050405020304" pitchFamily="18" charset="0"/>
                                  </a:rPr>
                                  <m:t>)</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76951706"/>
                      </a:ext>
                    </a:extLst>
                  </a:tr>
                  <a:tr h="319357">
                    <a:tc>
                      <a:txBody>
                        <a:bodyPr/>
                        <a:lstStyle/>
                        <a:p>
                          <a:pPr algn="ctr"/>
                          <a:r>
                            <a:rPr lang="en-IN" sz="1200" dirty="0">
                              <a:latin typeface="Times New Roman" panose="02020603050405020304" pitchFamily="18" charset="0"/>
                              <a:cs typeface="Times New Roman" panose="02020603050405020304" pitchFamily="18" charset="0"/>
                            </a:rPr>
                            <a:t>Number of hidden layers</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cs typeface="Times New Roman" panose="02020603050405020304" pitchFamily="18" charset="0"/>
                                  </a:rPr>
                                  <m:t>4</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85496801"/>
                      </a:ext>
                    </a:extLst>
                  </a:tr>
                  <a:tr h="447100">
                    <a:tc>
                      <a:txBody>
                        <a:bodyPr/>
                        <a:lstStyle/>
                        <a:p>
                          <a:pPr algn="ctr"/>
                          <a:r>
                            <a:rPr lang="en-IN" sz="1200" dirty="0">
                              <a:latin typeface="Times New Roman" panose="02020603050405020304" pitchFamily="18" charset="0"/>
                              <a:cs typeface="Times New Roman" panose="02020603050405020304" pitchFamily="18" charset="0"/>
                            </a:rPr>
                            <a:t>Number of neurons in each hidden layers</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40</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88631038"/>
                      </a:ext>
                    </a:extLst>
                  </a:tr>
                  <a:tr h="319357">
                    <a:tc>
                      <a:txBody>
                        <a:bodyPr/>
                        <a:lstStyle/>
                        <a:p>
                          <a:pPr algn="ctr"/>
                          <a:r>
                            <a:rPr lang="en-IN" sz="1200" dirty="0">
                              <a:latin typeface="Times New Roman" panose="02020603050405020304" pitchFamily="18" charset="0"/>
                              <a:cs typeface="Times New Roman" panose="02020603050405020304" pitchFamily="18" charset="0"/>
                            </a:rPr>
                            <a:t>Optimization method</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𝐿</m:t>
                                </m:r>
                                <m:r>
                                  <a:rPr lang="en-IN" sz="1200" i="1" dirty="0" smtClean="0">
                                    <a:latin typeface="Cambria Math" panose="02040503050406030204" pitchFamily="18" charset="0"/>
                                    <a:cs typeface="Times New Roman" panose="02020603050405020304" pitchFamily="18" charset="0"/>
                                  </a:rPr>
                                  <m:t>−</m:t>
                                </m:r>
                                <m:r>
                                  <a:rPr lang="en-IN" sz="1200" i="1" dirty="0" smtClean="0">
                                    <a:latin typeface="Cambria Math" panose="02040503050406030204" pitchFamily="18" charset="0"/>
                                    <a:cs typeface="Times New Roman" panose="02020603050405020304" pitchFamily="18" charset="0"/>
                                  </a:rPr>
                                  <m:t>𝐵𝐹𝐺𝑆</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72962283"/>
                      </a:ext>
                    </a:extLst>
                  </a:tr>
                  <a:tr h="191614">
                    <a:tc>
                      <a:txBody>
                        <a:bodyPr/>
                        <a:lstStyle/>
                        <a:p>
                          <a:pPr algn="ctr"/>
                          <a:r>
                            <a:rPr lang="en-IN" sz="1200" dirty="0">
                              <a:latin typeface="Times New Roman" panose="02020603050405020304" pitchFamily="18" charset="0"/>
                              <a:cs typeface="Times New Roman" panose="02020603050405020304" pitchFamily="18" charset="0"/>
                            </a:rPr>
                            <a:t>Learning Rate</a:t>
                          </a: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0.1</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20283070"/>
                      </a:ext>
                    </a:extLst>
                  </a:tr>
                  <a:tr h="319357">
                    <a:tc>
                      <a:txBody>
                        <a:bodyPr/>
                        <a:lstStyle/>
                        <a:p>
                          <a:pPr algn="ctr"/>
                          <a:r>
                            <a:rPr lang="en-IN" sz="1200" dirty="0">
                              <a:latin typeface="Times New Roman" panose="02020603050405020304" pitchFamily="18" charset="0"/>
                              <a:cs typeface="Times New Roman" panose="02020603050405020304" pitchFamily="18" charset="0"/>
                            </a:rPr>
                            <a:t>Activation Function</a:t>
                          </a:r>
                        </a:p>
                      </a:txBody>
                      <a:tcPr anchor="ctr"/>
                    </a:tc>
                    <a:tc>
                      <a:txBody>
                        <a:bodyPr/>
                        <a:lstStyle/>
                        <a:p>
                          <a:pPr algn="ctr"/>
                          <a:r>
                            <a:rPr lang="en-IN" sz="1200" dirty="0">
                              <a:cs typeface="Times New Roman" panose="02020603050405020304" pitchFamily="18" charset="0"/>
                            </a:rPr>
                            <a:t>t</a:t>
                          </a:r>
                          <a14:m>
                            <m:oMath xmlns:m="http://schemas.openxmlformats.org/officeDocument/2006/math">
                              <m:r>
                                <a:rPr lang="en-IN" sz="1200" i="1" dirty="0" smtClean="0">
                                  <a:latin typeface="Cambria Math" panose="02040503050406030204" pitchFamily="18" charset="0"/>
                                  <a:cs typeface="Times New Roman" panose="02020603050405020304" pitchFamily="18" charset="0"/>
                                </a:rPr>
                                <m:t>𝑎𝑛h</m:t>
                              </m:r>
                              <m:r>
                                <a:rPr lang="en-IN" sz="1200" i="1" dirty="0" smtClean="0">
                                  <a:latin typeface="Cambria Math" panose="02040503050406030204" pitchFamily="18" charset="0"/>
                                  <a:cs typeface="Times New Roman" panose="02020603050405020304" pitchFamily="18" charset="0"/>
                                </a:rPr>
                                <m:t>(∙)</m:t>
                              </m:r>
                            </m:oMath>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3230687"/>
                      </a:ext>
                    </a:extLst>
                  </a:tr>
                </a:tbl>
              </a:graphicData>
            </a:graphic>
          </p:graphicFrame>
        </mc:Choice>
        <mc:Fallback xmlns="">
          <p:graphicFrame>
            <p:nvGraphicFramePr>
              <p:cNvPr id="7" name="Table 233">
                <a:extLst>
                  <a:ext uri="{FF2B5EF4-FFF2-40B4-BE49-F238E27FC236}">
                    <a16:creationId xmlns:a16="http://schemas.microsoft.com/office/drawing/2014/main" id="{DF788F51-C673-7284-E8D1-88FEB87BFFB8}"/>
                  </a:ext>
                </a:extLst>
              </p:cNvPr>
              <p:cNvGraphicFramePr>
                <a:graphicFrameLocks noGrp="1"/>
              </p:cNvGraphicFramePr>
              <p:nvPr>
                <p:extLst>
                  <p:ext uri="{D42A27DB-BD31-4B8C-83A1-F6EECF244321}">
                    <p14:modId xmlns:p14="http://schemas.microsoft.com/office/powerpoint/2010/main" val="374676466"/>
                  </p:ext>
                </p:extLst>
              </p:nvPr>
            </p:nvGraphicFramePr>
            <p:xfrm>
              <a:off x="8782102" y="1647243"/>
              <a:ext cx="2655874" cy="3474720"/>
            </p:xfrm>
            <a:graphic>
              <a:graphicData uri="http://schemas.openxmlformats.org/drawingml/2006/table">
                <a:tbl>
                  <a:tblPr firstRow="1" bandRow="1">
                    <a:tableStyleId>{5940675A-B579-460E-94D1-54222C63F5DA}</a:tableStyleId>
                  </a:tblPr>
                  <a:tblGrid>
                    <a:gridCol w="1327937">
                      <a:extLst>
                        <a:ext uri="{9D8B030D-6E8A-4147-A177-3AD203B41FA5}">
                          <a16:colId xmlns:a16="http://schemas.microsoft.com/office/drawing/2014/main" val="2620844179"/>
                        </a:ext>
                      </a:extLst>
                    </a:gridCol>
                    <a:gridCol w="1327937">
                      <a:extLst>
                        <a:ext uri="{9D8B030D-6E8A-4147-A177-3AD203B41FA5}">
                          <a16:colId xmlns:a16="http://schemas.microsoft.com/office/drawing/2014/main" val="3992710186"/>
                        </a:ext>
                      </a:extLst>
                    </a:gridCol>
                  </a:tblGrid>
                  <a:tr h="274320">
                    <a:tc>
                      <a:txBody>
                        <a:bodyPr/>
                        <a:lstStyle/>
                        <a:p>
                          <a:pPr algn="ctr"/>
                          <a:r>
                            <a:rPr lang="en-IN" sz="1200" dirty="0">
                              <a:latin typeface="Times New Roman" panose="02020603050405020304" pitchFamily="18" charset="0"/>
                              <a:cs typeface="Times New Roman" panose="02020603050405020304" pitchFamily="18" charset="0"/>
                            </a:rPr>
                            <a:t>Input</a:t>
                          </a:r>
                        </a:p>
                      </a:txBody>
                      <a:tcPr anchor="ctr"/>
                    </a:tc>
                    <a:tc>
                      <a:txBody>
                        <a:bodyPr/>
                        <a:lstStyle/>
                        <a:p>
                          <a:endParaRPr lang="en-US"/>
                        </a:p>
                      </a:txBody>
                      <a:tcPr anchor="ctr">
                        <a:blipFill>
                          <a:blip r:embed="rId8"/>
                          <a:stretch>
                            <a:fillRect l="-100917" t="-2222" r="-917" b="-1184444"/>
                          </a:stretch>
                        </a:blipFill>
                      </a:tcPr>
                    </a:tc>
                    <a:extLst>
                      <a:ext uri="{0D108BD9-81ED-4DB2-BD59-A6C34878D82A}">
                        <a16:rowId xmlns:a16="http://schemas.microsoft.com/office/drawing/2014/main" val="635024328"/>
                      </a:ext>
                    </a:extLst>
                  </a:tr>
                  <a:tr h="274320">
                    <a:tc>
                      <a:txBody>
                        <a:bodyPr/>
                        <a:lstStyle/>
                        <a:p>
                          <a:pPr algn="ctr"/>
                          <a:r>
                            <a:rPr lang="en-IN" sz="1200" dirty="0">
                              <a:latin typeface="Times New Roman" panose="02020603050405020304" pitchFamily="18" charset="0"/>
                              <a:cs typeface="Times New Roman" panose="02020603050405020304" pitchFamily="18" charset="0"/>
                            </a:rPr>
                            <a:t>Output</a:t>
                          </a:r>
                        </a:p>
                      </a:txBody>
                      <a:tcPr anchor="ctr"/>
                    </a:tc>
                    <a:tc>
                      <a:txBody>
                        <a:bodyPr/>
                        <a:lstStyle/>
                        <a:p>
                          <a:endParaRPr lang="en-US"/>
                        </a:p>
                      </a:txBody>
                      <a:tcPr anchor="ctr">
                        <a:blipFill>
                          <a:blip r:embed="rId8"/>
                          <a:stretch>
                            <a:fillRect l="-100917" t="-102222" r="-917" b="-1084444"/>
                          </a:stretch>
                        </a:blipFill>
                      </a:tcPr>
                    </a:tc>
                    <a:extLst>
                      <a:ext uri="{0D108BD9-81ED-4DB2-BD59-A6C34878D82A}">
                        <a16:rowId xmlns:a16="http://schemas.microsoft.com/office/drawing/2014/main" val="2938068419"/>
                      </a:ext>
                    </a:extLst>
                  </a:tr>
                  <a:tr h="6400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Number of residual, training points.</a:t>
                          </a:r>
                        </a:p>
                      </a:txBody>
                      <a:tcPr anchor="ctr"/>
                    </a:tc>
                    <a:tc>
                      <a:txBody>
                        <a:bodyPr/>
                        <a:lstStyle/>
                        <a:p>
                          <a:endParaRPr lang="en-US"/>
                        </a:p>
                      </a:txBody>
                      <a:tcPr anchor="ctr">
                        <a:blipFill>
                          <a:blip r:embed="rId8"/>
                          <a:stretch>
                            <a:fillRect l="-100917" t="-86667" r="-917" b="-364762"/>
                          </a:stretch>
                        </a:blipFill>
                      </a:tcPr>
                    </a:tc>
                    <a:extLst>
                      <a:ext uri="{0D108BD9-81ED-4DB2-BD59-A6C34878D82A}">
                        <a16:rowId xmlns:a16="http://schemas.microsoft.com/office/drawing/2014/main" val="2776951706"/>
                      </a:ext>
                    </a:extLst>
                  </a:tr>
                  <a:tr h="457200">
                    <a:tc>
                      <a:txBody>
                        <a:bodyPr/>
                        <a:lstStyle/>
                        <a:p>
                          <a:pPr algn="ctr"/>
                          <a:r>
                            <a:rPr lang="en-IN" sz="1200" dirty="0">
                              <a:latin typeface="Times New Roman" panose="02020603050405020304" pitchFamily="18" charset="0"/>
                              <a:cs typeface="Times New Roman" panose="02020603050405020304" pitchFamily="18" charset="0"/>
                            </a:rPr>
                            <a:t>Number of hidden layers</a:t>
                          </a:r>
                        </a:p>
                      </a:txBody>
                      <a:tcPr anchor="ctr"/>
                    </a:tc>
                    <a:tc>
                      <a:txBody>
                        <a:bodyPr/>
                        <a:lstStyle/>
                        <a:p>
                          <a:endParaRPr lang="en-US"/>
                        </a:p>
                      </a:txBody>
                      <a:tcPr anchor="ctr">
                        <a:blipFill>
                          <a:blip r:embed="rId8"/>
                          <a:stretch>
                            <a:fillRect l="-100917" t="-261333" r="-917" b="-410667"/>
                          </a:stretch>
                        </a:blipFill>
                      </a:tcPr>
                    </a:tc>
                    <a:extLst>
                      <a:ext uri="{0D108BD9-81ED-4DB2-BD59-A6C34878D82A}">
                        <a16:rowId xmlns:a16="http://schemas.microsoft.com/office/drawing/2014/main" val="385496801"/>
                      </a:ext>
                    </a:extLst>
                  </a:tr>
                  <a:tr h="640080">
                    <a:tc>
                      <a:txBody>
                        <a:bodyPr/>
                        <a:lstStyle/>
                        <a:p>
                          <a:pPr algn="ctr"/>
                          <a:r>
                            <a:rPr lang="en-IN" sz="1200" dirty="0">
                              <a:latin typeface="Times New Roman" panose="02020603050405020304" pitchFamily="18" charset="0"/>
                              <a:cs typeface="Times New Roman" panose="02020603050405020304" pitchFamily="18" charset="0"/>
                            </a:rPr>
                            <a:t>Number of neurons in each hidden layers</a:t>
                          </a:r>
                        </a:p>
                      </a:txBody>
                      <a:tcPr anchor="ctr"/>
                    </a:tc>
                    <a:tc>
                      <a:txBody>
                        <a:bodyPr/>
                        <a:lstStyle/>
                        <a:p>
                          <a:endParaRPr lang="en-US"/>
                        </a:p>
                      </a:txBody>
                      <a:tcPr anchor="ctr">
                        <a:blipFill>
                          <a:blip r:embed="rId8"/>
                          <a:stretch>
                            <a:fillRect l="-100917" t="-255660" r="-917" b="-190566"/>
                          </a:stretch>
                        </a:blipFill>
                      </a:tcPr>
                    </a:tc>
                    <a:extLst>
                      <a:ext uri="{0D108BD9-81ED-4DB2-BD59-A6C34878D82A}">
                        <a16:rowId xmlns:a16="http://schemas.microsoft.com/office/drawing/2014/main" val="2388631038"/>
                      </a:ext>
                    </a:extLst>
                  </a:tr>
                  <a:tr h="457200">
                    <a:tc>
                      <a:txBody>
                        <a:bodyPr/>
                        <a:lstStyle/>
                        <a:p>
                          <a:pPr algn="ctr"/>
                          <a:r>
                            <a:rPr lang="en-IN" sz="1200" dirty="0">
                              <a:latin typeface="Times New Roman" panose="02020603050405020304" pitchFamily="18" charset="0"/>
                              <a:cs typeface="Times New Roman" panose="02020603050405020304" pitchFamily="18" charset="0"/>
                            </a:rPr>
                            <a:t>Optimization method</a:t>
                          </a:r>
                        </a:p>
                      </a:txBody>
                      <a:tcPr anchor="ctr"/>
                    </a:tc>
                    <a:tc>
                      <a:txBody>
                        <a:bodyPr/>
                        <a:lstStyle/>
                        <a:p>
                          <a:endParaRPr lang="en-US"/>
                        </a:p>
                      </a:txBody>
                      <a:tcPr anchor="ctr">
                        <a:blipFill>
                          <a:blip r:embed="rId8"/>
                          <a:stretch>
                            <a:fillRect l="-100917" t="-502667" r="-917" b="-169333"/>
                          </a:stretch>
                        </a:blipFill>
                      </a:tcPr>
                    </a:tc>
                    <a:extLst>
                      <a:ext uri="{0D108BD9-81ED-4DB2-BD59-A6C34878D82A}">
                        <a16:rowId xmlns:a16="http://schemas.microsoft.com/office/drawing/2014/main" val="1672962283"/>
                      </a:ext>
                    </a:extLst>
                  </a:tr>
                  <a:tr h="274320">
                    <a:tc>
                      <a:txBody>
                        <a:bodyPr/>
                        <a:lstStyle/>
                        <a:p>
                          <a:pPr algn="ctr"/>
                          <a:r>
                            <a:rPr lang="en-IN" sz="1200" dirty="0">
                              <a:latin typeface="Times New Roman" panose="02020603050405020304" pitchFamily="18" charset="0"/>
                              <a:cs typeface="Times New Roman" panose="02020603050405020304" pitchFamily="18" charset="0"/>
                            </a:rPr>
                            <a:t>Learning Rate</a:t>
                          </a:r>
                        </a:p>
                      </a:txBody>
                      <a:tcPr anchor="ctr"/>
                    </a:tc>
                    <a:tc>
                      <a:txBody>
                        <a:bodyPr/>
                        <a:lstStyle/>
                        <a:p>
                          <a:endParaRPr lang="en-US"/>
                        </a:p>
                      </a:txBody>
                      <a:tcPr anchor="ctr">
                        <a:blipFill>
                          <a:blip r:embed="rId8"/>
                          <a:stretch>
                            <a:fillRect l="-100917" t="-1004444" r="-917" b="-182222"/>
                          </a:stretch>
                        </a:blipFill>
                      </a:tcPr>
                    </a:tc>
                    <a:extLst>
                      <a:ext uri="{0D108BD9-81ED-4DB2-BD59-A6C34878D82A}">
                        <a16:rowId xmlns:a16="http://schemas.microsoft.com/office/drawing/2014/main" val="1920283070"/>
                      </a:ext>
                    </a:extLst>
                  </a:tr>
                  <a:tr h="457200">
                    <a:tc>
                      <a:txBody>
                        <a:bodyPr/>
                        <a:lstStyle/>
                        <a:p>
                          <a:pPr algn="ctr"/>
                          <a:r>
                            <a:rPr lang="en-IN" sz="1200" dirty="0">
                              <a:latin typeface="Times New Roman" panose="02020603050405020304" pitchFamily="18" charset="0"/>
                              <a:cs typeface="Times New Roman" panose="02020603050405020304" pitchFamily="18" charset="0"/>
                            </a:rPr>
                            <a:t>Activation Function</a:t>
                          </a:r>
                        </a:p>
                      </a:txBody>
                      <a:tcPr anchor="ctr"/>
                    </a:tc>
                    <a:tc>
                      <a:txBody>
                        <a:bodyPr/>
                        <a:lstStyle/>
                        <a:p>
                          <a:endParaRPr lang="en-US"/>
                        </a:p>
                      </a:txBody>
                      <a:tcPr anchor="ctr">
                        <a:blipFill>
                          <a:blip r:embed="rId8"/>
                          <a:stretch>
                            <a:fillRect l="-100917" t="-662667" r="-917" b="-9333"/>
                          </a:stretch>
                        </a:blipFill>
                      </a:tcPr>
                    </a:tc>
                    <a:extLst>
                      <a:ext uri="{0D108BD9-81ED-4DB2-BD59-A6C34878D82A}">
                        <a16:rowId xmlns:a16="http://schemas.microsoft.com/office/drawing/2014/main" val="1333230687"/>
                      </a:ext>
                    </a:extLst>
                  </a:tr>
                </a:tbl>
              </a:graphicData>
            </a:graphic>
          </p:graphicFrame>
        </mc:Fallback>
      </mc:AlternateContent>
    </p:spTree>
    <p:extLst>
      <p:ext uri="{BB962C8B-B14F-4D97-AF65-F5344CB8AC3E}">
        <p14:creationId xmlns:p14="http://schemas.microsoft.com/office/powerpoint/2010/main" val="3891436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10</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10886"/>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Sod Shock Tube Problem</a:t>
            </a:r>
          </a:p>
        </p:txBody>
      </p:sp>
      <p:grpSp>
        <p:nvGrpSpPr>
          <p:cNvPr id="73" name="Group 72">
            <a:extLst>
              <a:ext uri="{FF2B5EF4-FFF2-40B4-BE49-F238E27FC236}">
                <a16:creationId xmlns:a16="http://schemas.microsoft.com/office/drawing/2014/main" id="{38C7716A-8DC5-0005-C59B-AB2D7CFC6A69}"/>
              </a:ext>
            </a:extLst>
          </p:cNvPr>
          <p:cNvGrpSpPr/>
          <p:nvPr/>
        </p:nvGrpSpPr>
        <p:grpSpPr>
          <a:xfrm>
            <a:off x="919721" y="662909"/>
            <a:ext cx="7585015" cy="2893737"/>
            <a:chOff x="40440" y="3082788"/>
            <a:chExt cx="9547726" cy="3818031"/>
          </a:xfrm>
        </p:grpSpPr>
        <p:sp>
          <p:nvSpPr>
            <p:cNvPr id="80" name="Rectangle 79">
              <a:extLst>
                <a:ext uri="{FF2B5EF4-FFF2-40B4-BE49-F238E27FC236}">
                  <a16:creationId xmlns:a16="http://schemas.microsoft.com/office/drawing/2014/main" id="{CFB9C768-E12B-1B2A-0518-9FC22985F04B}"/>
                </a:ext>
              </a:extLst>
            </p:cNvPr>
            <p:cNvSpPr/>
            <p:nvPr/>
          </p:nvSpPr>
          <p:spPr>
            <a:xfrm>
              <a:off x="40440" y="3082788"/>
              <a:ext cx="3428135" cy="2714782"/>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81" name="Rectangle: Rounded Corners 80">
              <a:extLst>
                <a:ext uri="{FF2B5EF4-FFF2-40B4-BE49-F238E27FC236}">
                  <a16:creationId xmlns:a16="http://schemas.microsoft.com/office/drawing/2014/main" id="{6368244E-0EA5-44D8-CC1E-D85264831414}"/>
                </a:ext>
              </a:extLst>
            </p:cNvPr>
            <p:cNvSpPr/>
            <p:nvPr/>
          </p:nvSpPr>
          <p:spPr>
            <a:xfrm>
              <a:off x="2333237" y="3164845"/>
              <a:ext cx="7024823" cy="2527286"/>
            </a:xfrm>
            <a:prstGeom prst="roundRect">
              <a:avLst/>
            </a:prstGeom>
            <a:ln w="38100">
              <a:solidFill>
                <a:srgbClr val="FF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82" name="TextBox 81">
              <a:extLst>
                <a:ext uri="{FF2B5EF4-FFF2-40B4-BE49-F238E27FC236}">
                  <a16:creationId xmlns:a16="http://schemas.microsoft.com/office/drawing/2014/main" id="{3529B11B-EB1E-C5C2-F220-BD108FECB7A8}"/>
                </a:ext>
              </a:extLst>
            </p:cNvPr>
            <p:cNvSpPr txBox="1"/>
            <p:nvPr/>
          </p:nvSpPr>
          <p:spPr>
            <a:xfrm>
              <a:off x="4281161" y="3380148"/>
              <a:ext cx="5307005" cy="406085"/>
            </a:xfrm>
            <a:prstGeom prst="rect">
              <a:avLst/>
            </a:prstGeom>
            <a:noFill/>
          </p:spPr>
          <p:txBody>
            <a:bodyPr wrap="square">
              <a:spAutoFit/>
            </a:bodyPr>
            <a:lstStyle/>
            <a:p>
              <a:pPr algn="ctr"/>
              <a:r>
                <a:rPr lang="en-IN" sz="1400" dirty="0">
                  <a:solidFill>
                    <a:srgbClr val="FF0000"/>
                  </a:solidFill>
                  <a:latin typeface="Baskerville Old Face" panose="02020602080505020303" pitchFamily="18" charset="0"/>
                </a:rPr>
                <a:t>Physics Part for Sod Shock Tube Problem</a:t>
              </a:r>
              <a:endParaRPr lang="en-IN" sz="1400"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3" name="Oval 82">
                  <a:extLst>
                    <a:ext uri="{FF2B5EF4-FFF2-40B4-BE49-F238E27FC236}">
                      <a16:creationId xmlns:a16="http://schemas.microsoft.com/office/drawing/2014/main" id="{12A27818-AD0F-7193-AFA2-E745B23E5BD5}"/>
                    </a:ext>
                  </a:extLst>
                </p:cNvPr>
                <p:cNvSpPr/>
                <p:nvPr/>
              </p:nvSpPr>
              <p:spPr>
                <a:xfrm>
                  <a:off x="3844960" y="3337083"/>
                  <a:ext cx="506900" cy="457256"/>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000" b="0" i="1" smtClean="0">
                            <a:latin typeface="Cambria Math" panose="02040503050406030204" pitchFamily="18" charset="0"/>
                          </a:rPr>
                          <m:t> </m:t>
                        </m:r>
                        <m:f>
                          <m:fPr>
                            <m:ctrlPr>
                              <a:rPr lang="en-IN" sz="1000" i="1" smtClean="0">
                                <a:latin typeface="Cambria Math" panose="02040503050406030204" pitchFamily="18" charset="0"/>
                              </a:rPr>
                            </m:ctrlPr>
                          </m:fPr>
                          <m:num>
                            <m:r>
                              <a:rPr lang="en-IN" sz="1000" i="1" smtClean="0">
                                <a:latin typeface="Cambria Math" panose="02040503050406030204" pitchFamily="18" charset="0"/>
                                <a:ea typeface="Cambria Math" panose="02040503050406030204" pitchFamily="18" charset="0"/>
                              </a:rPr>
                              <m:t>𝜕</m:t>
                            </m:r>
                            <m:acc>
                              <m:accPr>
                                <m:chr m:val="̂"/>
                                <m:ctrlPr>
                                  <a:rPr lang="en-IN" sz="1000" i="1" dirty="0">
                                    <a:latin typeface="Cambria Math" panose="02040503050406030204" pitchFamily="18" charset="0"/>
                                  </a:rPr>
                                </m:ctrlPr>
                              </m:accPr>
                              <m:e>
                                <m:r>
                                  <a:rPr lang="en-IN" sz="1000" b="1" i="1" dirty="0">
                                    <a:latin typeface="Cambria Math" panose="02040503050406030204" pitchFamily="18" charset="0"/>
                                  </a:rPr>
                                  <m:t>𝒖</m:t>
                                </m:r>
                              </m:e>
                            </m:acc>
                          </m:num>
                          <m:den>
                            <m:r>
                              <a:rPr lang="en-IN" sz="1000" i="1" dirty="0" smtClean="0">
                                <a:latin typeface="Cambria Math" panose="02040503050406030204" pitchFamily="18" charset="0"/>
                                <a:ea typeface="Cambria Math" panose="02040503050406030204" pitchFamily="18" charset="0"/>
                              </a:rPr>
                              <m:t>𝜕</m:t>
                            </m:r>
                            <m:r>
                              <a:rPr lang="en-IN" sz="1000" i="1" smtClean="0">
                                <a:latin typeface="Cambria Math" panose="02040503050406030204" pitchFamily="18" charset="0"/>
                              </a:rPr>
                              <m:t>𝑥</m:t>
                            </m:r>
                          </m:den>
                        </m:f>
                      </m:oMath>
                    </m:oMathPara>
                  </a14:m>
                  <a:endParaRPr lang="en-IN" sz="1000" dirty="0"/>
                </a:p>
              </p:txBody>
            </p:sp>
          </mc:Choice>
          <mc:Fallback xmlns="">
            <p:sp>
              <p:nvSpPr>
                <p:cNvPr id="83" name="Oval 82">
                  <a:extLst>
                    <a:ext uri="{FF2B5EF4-FFF2-40B4-BE49-F238E27FC236}">
                      <a16:creationId xmlns:a16="http://schemas.microsoft.com/office/drawing/2014/main" id="{12A27818-AD0F-7193-AFA2-E745B23E5BD5}"/>
                    </a:ext>
                  </a:extLst>
                </p:cNvPr>
                <p:cNvSpPr>
                  <a:spLocks noRot="1" noChangeAspect="1" noMove="1" noResize="1" noEditPoints="1" noAdjustHandles="1" noChangeArrowheads="1" noChangeShapeType="1" noTextEdit="1"/>
                </p:cNvSpPr>
                <p:nvPr/>
              </p:nvSpPr>
              <p:spPr>
                <a:xfrm>
                  <a:off x="3844960" y="3337083"/>
                  <a:ext cx="506900" cy="457256"/>
                </a:xfrm>
                <a:prstGeom prst="ellipse">
                  <a:avLst/>
                </a:prstGeom>
                <a:blipFill>
                  <a:blip r:embed="rId3"/>
                  <a:stretch>
                    <a:fillRect t="-5172" b="-5172"/>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Oval 83">
                  <a:extLst>
                    <a:ext uri="{FF2B5EF4-FFF2-40B4-BE49-F238E27FC236}">
                      <a16:creationId xmlns:a16="http://schemas.microsoft.com/office/drawing/2014/main" id="{C0C6511D-9264-B3FE-1201-8509CDF9E642}"/>
                    </a:ext>
                  </a:extLst>
                </p:cNvPr>
                <p:cNvSpPr/>
                <p:nvPr/>
              </p:nvSpPr>
              <p:spPr>
                <a:xfrm>
                  <a:off x="3844960" y="4540398"/>
                  <a:ext cx="505210" cy="457256"/>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000" b="0" i="1" smtClean="0">
                            <a:latin typeface="Cambria Math" panose="02040503050406030204" pitchFamily="18" charset="0"/>
                          </a:rPr>
                          <m:t> </m:t>
                        </m:r>
                        <m:f>
                          <m:fPr>
                            <m:ctrlPr>
                              <a:rPr lang="en-IN" sz="1000" i="1" smtClean="0">
                                <a:latin typeface="Cambria Math" panose="02040503050406030204" pitchFamily="18" charset="0"/>
                              </a:rPr>
                            </m:ctrlPr>
                          </m:fPr>
                          <m:num>
                            <m:sSup>
                              <m:sSupPr>
                                <m:ctrlPr>
                                  <a:rPr lang="en-IN" sz="1000" i="1" dirty="0">
                                    <a:latin typeface="Cambria Math" panose="02040503050406030204" pitchFamily="18" charset="0"/>
                                  </a:rPr>
                                </m:ctrlPr>
                              </m:sSupPr>
                              <m:e>
                                <m:r>
                                  <a:rPr lang="en-IN" sz="1000" i="1" dirty="0">
                                    <a:latin typeface="Cambria Math" panose="02040503050406030204" pitchFamily="18" charset="0"/>
                                    <a:ea typeface="Cambria Math" panose="02040503050406030204" pitchFamily="18" charset="0"/>
                                  </a:rPr>
                                  <m:t>𝜕</m:t>
                                </m:r>
                              </m:e>
                              <m:sup>
                                <m:r>
                                  <a:rPr lang="en-IN" sz="1000" i="1" dirty="0">
                                    <a:latin typeface="Cambria Math" panose="02040503050406030204" pitchFamily="18" charset="0"/>
                                  </a:rPr>
                                  <m:t>2</m:t>
                                </m:r>
                              </m:sup>
                            </m:sSup>
                            <m:acc>
                              <m:accPr>
                                <m:chr m:val="̂"/>
                                <m:ctrlPr>
                                  <a:rPr lang="en-IN" sz="1000" b="1" i="1" dirty="0">
                                    <a:latin typeface="Cambria Math" panose="02040503050406030204" pitchFamily="18" charset="0"/>
                                  </a:rPr>
                                </m:ctrlPr>
                              </m:accPr>
                              <m:e>
                                <m:r>
                                  <a:rPr lang="en-IN" sz="1000" b="1" i="1" dirty="0">
                                    <a:latin typeface="Cambria Math" panose="02040503050406030204" pitchFamily="18" charset="0"/>
                                  </a:rPr>
                                  <m:t>𝒖</m:t>
                                </m:r>
                              </m:e>
                            </m:acc>
                          </m:num>
                          <m:den>
                            <m:sSup>
                              <m:sSupPr>
                                <m:ctrlPr>
                                  <a:rPr lang="en-IN" sz="1000" i="1" dirty="0" smtClean="0">
                                    <a:latin typeface="Cambria Math" panose="02040503050406030204" pitchFamily="18" charset="0"/>
                                  </a:rPr>
                                </m:ctrlPr>
                              </m:sSupPr>
                              <m:e>
                                <m:r>
                                  <a:rPr lang="en-IN" sz="1000" i="1" dirty="0" smtClean="0">
                                    <a:latin typeface="Cambria Math" panose="02040503050406030204" pitchFamily="18" charset="0"/>
                                    <a:ea typeface="Cambria Math" panose="02040503050406030204" pitchFamily="18" charset="0"/>
                                  </a:rPr>
                                  <m:t>𝜕</m:t>
                                </m:r>
                                <m:r>
                                  <a:rPr lang="en-IN" sz="1000" b="0" i="1" dirty="0" smtClean="0">
                                    <a:latin typeface="Cambria Math" panose="02040503050406030204" pitchFamily="18" charset="0"/>
                                    <a:ea typeface="Cambria Math" panose="02040503050406030204" pitchFamily="18" charset="0"/>
                                  </a:rPr>
                                  <m:t>𝑡</m:t>
                                </m:r>
                              </m:e>
                              <m:sup>
                                <m:r>
                                  <a:rPr lang="en-IN" sz="1000" b="0" i="1" dirty="0" smtClean="0">
                                    <a:latin typeface="Cambria Math" panose="02040503050406030204" pitchFamily="18" charset="0"/>
                                  </a:rPr>
                                  <m:t>2</m:t>
                                </m:r>
                              </m:sup>
                            </m:sSup>
                          </m:den>
                        </m:f>
                      </m:oMath>
                    </m:oMathPara>
                  </a14:m>
                  <a:endParaRPr lang="en-IN" sz="1000" dirty="0"/>
                </a:p>
              </p:txBody>
            </p:sp>
          </mc:Choice>
          <mc:Fallback xmlns="">
            <p:sp>
              <p:nvSpPr>
                <p:cNvPr id="84" name="Oval 83">
                  <a:extLst>
                    <a:ext uri="{FF2B5EF4-FFF2-40B4-BE49-F238E27FC236}">
                      <a16:creationId xmlns:a16="http://schemas.microsoft.com/office/drawing/2014/main" id="{C0C6511D-9264-B3FE-1201-8509CDF9E642}"/>
                    </a:ext>
                  </a:extLst>
                </p:cNvPr>
                <p:cNvSpPr>
                  <a:spLocks noRot="1" noChangeAspect="1" noMove="1" noResize="1" noEditPoints="1" noAdjustHandles="1" noChangeArrowheads="1" noChangeShapeType="1" noTextEdit="1"/>
                </p:cNvSpPr>
                <p:nvPr/>
              </p:nvSpPr>
              <p:spPr>
                <a:xfrm>
                  <a:off x="3844960" y="4540398"/>
                  <a:ext cx="505210" cy="457256"/>
                </a:xfrm>
                <a:prstGeom prst="ellipse">
                  <a:avLst/>
                </a:prstGeom>
                <a:blipFill>
                  <a:blip r:embed="rId4"/>
                  <a:stretch>
                    <a:fillRect t="-3448" b="-5172"/>
                  </a:stretch>
                </a:blipFill>
                <a:ln/>
              </p:spPr>
              <p:txBody>
                <a:bodyPr/>
                <a:lstStyle/>
                <a:p>
                  <a:r>
                    <a:rPr lang="en-IN">
                      <a:noFill/>
                    </a:rPr>
                    <a:t> </a:t>
                  </a:r>
                </a:p>
              </p:txBody>
            </p:sp>
          </mc:Fallback>
        </mc:AlternateContent>
        <p:sp>
          <p:nvSpPr>
            <p:cNvPr id="85" name="Oval 84">
              <a:extLst>
                <a:ext uri="{FF2B5EF4-FFF2-40B4-BE49-F238E27FC236}">
                  <a16:creationId xmlns:a16="http://schemas.microsoft.com/office/drawing/2014/main" id="{0115BC37-A86B-F8D2-B8FA-C046D52CBD38}"/>
                </a:ext>
              </a:extLst>
            </p:cNvPr>
            <p:cNvSpPr/>
            <p:nvPr/>
          </p:nvSpPr>
          <p:spPr>
            <a:xfrm>
              <a:off x="3857422" y="5140646"/>
              <a:ext cx="506900" cy="457256"/>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000" dirty="0">
                  <a:latin typeface="Baskerville Old Face" panose="02020602080505020303" pitchFamily="18" charset="0"/>
                </a:rPr>
                <a:t>I</a:t>
              </a:r>
            </a:p>
          </p:txBody>
        </p:sp>
        <p:cxnSp>
          <p:nvCxnSpPr>
            <p:cNvPr id="86" name="Straight Arrow Connector 85">
              <a:extLst>
                <a:ext uri="{FF2B5EF4-FFF2-40B4-BE49-F238E27FC236}">
                  <a16:creationId xmlns:a16="http://schemas.microsoft.com/office/drawing/2014/main" id="{4AB98A11-29D9-0668-83A2-ED46983DBC25}"/>
                </a:ext>
              </a:extLst>
            </p:cNvPr>
            <p:cNvCxnSpPr>
              <a:cxnSpLocks/>
              <a:stCxn id="109" idx="6"/>
              <a:endCxn id="83" idx="2"/>
            </p:cNvCxnSpPr>
            <p:nvPr/>
          </p:nvCxnSpPr>
          <p:spPr>
            <a:xfrm flipV="1">
              <a:off x="3330405" y="3565711"/>
              <a:ext cx="514555" cy="8838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D1988C9C-D944-B5CF-A111-3698BFFF1575}"/>
                </a:ext>
              </a:extLst>
            </p:cNvPr>
            <p:cNvCxnSpPr>
              <a:cxnSpLocks/>
              <a:stCxn id="109" idx="6"/>
              <a:endCxn id="85" idx="2"/>
            </p:cNvCxnSpPr>
            <p:nvPr/>
          </p:nvCxnSpPr>
          <p:spPr>
            <a:xfrm>
              <a:off x="3330405" y="4449573"/>
              <a:ext cx="527017" cy="91970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73FAEC65-57FE-744D-1613-0174ED764224}"/>
                    </a:ext>
                  </a:extLst>
                </p:cNvPr>
                <p:cNvSpPr/>
                <p:nvPr/>
              </p:nvSpPr>
              <p:spPr>
                <a:xfrm>
                  <a:off x="4799307" y="3803930"/>
                  <a:ext cx="4454623" cy="1374133"/>
                </a:xfrm>
                <a:prstGeom prst="rect">
                  <a:avLst/>
                </a:prstGeom>
                <a:solidFill>
                  <a:schemeClr val="bg1"/>
                </a:solid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14:m>
                    <m:oMath xmlns:m="http://schemas.openxmlformats.org/officeDocument/2006/math">
                      <m:sSub>
                        <m:sSubPr>
                          <m:ctrlPr>
                            <a:rPr lang="en-IN" sz="1400" i="1" smtClean="0">
                              <a:latin typeface="Cambria Math" panose="02040503050406030204" pitchFamily="18" charset="0"/>
                              <a:cs typeface="Times New Roman" panose="02020603050405020304" pitchFamily="18" charset="0"/>
                            </a:rPr>
                          </m:ctrlPr>
                        </m:sSubPr>
                        <m:e>
                          <m:r>
                            <a:rPr lang="en-IN" sz="1400" i="1">
                              <a:latin typeface="Cambria Math" panose="02040503050406030204" pitchFamily="18" charset="0"/>
                              <a:cs typeface="Times New Roman" panose="02020603050405020304" pitchFamily="18" charset="0"/>
                            </a:rPr>
                            <m:t>𝑀𝑆𝐸</m:t>
                          </m:r>
                        </m:e>
                        <m:sub>
                          <m:r>
                            <a:rPr lang="en-IN" sz="1400" i="1">
                              <a:latin typeface="Cambria Math" panose="02040503050406030204" pitchFamily="18" charset="0"/>
                              <a:cs typeface="Times New Roman" panose="02020603050405020304" pitchFamily="18" charset="0"/>
                            </a:rPr>
                            <m:t>𝑇𝑜𝑡𝑎𝑙</m:t>
                          </m:r>
                          <m:r>
                            <a:rPr lang="en-IN" sz="1400" i="1">
                              <a:latin typeface="Cambria Math" panose="02040503050406030204" pitchFamily="18" charset="0"/>
                              <a:cs typeface="Times New Roman" panose="02020603050405020304" pitchFamily="18" charset="0"/>
                            </a:rPr>
                            <m:t> </m:t>
                          </m:r>
                          <m:r>
                            <a:rPr lang="en-IN" sz="1400" i="1">
                              <a:latin typeface="Cambria Math" panose="02040503050406030204" pitchFamily="18" charset="0"/>
                              <a:cs typeface="Times New Roman" panose="02020603050405020304" pitchFamily="18" charset="0"/>
                            </a:rPr>
                            <m:t>𝐿𝑜𝑠𝑠</m:t>
                          </m:r>
                        </m:sub>
                      </m:sSub>
                      <m:r>
                        <a:rPr lang="en-IN" sz="1400" b="0" i="1" smtClean="0">
                          <a:latin typeface="Cambria Math" panose="02040503050406030204" pitchFamily="18" charset="0"/>
                          <a:cs typeface="Times New Roman" panose="02020603050405020304" pitchFamily="18" charset="0"/>
                        </a:rPr>
                        <m:t>=</m:t>
                      </m:r>
                      <m:sSub>
                        <m:sSubPr>
                          <m:ctrlPr>
                            <a:rPr lang="en-IN" sz="1400" i="1">
                              <a:latin typeface="Cambria Math" panose="02040503050406030204" pitchFamily="18" charset="0"/>
                              <a:cs typeface="Times New Roman" panose="02020603050405020304" pitchFamily="18" charset="0"/>
                            </a:rPr>
                          </m:ctrlPr>
                        </m:sSubPr>
                        <m:e>
                          <m:r>
                            <a:rPr lang="en-IN" sz="1400" i="1">
                              <a:latin typeface="Cambria Math" panose="02040503050406030204" pitchFamily="18" charset="0"/>
                              <a:cs typeface="Times New Roman" panose="02020603050405020304" pitchFamily="18" charset="0"/>
                            </a:rPr>
                            <m:t>𝑀𝑆𝐸</m:t>
                          </m:r>
                        </m:e>
                        <m:sub>
                          <m:r>
                            <a:rPr lang="en-IN" sz="1400" b="0" i="1" smtClean="0">
                              <a:latin typeface="Cambria Math" panose="02040503050406030204" pitchFamily="18" charset="0"/>
                              <a:cs typeface="Times New Roman" panose="02020603050405020304" pitchFamily="18" charset="0"/>
                            </a:rPr>
                            <m:t>𝑃𝐷𝐸</m:t>
                          </m:r>
                        </m:sub>
                      </m:sSub>
                    </m:oMath>
                  </a14:m>
                  <a:r>
                    <a:rPr lang="en-IN" sz="1400" dirty="0">
                      <a:latin typeface="Baskerville Old Face" panose="02020602080505020303" pitchFamily="18" charset="0"/>
                    </a:rPr>
                    <a:t>+</a:t>
                  </a:r>
                  <a:r>
                    <a:rPr lang="en-IN" sz="1400" dirty="0">
                      <a:cs typeface="Times New Roman" panose="02020603050405020304" pitchFamily="18" charset="0"/>
                    </a:rPr>
                    <a:t> </a:t>
                  </a:r>
                  <a14:m>
                    <m:oMath xmlns:m="http://schemas.openxmlformats.org/officeDocument/2006/math">
                      <m:sSub>
                        <m:sSubPr>
                          <m:ctrlPr>
                            <a:rPr lang="en-IN" sz="1400" i="1">
                              <a:latin typeface="Cambria Math" panose="02040503050406030204" pitchFamily="18" charset="0"/>
                              <a:cs typeface="Times New Roman" panose="02020603050405020304" pitchFamily="18" charset="0"/>
                            </a:rPr>
                          </m:ctrlPr>
                        </m:sSubPr>
                        <m:e>
                          <m:r>
                            <a:rPr lang="en-IN" sz="1400" i="1">
                              <a:latin typeface="Cambria Math" panose="02040503050406030204" pitchFamily="18" charset="0"/>
                              <a:cs typeface="Times New Roman" panose="02020603050405020304" pitchFamily="18" charset="0"/>
                            </a:rPr>
                            <m:t>𝑀𝑆𝐸</m:t>
                          </m:r>
                        </m:e>
                        <m:sub>
                          <m:r>
                            <a:rPr lang="en-IN" sz="1400" b="0" i="1" smtClean="0">
                              <a:latin typeface="Cambria Math" panose="02040503050406030204" pitchFamily="18" charset="0"/>
                              <a:cs typeface="Times New Roman" panose="02020603050405020304" pitchFamily="18" charset="0"/>
                            </a:rPr>
                            <m:t>𝐵</m:t>
                          </m:r>
                          <m:r>
                            <a:rPr lang="en-IN" sz="1400" b="0" i="1" smtClean="0">
                              <a:latin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cs typeface="Times New Roman" panose="02020603050405020304" pitchFamily="18" charset="0"/>
                            </a:rPr>
                            <m:t>𝐶</m:t>
                          </m:r>
                          <m:r>
                            <a:rPr lang="en-IN" sz="1400" b="0" i="1" smtClean="0">
                              <a:latin typeface="Cambria Math" panose="02040503050406030204" pitchFamily="18" charset="0"/>
                              <a:cs typeface="Times New Roman" panose="02020603050405020304" pitchFamily="18" charset="0"/>
                            </a:rPr>
                            <m:t>. </m:t>
                          </m:r>
                        </m:sub>
                      </m:sSub>
                      <m:r>
                        <a:rPr lang="en-IN" sz="1400" b="0" i="0" smtClean="0">
                          <a:latin typeface="Cambria Math" panose="02040503050406030204" pitchFamily="18" charset="0"/>
                          <a:cs typeface="Times New Roman" panose="02020603050405020304" pitchFamily="18" charset="0"/>
                        </a:rPr>
                        <m:t>+ </m:t>
                      </m:r>
                      <m:sSub>
                        <m:sSubPr>
                          <m:ctrlPr>
                            <a:rPr lang="en-IN" sz="1400" b="0" i="1" smtClean="0">
                              <a:latin typeface="Cambria Math" panose="02040503050406030204" pitchFamily="18" charset="0"/>
                              <a:cs typeface="Times New Roman" panose="02020603050405020304" pitchFamily="18" charset="0"/>
                            </a:rPr>
                          </m:ctrlPr>
                        </m:sSubPr>
                        <m:e>
                          <m:r>
                            <a:rPr lang="en-IN" sz="1400" b="0" i="1" smtClean="0">
                              <a:latin typeface="Cambria Math" panose="02040503050406030204" pitchFamily="18" charset="0"/>
                              <a:cs typeface="Times New Roman" panose="02020603050405020304" pitchFamily="18" charset="0"/>
                            </a:rPr>
                            <m:t>𝑀𝑆𝐸</m:t>
                          </m:r>
                        </m:e>
                        <m:sub>
                          <m:r>
                            <a:rPr lang="en-IN" sz="1400" b="0" i="1" smtClean="0">
                              <a:latin typeface="Cambria Math" panose="02040503050406030204" pitchFamily="18" charset="0"/>
                              <a:cs typeface="Times New Roman" panose="02020603050405020304" pitchFamily="18" charset="0"/>
                            </a:rPr>
                            <m:t>𝐼</m:t>
                          </m:r>
                          <m:r>
                            <a:rPr lang="en-IN" sz="1400" b="0" i="1" smtClean="0">
                              <a:latin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cs typeface="Times New Roman" panose="02020603050405020304" pitchFamily="18" charset="0"/>
                            </a:rPr>
                            <m:t>𝐶</m:t>
                          </m:r>
                        </m:sub>
                      </m:sSub>
                    </m:oMath>
                  </a14:m>
                  <a:endParaRPr lang="en-IN" sz="1400" dirty="0">
                    <a:latin typeface="Baskerville Old Face" panose="02020602080505020303" pitchFamily="18" charset="0"/>
                  </a:endParaRPr>
                </a:p>
              </p:txBody>
            </p:sp>
          </mc:Choice>
          <mc:Fallback xmlns="">
            <p:sp>
              <p:nvSpPr>
                <p:cNvPr id="88" name="Rectangle 87">
                  <a:extLst>
                    <a:ext uri="{FF2B5EF4-FFF2-40B4-BE49-F238E27FC236}">
                      <a16:creationId xmlns:a16="http://schemas.microsoft.com/office/drawing/2014/main" id="{73FAEC65-57FE-744D-1613-0174ED764224}"/>
                    </a:ext>
                  </a:extLst>
                </p:cNvPr>
                <p:cNvSpPr>
                  <a:spLocks noRot="1" noChangeAspect="1" noMove="1" noResize="1" noEditPoints="1" noAdjustHandles="1" noChangeArrowheads="1" noChangeShapeType="1" noTextEdit="1"/>
                </p:cNvSpPr>
                <p:nvPr/>
              </p:nvSpPr>
              <p:spPr>
                <a:xfrm>
                  <a:off x="4799307" y="3803930"/>
                  <a:ext cx="4454623" cy="1374133"/>
                </a:xfrm>
                <a:prstGeom prst="rect">
                  <a:avLst/>
                </a:prstGeom>
                <a:blipFill>
                  <a:blip r:embed="rId5"/>
                  <a:stretch>
                    <a:fillRect/>
                  </a:stretch>
                </a:blipFill>
                <a:ln w="28575">
                  <a:solidFill>
                    <a:srgbClr val="FF0000"/>
                  </a:solidFill>
                </a:ln>
              </p:spPr>
              <p:txBody>
                <a:bodyPr/>
                <a:lstStyle/>
                <a:p>
                  <a:r>
                    <a:rPr lang="en-IN">
                      <a:noFill/>
                    </a:rPr>
                    <a:t> </a:t>
                  </a:r>
                </a:p>
              </p:txBody>
            </p:sp>
          </mc:Fallback>
        </mc:AlternateContent>
        <p:cxnSp>
          <p:nvCxnSpPr>
            <p:cNvPr id="89" name="Straight Arrow Connector 88">
              <a:extLst>
                <a:ext uri="{FF2B5EF4-FFF2-40B4-BE49-F238E27FC236}">
                  <a16:creationId xmlns:a16="http://schemas.microsoft.com/office/drawing/2014/main" id="{65F5466E-967B-CBA5-CC08-9E34441C9E81}"/>
                </a:ext>
              </a:extLst>
            </p:cNvPr>
            <p:cNvCxnSpPr>
              <a:cxnSpLocks/>
              <a:stCxn id="83" idx="6"/>
              <a:endCxn id="88" idx="1"/>
            </p:cNvCxnSpPr>
            <p:nvPr/>
          </p:nvCxnSpPr>
          <p:spPr>
            <a:xfrm>
              <a:off x="4351860" y="3565711"/>
              <a:ext cx="447447" cy="92528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356757AC-3FAA-4401-0E5C-2781E4B0794E}"/>
                </a:ext>
              </a:extLst>
            </p:cNvPr>
            <p:cNvCxnSpPr>
              <a:cxnSpLocks/>
              <a:stCxn id="84" idx="6"/>
              <a:endCxn id="88" idx="1"/>
            </p:cNvCxnSpPr>
            <p:nvPr/>
          </p:nvCxnSpPr>
          <p:spPr>
            <a:xfrm flipV="1">
              <a:off x="4350170" y="4490997"/>
              <a:ext cx="449137" cy="27802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686A7D85-F02E-7598-3A41-35FA52AA0DA1}"/>
                </a:ext>
              </a:extLst>
            </p:cNvPr>
            <p:cNvCxnSpPr>
              <a:cxnSpLocks/>
              <a:stCxn id="85" idx="6"/>
              <a:endCxn id="88" idx="1"/>
            </p:cNvCxnSpPr>
            <p:nvPr/>
          </p:nvCxnSpPr>
          <p:spPr>
            <a:xfrm flipV="1">
              <a:off x="4364322" y="4490997"/>
              <a:ext cx="434985" cy="87827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Rectangle: Rounded Corners 91">
              <a:extLst>
                <a:ext uri="{FF2B5EF4-FFF2-40B4-BE49-F238E27FC236}">
                  <a16:creationId xmlns:a16="http://schemas.microsoft.com/office/drawing/2014/main" id="{85BF543F-2334-D5EB-D722-DCBED0FE0E5D}"/>
                </a:ext>
              </a:extLst>
            </p:cNvPr>
            <p:cNvSpPr/>
            <p:nvPr/>
          </p:nvSpPr>
          <p:spPr>
            <a:xfrm>
              <a:off x="3591470" y="5806046"/>
              <a:ext cx="842494" cy="59574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93" name="Oval 92">
              <a:extLst>
                <a:ext uri="{FF2B5EF4-FFF2-40B4-BE49-F238E27FC236}">
                  <a16:creationId xmlns:a16="http://schemas.microsoft.com/office/drawing/2014/main" id="{5B8C0EAF-7C1E-7C34-B8BB-368EBEDA6457}"/>
                </a:ext>
              </a:extLst>
            </p:cNvPr>
            <p:cNvSpPr/>
            <p:nvPr/>
          </p:nvSpPr>
          <p:spPr>
            <a:xfrm>
              <a:off x="6636028" y="5740117"/>
              <a:ext cx="781180" cy="751588"/>
            </a:xfrm>
            <a:prstGeom prst="ellipse">
              <a:avLst/>
            </a:prstGeom>
            <a:solidFill>
              <a:srgbClr val="00B050"/>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000" dirty="0">
                  <a:latin typeface="Baskerville Old Face" panose="02020602080505020303" pitchFamily="18" charset="0"/>
                </a:rPr>
                <a:t>Loss</a:t>
              </a:r>
            </a:p>
          </p:txBody>
        </p:sp>
        <p:sp>
          <p:nvSpPr>
            <p:cNvPr id="94" name="TextBox 93">
              <a:extLst>
                <a:ext uri="{FF2B5EF4-FFF2-40B4-BE49-F238E27FC236}">
                  <a16:creationId xmlns:a16="http://schemas.microsoft.com/office/drawing/2014/main" id="{B47E9426-4AE3-4E8F-3738-C689577D4935}"/>
                </a:ext>
              </a:extLst>
            </p:cNvPr>
            <p:cNvSpPr txBox="1"/>
            <p:nvPr/>
          </p:nvSpPr>
          <p:spPr>
            <a:xfrm>
              <a:off x="2528465" y="6108478"/>
              <a:ext cx="615604" cy="202063"/>
            </a:xfrm>
            <a:prstGeom prst="rect">
              <a:avLst/>
            </a:prstGeom>
            <a:noFill/>
          </p:spPr>
          <p:txBody>
            <a:bodyPr wrap="square" rtlCol="0">
              <a:spAutoFit/>
            </a:bodyPr>
            <a:lstStyle/>
            <a:p>
              <a:pPr algn="ctr"/>
              <a:r>
                <a:rPr lang="en-IN" sz="1000" dirty="0">
                  <a:latin typeface="Baskerville Old Face" panose="02020602080505020303" pitchFamily="18" charset="0"/>
                </a:rPr>
                <a:t>NO</a:t>
              </a:r>
            </a:p>
          </p:txBody>
        </p:sp>
        <p:sp>
          <p:nvSpPr>
            <p:cNvPr id="95" name="TextBox 94">
              <a:extLst>
                <a:ext uri="{FF2B5EF4-FFF2-40B4-BE49-F238E27FC236}">
                  <a16:creationId xmlns:a16="http://schemas.microsoft.com/office/drawing/2014/main" id="{B4E2AC30-5C34-1586-731D-2E01C04BE577}"/>
                </a:ext>
              </a:extLst>
            </p:cNvPr>
            <p:cNvSpPr txBox="1"/>
            <p:nvPr/>
          </p:nvSpPr>
          <p:spPr>
            <a:xfrm>
              <a:off x="4181305" y="6345932"/>
              <a:ext cx="950957" cy="324867"/>
            </a:xfrm>
            <a:prstGeom prst="rect">
              <a:avLst/>
            </a:prstGeom>
            <a:noFill/>
          </p:spPr>
          <p:txBody>
            <a:bodyPr wrap="square">
              <a:spAutoFit/>
            </a:bodyPr>
            <a:lstStyle/>
            <a:p>
              <a:pPr algn="ctr"/>
              <a:r>
                <a:rPr lang="en-IN" sz="1000" dirty="0">
                  <a:latin typeface="Baskerville Old Face" panose="02020602080505020303" pitchFamily="18" charset="0"/>
                </a:rPr>
                <a:t>YES</a:t>
              </a:r>
            </a:p>
          </p:txBody>
        </p:sp>
        <p:sp>
          <p:nvSpPr>
            <p:cNvPr id="96" name="TextBox 95">
              <a:extLst>
                <a:ext uri="{FF2B5EF4-FFF2-40B4-BE49-F238E27FC236}">
                  <a16:creationId xmlns:a16="http://schemas.microsoft.com/office/drawing/2014/main" id="{E4F481ED-5B9C-D0EA-4281-645B7FE76EE1}"/>
                </a:ext>
              </a:extLst>
            </p:cNvPr>
            <p:cNvSpPr txBox="1"/>
            <p:nvPr/>
          </p:nvSpPr>
          <p:spPr>
            <a:xfrm>
              <a:off x="3256255" y="6593042"/>
              <a:ext cx="1512922" cy="307777"/>
            </a:xfrm>
            <a:prstGeom prst="rect">
              <a:avLst/>
            </a:prstGeom>
            <a:noFill/>
          </p:spPr>
          <p:txBody>
            <a:bodyPr wrap="square" rtlCol="0">
              <a:spAutoFit/>
            </a:bodyPr>
            <a:lstStyle/>
            <a:p>
              <a:pPr algn="ctr"/>
              <a:r>
                <a:rPr lang="en-IN" sz="1400" b="1" dirty="0">
                  <a:latin typeface="Times New Roman" panose="02020603050405020304" pitchFamily="18" charset="0"/>
                  <a:cs typeface="Times New Roman" panose="02020603050405020304" pitchFamily="18" charset="0"/>
                </a:rPr>
                <a:t>DONE</a:t>
              </a:r>
            </a:p>
          </p:txBody>
        </p:sp>
        <p:cxnSp>
          <p:nvCxnSpPr>
            <p:cNvPr id="97" name="Straight Arrow Connector 96">
              <a:extLst>
                <a:ext uri="{FF2B5EF4-FFF2-40B4-BE49-F238E27FC236}">
                  <a16:creationId xmlns:a16="http://schemas.microsoft.com/office/drawing/2014/main" id="{7ED11C07-B72C-BAA0-584D-D3B1530A7315}"/>
                </a:ext>
              </a:extLst>
            </p:cNvPr>
            <p:cNvCxnSpPr>
              <a:cxnSpLocks/>
              <a:stCxn id="88" idx="2"/>
              <a:endCxn id="93" idx="0"/>
            </p:cNvCxnSpPr>
            <p:nvPr/>
          </p:nvCxnSpPr>
          <p:spPr>
            <a:xfrm flipH="1">
              <a:off x="7026618" y="5178063"/>
              <a:ext cx="1" cy="5620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54988F54-832F-BBBE-2294-056C4AD46BB3}"/>
                </a:ext>
              </a:extLst>
            </p:cNvPr>
            <p:cNvCxnSpPr>
              <a:cxnSpLocks/>
              <a:stCxn id="93" idx="2"/>
              <a:endCxn id="92" idx="3"/>
            </p:cNvCxnSpPr>
            <p:nvPr/>
          </p:nvCxnSpPr>
          <p:spPr>
            <a:xfrm flipH="1" flipV="1">
              <a:off x="4433964" y="6103920"/>
              <a:ext cx="2202064" cy="1199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Connector: Elbow 98">
              <a:extLst>
                <a:ext uri="{FF2B5EF4-FFF2-40B4-BE49-F238E27FC236}">
                  <a16:creationId xmlns:a16="http://schemas.microsoft.com/office/drawing/2014/main" id="{29E243AB-439B-75A4-9F96-970EDAA31F88}"/>
                </a:ext>
              </a:extLst>
            </p:cNvPr>
            <p:cNvCxnSpPr>
              <a:cxnSpLocks/>
              <a:stCxn id="92" idx="1"/>
              <a:endCxn id="80" idx="2"/>
            </p:cNvCxnSpPr>
            <p:nvPr/>
          </p:nvCxnSpPr>
          <p:spPr>
            <a:xfrm rot="10800000">
              <a:off x="1754508" y="5797571"/>
              <a:ext cx="1836961" cy="306350"/>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4E04E151-5EDD-B41C-0E98-ED9AAD2577FA}"/>
                </a:ext>
              </a:extLst>
            </p:cNvPr>
            <p:cNvCxnSpPr>
              <a:cxnSpLocks/>
              <a:stCxn id="92" idx="2"/>
              <a:endCxn id="96" idx="0"/>
            </p:cNvCxnSpPr>
            <p:nvPr/>
          </p:nvCxnSpPr>
          <p:spPr>
            <a:xfrm>
              <a:off x="4012717" y="6401794"/>
              <a:ext cx="0" cy="19124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8CD0EE9A-D4E6-C7AE-8436-AE784D527D74}"/>
                    </a:ext>
                  </a:extLst>
                </p:cNvPr>
                <p:cNvSpPr txBox="1"/>
                <p:nvPr/>
              </p:nvSpPr>
              <p:spPr>
                <a:xfrm>
                  <a:off x="3561457" y="5798222"/>
                  <a:ext cx="902520" cy="610903"/>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IN" sz="800" i="1" smtClean="0">
                            <a:latin typeface="Cambria Math" panose="02040503050406030204" pitchFamily="18" charset="0"/>
                            <a:ea typeface="Cambria Math" panose="02040503050406030204" pitchFamily="18" charset="0"/>
                          </a:rPr>
                          <m:t>&gt;</m:t>
                        </m:r>
                        <m:sSup>
                          <m:sSupPr>
                            <m:ctrlPr>
                              <a:rPr lang="en-IN" sz="800" i="1" smtClean="0">
                                <a:latin typeface="Cambria Math" panose="02040503050406030204" pitchFamily="18" charset="0"/>
                                <a:ea typeface="Cambria Math" panose="02040503050406030204" pitchFamily="18" charset="0"/>
                              </a:rPr>
                            </m:ctrlPr>
                          </m:sSupPr>
                          <m:e>
                            <m:r>
                              <a:rPr lang="en-IN" sz="800" b="0" i="1" smtClean="0">
                                <a:latin typeface="Cambria Math" panose="02040503050406030204" pitchFamily="18" charset="0"/>
                                <a:ea typeface="Cambria Math" panose="02040503050406030204" pitchFamily="18" charset="0"/>
                              </a:rPr>
                              <m:t>10</m:t>
                            </m:r>
                          </m:e>
                          <m:sup>
                            <m:r>
                              <a:rPr lang="en-IN" sz="800" b="0" i="1" smtClean="0">
                                <a:latin typeface="Cambria Math" panose="02040503050406030204" pitchFamily="18" charset="0"/>
                                <a:ea typeface="Cambria Math" panose="02040503050406030204" pitchFamily="18" charset="0"/>
                              </a:rPr>
                              <m:t>−5</m:t>
                            </m:r>
                          </m:sup>
                        </m:sSup>
                      </m:oMath>
                    </m:oMathPara>
                  </a14:m>
                  <a:endParaRPr lang="en-IN" sz="800" dirty="0">
                    <a:latin typeface="Baskerville Old Face" panose="02020602080505020303" pitchFamily="18" charset="0"/>
                  </a:endParaRPr>
                </a:p>
                <a:p>
                  <a:pPr algn="ctr"/>
                  <a14:m>
                    <m:oMathPara xmlns:m="http://schemas.openxmlformats.org/officeDocument/2006/math">
                      <m:oMathParaPr>
                        <m:jc m:val="centerGroup"/>
                      </m:oMathParaPr>
                      <m:oMath xmlns:m="http://schemas.openxmlformats.org/officeDocument/2006/math">
                        <m:r>
                          <a:rPr lang="en-IN" sz="800" i="1" dirty="0" smtClean="0">
                            <a:latin typeface="Cambria Math" panose="02040503050406030204" pitchFamily="18" charset="0"/>
                          </a:rPr>
                          <m:t>𝑂</m:t>
                        </m:r>
                        <m:r>
                          <a:rPr lang="en-IN" sz="800" i="1" dirty="0">
                            <a:latin typeface="Cambria Math" panose="02040503050406030204" pitchFamily="18" charset="0"/>
                          </a:rPr>
                          <m:t>𝑅</m:t>
                        </m:r>
                      </m:oMath>
                    </m:oMathPara>
                  </a14:m>
                  <a:endParaRPr lang="en-IN" sz="800" dirty="0">
                    <a:latin typeface="Baskerville Old Face" panose="02020602080505020303" pitchFamily="18" charset="0"/>
                  </a:endParaRPr>
                </a:p>
                <a:p>
                  <a:pPr algn="ctr"/>
                  <a14:m>
                    <m:oMathPara xmlns:m="http://schemas.openxmlformats.org/officeDocument/2006/math">
                      <m:oMathParaPr>
                        <m:jc m:val="centerGroup"/>
                      </m:oMathParaPr>
                      <m:oMath xmlns:m="http://schemas.openxmlformats.org/officeDocument/2006/math">
                        <m:r>
                          <a:rPr lang="en-IN" sz="800" b="0" i="1" dirty="0" smtClean="0">
                            <a:latin typeface="Cambria Math" panose="02040503050406030204" pitchFamily="18" charset="0"/>
                          </a:rPr>
                          <m:t>𝑖𝑡𝑒𝑟</m:t>
                        </m:r>
                        <m:r>
                          <a:rPr lang="en-IN" sz="800" b="0" i="1" dirty="0" smtClean="0">
                            <a:latin typeface="Cambria Math" panose="02040503050406030204" pitchFamily="18" charset="0"/>
                          </a:rPr>
                          <m:t>=8000</m:t>
                        </m:r>
                      </m:oMath>
                    </m:oMathPara>
                  </a14:m>
                  <a:endParaRPr lang="en-IN" sz="800" dirty="0"/>
                </a:p>
              </p:txBody>
            </p:sp>
          </mc:Choice>
          <mc:Fallback xmlns="">
            <p:sp>
              <p:nvSpPr>
                <p:cNvPr id="101" name="TextBox 100">
                  <a:extLst>
                    <a:ext uri="{FF2B5EF4-FFF2-40B4-BE49-F238E27FC236}">
                      <a16:creationId xmlns:a16="http://schemas.microsoft.com/office/drawing/2014/main" id="{8CD0EE9A-D4E6-C7AE-8436-AE784D527D74}"/>
                    </a:ext>
                  </a:extLst>
                </p:cNvPr>
                <p:cNvSpPr txBox="1">
                  <a:spLocks noRot="1" noChangeAspect="1" noMove="1" noResize="1" noEditPoints="1" noAdjustHandles="1" noChangeArrowheads="1" noChangeShapeType="1" noTextEdit="1"/>
                </p:cNvSpPr>
                <p:nvPr/>
              </p:nvSpPr>
              <p:spPr>
                <a:xfrm>
                  <a:off x="3561457" y="5798222"/>
                  <a:ext cx="902520" cy="610903"/>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Oval 101">
                  <a:extLst>
                    <a:ext uri="{FF2B5EF4-FFF2-40B4-BE49-F238E27FC236}">
                      <a16:creationId xmlns:a16="http://schemas.microsoft.com/office/drawing/2014/main" id="{855751C6-824A-D1E2-0908-4F79518EDD0D}"/>
                    </a:ext>
                  </a:extLst>
                </p:cNvPr>
                <p:cNvSpPr/>
                <p:nvPr/>
              </p:nvSpPr>
              <p:spPr>
                <a:xfrm>
                  <a:off x="185911" y="3743450"/>
                  <a:ext cx="380924" cy="310483"/>
                </a:xfrm>
                <a:prstGeom prst="ellipse">
                  <a:avLst/>
                </a:prstGeom>
                <a:ln w="12700"/>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rPr>
                          <m:t> </m:t>
                        </m:r>
                        <m:r>
                          <a:rPr lang="en-IN" sz="1200" b="0" i="1" smtClean="0">
                            <a:latin typeface="Cambria Math" panose="02040503050406030204" pitchFamily="18" charset="0"/>
                          </a:rPr>
                          <m:t>𝑥</m:t>
                        </m:r>
                      </m:oMath>
                    </m:oMathPara>
                  </a14:m>
                  <a:endParaRPr lang="en-IN" sz="1200" dirty="0"/>
                </a:p>
              </p:txBody>
            </p:sp>
          </mc:Choice>
          <mc:Fallback xmlns="">
            <p:sp>
              <p:nvSpPr>
                <p:cNvPr id="102" name="Oval 101">
                  <a:extLst>
                    <a:ext uri="{FF2B5EF4-FFF2-40B4-BE49-F238E27FC236}">
                      <a16:creationId xmlns:a16="http://schemas.microsoft.com/office/drawing/2014/main" id="{855751C6-824A-D1E2-0908-4F79518EDD0D}"/>
                    </a:ext>
                  </a:extLst>
                </p:cNvPr>
                <p:cNvSpPr>
                  <a:spLocks noRot="1" noChangeAspect="1" noMove="1" noResize="1" noEditPoints="1" noAdjustHandles="1" noChangeArrowheads="1" noChangeShapeType="1" noTextEdit="1"/>
                </p:cNvSpPr>
                <p:nvPr/>
              </p:nvSpPr>
              <p:spPr>
                <a:xfrm>
                  <a:off x="185911" y="3743450"/>
                  <a:ext cx="380924" cy="310483"/>
                </a:xfrm>
                <a:prstGeom prst="ellipse">
                  <a:avLst/>
                </a:prstGeom>
                <a:blipFill>
                  <a:blip r:embed="rId7"/>
                  <a:stretch>
                    <a:fillRect/>
                  </a:stretch>
                </a:blipFill>
                <a:ln w="12700"/>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Oval 102">
                  <a:extLst>
                    <a:ext uri="{FF2B5EF4-FFF2-40B4-BE49-F238E27FC236}">
                      <a16:creationId xmlns:a16="http://schemas.microsoft.com/office/drawing/2014/main" id="{6ED16950-162D-321D-46EF-C3A063E2B6CE}"/>
                    </a:ext>
                  </a:extLst>
                </p:cNvPr>
                <p:cNvSpPr/>
                <p:nvPr/>
              </p:nvSpPr>
              <p:spPr>
                <a:xfrm>
                  <a:off x="183095" y="4834300"/>
                  <a:ext cx="380924" cy="310483"/>
                </a:xfrm>
                <a:prstGeom prst="ellipse">
                  <a:avLst/>
                </a:prstGeom>
                <a:ln w="12700"/>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rPr>
                          <m:t> </m:t>
                        </m:r>
                        <m:r>
                          <a:rPr lang="en-IN" sz="1200" b="0" i="1" smtClean="0">
                            <a:latin typeface="Cambria Math" panose="02040503050406030204" pitchFamily="18" charset="0"/>
                          </a:rPr>
                          <m:t>𝑡</m:t>
                        </m:r>
                      </m:oMath>
                    </m:oMathPara>
                  </a14:m>
                  <a:endParaRPr lang="en-IN" sz="1200" dirty="0"/>
                </a:p>
              </p:txBody>
            </p:sp>
          </mc:Choice>
          <mc:Fallback xmlns="">
            <p:sp>
              <p:nvSpPr>
                <p:cNvPr id="103" name="Oval 102">
                  <a:extLst>
                    <a:ext uri="{FF2B5EF4-FFF2-40B4-BE49-F238E27FC236}">
                      <a16:creationId xmlns:a16="http://schemas.microsoft.com/office/drawing/2014/main" id="{6ED16950-162D-321D-46EF-C3A063E2B6CE}"/>
                    </a:ext>
                  </a:extLst>
                </p:cNvPr>
                <p:cNvSpPr>
                  <a:spLocks noRot="1" noChangeAspect="1" noMove="1" noResize="1" noEditPoints="1" noAdjustHandles="1" noChangeArrowheads="1" noChangeShapeType="1" noTextEdit="1"/>
                </p:cNvSpPr>
                <p:nvPr/>
              </p:nvSpPr>
              <p:spPr>
                <a:xfrm>
                  <a:off x="183095" y="4834300"/>
                  <a:ext cx="380924" cy="310483"/>
                </a:xfrm>
                <a:prstGeom prst="ellipse">
                  <a:avLst/>
                </a:prstGeom>
                <a:blipFill>
                  <a:blip r:embed="rId8"/>
                  <a:stretch>
                    <a:fillRect/>
                  </a:stretch>
                </a:blipFill>
                <a:ln w="12700"/>
              </p:spPr>
              <p:txBody>
                <a:bodyPr/>
                <a:lstStyle/>
                <a:p>
                  <a:r>
                    <a:rPr lang="en-IN">
                      <a:noFill/>
                    </a:rPr>
                    <a:t> </a:t>
                  </a:r>
                </a:p>
              </p:txBody>
            </p:sp>
          </mc:Fallback>
        </mc:AlternateContent>
        <p:sp>
          <p:nvSpPr>
            <p:cNvPr id="104" name="Oval 103">
              <a:extLst>
                <a:ext uri="{FF2B5EF4-FFF2-40B4-BE49-F238E27FC236}">
                  <a16:creationId xmlns:a16="http://schemas.microsoft.com/office/drawing/2014/main" id="{38AACD64-AF30-8F40-0BEC-58EDBD631D1B}"/>
                </a:ext>
              </a:extLst>
            </p:cNvPr>
            <p:cNvSpPr/>
            <p:nvPr/>
          </p:nvSpPr>
          <p:spPr>
            <a:xfrm>
              <a:off x="1801524" y="3171082"/>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5" name="Oval 104">
              <a:extLst>
                <a:ext uri="{FF2B5EF4-FFF2-40B4-BE49-F238E27FC236}">
                  <a16:creationId xmlns:a16="http://schemas.microsoft.com/office/drawing/2014/main" id="{06C1CD68-BAFA-9B5C-2E35-80EFC713AB1A}"/>
                </a:ext>
              </a:extLst>
            </p:cNvPr>
            <p:cNvSpPr/>
            <p:nvPr/>
          </p:nvSpPr>
          <p:spPr>
            <a:xfrm>
              <a:off x="1810220" y="3729958"/>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a:extLst>
                <a:ext uri="{FF2B5EF4-FFF2-40B4-BE49-F238E27FC236}">
                  <a16:creationId xmlns:a16="http://schemas.microsoft.com/office/drawing/2014/main" id="{8F9C368D-BC80-C711-5ADE-A633B3389875}"/>
                </a:ext>
              </a:extLst>
            </p:cNvPr>
            <p:cNvSpPr/>
            <p:nvPr/>
          </p:nvSpPr>
          <p:spPr>
            <a:xfrm>
              <a:off x="1856869" y="4286774"/>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AC2023BB-9DFD-4A96-5128-06F9BE3ABA81}"/>
                </a:ext>
              </a:extLst>
            </p:cNvPr>
            <p:cNvSpPr/>
            <p:nvPr/>
          </p:nvSpPr>
          <p:spPr>
            <a:xfrm>
              <a:off x="1828022" y="4853536"/>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Oval 107">
              <a:extLst>
                <a:ext uri="{FF2B5EF4-FFF2-40B4-BE49-F238E27FC236}">
                  <a16:creationId xmlns:a16="http://schemas.microsoft.com/office/drawing/2014/main" id="{B14D11AA-B1C8-0AEA-BBE3-904D10BBEC0B}"/>
                </a:ext>
              </a:extLst>
            </p:cNvPr>
            <p:cNvSpPr/>
            <p:nvPr/>
          </p:nvSpPr>
          <p:spPr>
            <a:xfrm>
              <a:off x="1837567" y="5413293"/>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9" name="Oval 108">
                  <a:extLst>
                    <a:ext uri="{FF2B5EF4-FFF2-40B4-BE49-F238E27FC236}">
                      <a16:creationId xmlns:a16="http://schemas.microsoft.com/office/drawing/2014/main" id="{33A8497E-FE3B-5D40-4E56-82588683E80A}"/>
                    </a:ext>
                  </a:extLst>
                </p:cNvPr>
                <p:cNvSpPr/>
                <p:nvPr/>
              </p:nvSpPr>
              <p:spPr>
                <a:xfrm>
                  <a:off x="2612199" y="4119044"/>
                  <a:ext cx="718206" cy="661058"/>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rPr>
                          <m:t> (</m:t>
                        </m:r>
                        <m:acc>
                          <m:accPr>
                            <m:chr m:val="̂"/>
                            <m:ctrlPr>
                              <a:rPr lang="en-IN" sz="1200" i="1">
                                <a:latin typeface="Cambria Math" panose="02040503050406030204" pitchFamily="18" charset="0"/>
                              </a:rPr>
                            </m:ctrlPr>
                          </m:accPr>
                          <m:e>
                            <m:r>
                              <a:rPr lang="en-IN" sz="1200" i="1" smtClean="0">
                                <a:latin typeface="Cambria Math" panose="02040503050406030204" pitchFamily="18" charset="0"/>
                                <a:ea typeface="Cambria Math" panose="02040503050406030204" pitchFamily="18" charset="0"/>
                              </a:rPr>
                              <m:t>𝜌</m:t>
                            </m:r>
                          </m:e>
                        </m:acc>
                        <m:r>
                          <a:rPr lang="en-IN" sz="1200" b="0" i="1" smtClean="0">
                            <a:latin typeface="Cambria Math" panose="02040503050406030204" pitchFamily="18" charset="0"/>
                          </a:rPr>
                          <m:t>,</m:t>
                        </m:r>
                        <m:acc>
                          <m:accPr>
                            <m:chr m:val="̂"/>
                            <m:ctrlPr>
                              <a:rPr lang="en-IN" sz="1200" i="1" smtClean="0">
                                <a:latin typeface="Cambria Math" panose="02040503050406030204" pitchFamily="18" charset="0"/>
                              </a:rPr>
                            </m:ctrlPr>
                          </m:accPr>
                          <m:e>
                            <m:r>
                              <a:rPr lang="en-IN" sz="1200" b="0" i="1" smtClean="0">
                                <a:latin typeface="Cambria Math" panose="02040503050406030204" pitchFamily="18" charset="0"/>
                              </a:rPr>
                              <m:t>𝑢</m:t>
                            </m:r>
                          </m:e>
                        </m:acc>
                        <m:r>
                          <a:rPr lang="en-IN" sz="1200" b="0" i="1" smtClean="0">
                            <a:latin typeface="Cambria Math" panose="02040503050406030204" pitchFamily="18" charset="0"/>
                          </a:rPr>
                          <m:t>,</m:t>
                        </m:r>
                        <m:acc>
                          <m:accPr>
                            <m:chr m:val="̂"/>
                            <m:ctrlPr>
                              <a:rPr lang="en-IN" sz="1200" i="1">
                                <a:latin typeface="Cambria Math" panose="02040503050406030204" pitchFamily="18" charset="0"/>
                              </a:rPr>
                            </m:ctrlPr>
                          </m:accPr>
                          <m:e>
                            <m:r>
                              <a:rPr lang="en-IN" sz="1200" b="0" i="1" smtClean="0">
                                <a:latin typeface="Cambria Math" panose="02040503050406030204" pitchFamily="18" charset="0"/>
                              </a:rPr>
                              <m:t>𝑝</m:t>
                            </m:r>
                          </m:e>
                        </m:acc>
                        <m:r>
                          <a:rPr lang="en-IN" sz="1200" b="0" i="1" smtClean="0">
                            <a:latin typeface="Cambria Math" panose="02040503050406030204" pitchFamily="18" charset="0"/>
                          </a:rPr>
                          <m:t>)</m:t>
                        </m:r>
                      </m:oMath>
                    </m:oMathPara>
                  </a14:m>
                  <a:endParaRPr lang="en-IN" sz="1200" dirty="0"/>
                </a:p>
              </p:txBody>
            </p:sp>
          </mc:Choice>
          <mc:Fallback xmlns="">
            <p:sp>
              <p:nvSpPr>
                <p:cNvPr id="109" name="Oval 108">
                  <a:extLst>
                    <a:ext uri="{FF2B5EF4-FFF2-40B4-BE49-F238E27FC236}">
                      <a16:creationId xmlns:a16="http://schemas.microsoft.com/office/drawing/2014/main" id="{33A8497E-FE3B-5D40-4E56-82588683E80A}"/>
                    </a:ext>
                  </a:extLst>
                </p:cNvPr>
                <p:cNvSpPr>
                  <a:spLocks noRot="1" noChangeAspect="1" noMove="1" noResize="1" noEditPoints="1" noAdjustHandles="1" noChangeArrowheads="1" noChangeShapeType="1" noTextEdit="1"/>
                </p:cNvSpPr>
                <p:nvPr/>
              </p:nvSpPr>
              <p:spPr>
                <a:xfrm>
                  <a:off x="2612199" y="4119044"/>
                  <a:ext cx="718206" cy="661058"/>
                </a:xfrm>
                <a:prstGeom prst="ellipse">
                  <a:avLst/>
                </a:prstGeom>
                <a:blipFill>
                  <a:blip r:embed="rId9"/>
                  <a:stretch>
                    <a:fillRect l="-7368" r="-20000"/>
                  </a:stretch>
                </a:blipFill>
                <a:ln/>
              </p:spPr>
              <p:txBody>
                <a:bodyPr/>
                <a:lstStyle/>
                <a:p>
                  <a:r>
                    <a:rPr lang="en-IN">
                      <a:noFill/>
                    </a:rPr>
                    <a:t> </a:t>
                  </a:r>
                </a:p>
              </p:txBody>
            </p:sp>
          </mc:Fallback>
        </mc:AlternateContent>
        <p:cxnSp>
          <p:nvCxnSpPr>
            <p:cNvPr id="110" name="Straight Arrow Connector 109">
              <a:extLst>
                <a:ext uri="{FF2B5EF4-FFF2-40B4-BE49-F238E27FC236}">
                  <a16:creationId xmlns:a16="http://schemas.microsoft.com/office/drawing/2014/main" id="{0E8BEFFC-6912-98A8-7735-82EDA5F51A2F}"/>
                </a:ext>
              </a:extLst>
            </p:cNvPr>
            <p:cNvCxnSpPr>
              <a:cxnSpLocks/>
              <a:stCxn id="102" idx="6"/>
              <a:endCxn id="126" idx="2"/>
            </p:cNvCxnSpPr>
            <p:nvPr/>
          </p:nvCxnSpPr>
          <p:spPr>
            <a:xfrm flipV="1">
              <a:off x="566835" y="3337180"/>
              <a:ext cx="432196" cy="5615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FCC22380-85CF-3D83-7DA3-15168CF9A174}"/>
                </a:ext>
              </a:extLst>
            </p:cNvPr>
            <p:cNvCxnSpPr>
              <a:cxnSpLocks/>
              <a:stCxn id="102" idx="6"/>
              <a:endCxn id="127" idx="2"/>
            </p:cNvCxnSpPr>
            <p:nvPr/>
          </p:nvCxnSpPr>
          <p:spPr>
            <a:xfrm flipV="1">
              <a:off x="566835" y="3892232"/>
              <a:ext cx="426886" cy="64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9B7E11BA-834C-4220-5D1D-1A955F91C013}"/>
                </a:ext>
              </a:extLst>
            </p:cNvPr>
            <p:cNvCxnSpPr>
              <a:cxnSpLocks/>
              <a:stCxn id="102" idx="6"/>
              <a:endCxn id="128" idx="2"/>
            </p:cNvCxnSpPr>
            <p:nvPr/>
          </p:nvCxnSpPr>
          <p:spPr>
            <a:xfrm>
              <a:off x="566835" y="3898692"/>
              <a:ext cx="419049" cy="54859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A525958C-B047-E34A-6409-9EF846C4A910}"/>
                </a:ext>
              </a:extLst>
            </p:cNvPr>
            <p:cNvCxnSpPr>
              <a:cxnSpLocks/>
              <a:stCxn id="102" idx="6"/>
              <a:endCxn id="129" idx="2"/>
            </p:cNvCxnSpPr>
            <p:nvPr/>
          </p:nvCxnSpPr>
          <p:spPr>
            <a:xfrm>
              <a:off x="566835" y="3898692"/>
              <a:ext cx="413416" cy="110191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0CC7CF18-37BA-EBC9-C3C7-99EB9B4D476E}"/>
                </a:ext>
              </a:extLst>
            </p:cNvPr>
            <p:cNvCxnSpPr>
              <a:cxnSpLocks/>
              <a:stCxn id="102" idx="6"/>
              <a:endCxn id="130" idx="2"/>
            </p:cNvCxnSpPr>
            <p:nvPr/>
          </p:nvCxnSpPr>
          <p:spPr>
            <a:xfrm>
              <a:off x="566835" y="3898692"/>
              <a:ext cx="410600" cy="16783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DC210C2D-A250-5C35-B2C2-879DC9A2F0CF}"/>
                </a:ext>
              </a:extLst>
            </p:cNvPr>
            <p:cNvCxnSpPr>
              <a:cxnSpLocks/>
              <a:stCxn id="103" idx="6"/>
              <a:endCxn id="129" idx="2"/>
            </p:cNvCxnSpPr>
            <p:nvPr/>
          </p:nvCxnSpPr>
          <p:spPr>
            <a:xfrm>
              <a:off x="564019" y="4989542"/>
              <a:ext cx="416232" cy="110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A3915A5B-3A22-5088-F80B-C4BE58B15FB6}"/>
                </a:ext>
              </a:extLst>
            </p:cNvPr>
            <p:cNvCxnSpPr>
              <a:cxnSpLocks/>
              <a:stCxn id="103" idx="6"/>
              <a:endCxn id="126" idx="2"/>
            </p:cNvCxnSpPr>
            <p:nvPr/>
          </p:nvCxnSpPr>
          <p:spPr>
            <a:xfrm flipV="1">
              <a:off x="564019" y="3337180"/>
              <a:ext cx="435012" cy="16523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9D34D54-B828-4B8C-159E-249677D63792}"/>
                </a:ext>
              </a:extLst>
            </p:cNvPr>
            <p:cNvCxnSpPr>
              <a:cxnSpLocks/>
              <a:stCxn id="103" idx="6"/>
              <a:endCxn id="127" idx="2"/>
            </p:cNvCxnSpPr>
            <p:nvPr/>
          </p:nvCxnSpPr>
          <p:spPr>
            <a:xfrm flipV="1">
              <a:off x="564019" y="3892232"/>
              <a:ext cx="429702" cy="10973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6C0A5370-D4AC-E601-4575-211AFDE62946}"/>
                </a:ext>
              </a:extLst>
            </p:cNvPr>
            <p:cNvCxnSpPr>
              <a:cxnSpLocks/>
              <a:stCxn id="103" idx="6"/>
              <a:endCxn id="128" idx="2"/>
            </p:cNvCxnSpPr>
            <p:nvPr/>
          </p:nvCxnSpPr>
          <p:spPr>
            <a:xfrm flipV="1">
              <a:off x="564019" y="4447285"/>
              <a:ext cx="421865" cy="5422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EBD1FF42-D6B9-6197-4BE8-ABE2A6A74E77}"/>
                </a:ext>
              </a:extLst>
            </p:cNvPr>
            <p:cNvCxnSpPr>
              <a:cxnSpLocks/>
              <a:stCxn id="108" idx="6"/>
              <a:endCxn id="109" idx="2"/>
            </p:cNvCxnSpPr>
            <p:nvPr/>
          </p:nvCxnSpPr>
          <p:spPr>
            <a:xfrm flipV="1">
              <a:off x="2218491" y="4449573"/>
              <a:ext cx="393708" cy="11189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EDCBEC92-911E-CFE3-4621-5B3C3F867017}"/>
                </a:ext>
              </a:extLst>
            </p:cNvPr>
            <p:cNvCxnSpPr>
              <a:cxnSpLocks/>
              <a:stCxn id="107" idx="6"/>
              <a:endCxn id="109" idx="2"/>
            </p:cNvCxnSpPr>
            <p:nvPr/>
          </p:nvCxnSpPr>
          <p:spPr>
            <a:xfrm flipV="1">
              <a:off x="2208946" y="4449573"/>
              <a:ext cx="403253" cy="55920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EFFA9BD6-778D-74B5-B200-79ED5AE3D08B}"/>
                </a:ext>
              </a:extLst>
            </p:cNvPr>
            <p:cNvCxnSpPr>
              <a:cxnSpLocks/>
              <a:stCxn id="106" idx="6"/>
              <a:endCxn id="109" idx="2"/>
            </p:cNvCxnSpPr>
            <p:nvPr/>
          </p:nvCxnSpPr>
          <p:spPr>
            <a:xfrm>
              <a:off x="2237793" y="4442016"/>
              <a:ext cx="374406" cy="75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95875D9F-E110-BE0C-FADC-CFB832A3BB9C}"/>
                </a:ext>
              </a:extLst>
            </p:cNvPr>
            <p:cNvCxnSpPr>
              <a:cxnSpLocks/>
              <a:stCxn id="105" idx="6"/>
              <a:endCxn id="109" idx="2"/>
            </p:cNvCxnSpPr>
            <p:nvPr/>
          </p:nvCxnSpPr>
          <p:spPr>
            <a:xfrm>
              <a:off x="2191144" y="3885200"/>
              <a:ext cx="421055" cy="56437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B6700C5D-3D1D-9600-A9C3-7C6CBE619FBD}"/>
                </a:ext>
              </a:extLst>
            </p:cNvPr>
            <p:cNvCxnSpPr>
              <a:cxnSpLocks/>
              <a:stCxn id="104" idx="6"/>
              <a:endCxn id="109" idx="2"/>
            </p:cNvCxnSpPr>
            <p:nvPr/>
          </p:nvCxnSpPr>
          <p:spPr>
            <a:xfrm>
              <a:off x="2182448" y="3326324"/>
              <a:ext cx="429751" cy="112324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6BB6B245-E9BC-A892-2297-E227C85F13C4}"/>
                </a:ext>
              </a:extLst>
            </p:cNvPr>
            <p:cNvCxnSpPr>
              <a:cxnSpLocks/>
              <a:stCxn id="109" idx="6"/>
              <a:endCxn id="84" idx="2"/>
            </p:cNvCxnSpPr>
            <p:nvPr/>
          </p:nvCxnSpPr>
          <p:spPr>
            <a:xfrm>
              <a:off x="3330405" y="4449573"/>
              <a:ext cx="514555" cy="3194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D2874DFC-2676-9AF7-EED8-BD934FC7027F}"/>
                </a:ext>
              </a:extLst>
            </p:cNvPr>
            <p:cNvCxnSpPr>
              <a:cxnSpLocks/>
              <a:stCxn id="103" idx="6"/>
              <a:endCxn id="130" idx="2"/>
            </p:cNvCxnSpPr>
            <p:nvPr/>
          </p:nvCxnSpPr>
          <p:spPr>
            <a:xfrm>
              <a:off x="564019" y="4989542"/>
              <a:ext cx="413416" cy="58749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Oval 125">
              <a:extLst>
                <a:ext uri="{FF2B5EF4-FFF2-40B4-BE49-F238E27FC236}">
                  <a16:creationId xmlns:a16="http://schemas.microsoft.com/office/drawing/2014/main" id="{9F91EFF0-CBAF-C88D-8AC9-AF2FF353388A}"/>
                </a:ext>
              </a:extLst>
            </p:cNvPr>
            <p:cNvSpPr/>
            <p:nvPr/>
          </p:nvSpPr>
          <p:spPr>
            <a:xfrm>
              <a:off x="999031" y="3181938"/>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7" name="Oval 126">
              <a:extLst>
                <a:ext uri="{FF2B5EF4-FFF2-40B4-BE49-F238E27FC236}">
                  <a16:creationId xmlns:a16="http://schemas.microsoft.com/office/drawing/2014/main" id="{ED43B6E8-4E5A-BAF6-315A-0E5ECB280CA7}"/>
                </a:ext>
              </a:extLst>
            </p:cNvPr>
            <p:cNvSpPr/>
            <p:nvPr/>
          </p:nvSpPr>
          <p:spPr>
            <a:xfrm>
              <a:off x="993721" y="3736990"/>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 name="Oval 127">
              <a:extLst>
                <a:ext uri="{FF2B5EF4-FFF2-40B4-BE49-F238E27FC236}">
                  <a16:creationId xmlns:a16="http://schemas.microsoft.com/office/drawing/2014/main" id="{63486106-0AB7-5069-51B2-81123C189F2B}"/>
                </a:ext>
              </a:extLst>
            </p:cNvPr>
            <p:cNvSpPr/>
            <p:nvPr/>
          </p:nvSpPr>
          <p:spPr>
            <a:xfrm>
              <a:off x="985884" y="4292043"/>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 name="Oval 128">
              <a:extLst>
                <a:ext uri="{FF2B5EF4-FFF2-40B4-BE49-F238E27FC236}">
                  <a16:creationId xmlns:a16="http://schemas.microsoft.com/office/drawing/2014/main" id="{FD9A4F93-0098-30BB-0F7B-38C95809A846}"/>
                </a:ext>
              </a:extLst>
            </p:cNvPr>
            <p:cNvSpPr/>
            <p:nvPr/>
          </p:nvSpPr>
          <p:spPr>
            <a:xfrm>
              <a:off x="980251" y="4845363"/>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0" name="Oval 129">
              <a:extLst>
                <a:ext uri="{FF2B5EF4-FFF2-40B4-BE49-F238E27FC236}">
                  <a16:creationId xmlns:a16="http://schemas.microsoft.com/office/drawing/2014/main" id="{D80BD56E-71D9-6850-C127-4FBA3D863D63}"/>
                </a:ext>
              </a:extLst>
            </p:cNvPr>
            <p:cNvSpPr/>
            <p:nvPr/>
          </p:nvSpPr>
          <p:spPr>
            <a:xfrm>
              <a:off x="977435" y="5421796"/>
              <a:ext cx="380924"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31" name="Oval 130">
                  <a:extLst>
                    <a:ext uri="{FF2B5EF4-FFF2-40B4-BE49-F238E27FC236}">
                      <a16:creationId xmlns:a16="http://schemas.microsoft.com/office/drawing/2014/main" id="{1EC5EBE8-E7E5-222D-B8BB-3F801F3F014C}"/>
                    </a:ext>
                  </a:extLst>
                </p:cNvPr>
                <p:cNvSpPr/>
                <p:nvPr/>
              </p:nvSpPr>
              <p:spPr>
                <a:xfrm>
                  <a:off x="3834188" y="3891590"/>
                  <a:ext cx="505210" cy="457256"/>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000" b="0" i="1" smtClean="0">
                            <a:latin typeface="Cambria Math" panose="02040503050406030204" pitchFamily="18" charset="0"/>
                          </a:rPr>
                          <m:t> </m:t>
                        </m:r>
                        <m:f>
                          <m:fPr>
                            <m:ctrlPr>
                              <a:rPr lang="en-IN" sz="1000" i="1" smtClean="0">
                                <a:latin typeface="Cambria Math" panose="02040503050406030204" pitchFamily="18" charset="0"/>
                              </a:rPr>
                            </m:ctrlPr>
                          </m:fPr>
                          <m:num>
                            <m:sSup>
                              <m:sSupPr>
                                <m:ctrlPr>
                                  <a:rPr lang="en-IN" sz="1000" i="1" smtClean="0">
                                    <a:latin typeface="Cambria Math" panose="02040503050406030204" pitchFamily="18" charset="0"/>
                                  </a:rPr>
                                </m:ctrlPr>
                              </m:sSupPr>
                              <m:e>
                                <m:r>
                                  <a:rPr lang="en-IN" sz="1000" i="1" smtClean="0">
                                    <a:latin typeface="Cambria Math" panose="02040503050406030204" pitchFamily="18" charset="0"/>
                                    <a:ea typeface="Cambria Math" panose="02040503050406030204" pitchFamily="18" charset="0"/>
                                  </a:rPr>
                                  <m:t>𝜕</m:t>
                                </m:r>
                              </m:e>
                              <m:sup>
                                <m:r>
                                  <a:rPr lang="en-IN" sz="1000" b="0" i="1" smtClean="0">
                                    <a:latin typeface="Cambria Math" panose="02040503050406030204" pitchFamily="18" charset="0"/>
                                  </a:rPr>
                                  <m:t>2</m:t>
                                </m:r>
                              </m:sup>
                            </m:sSup>
                            <m:acc>
                              <m:accPr>
                                <m:chr m:val="̂"/>
                                <m:ctrlPr>
                                  <a:rPr lang="en-IN" sz="1000" i="1" dirty="0">
                                    <a:latin typeface="Cambria Math" panose="02040503050406030204" pitchFamily="18" charset="0"/>
                                  </a:rPr>
                                </m:ctrlPr>
                              </m:accPr>
                              <m:e>
                                <m:r>
                                  <a:rPr lang="en-IN" sz="1000" b="1" i="1" dirty="0">
                                    <a:latin typeface="Cambria Math" panose="02040503050406030204" pitchFamily="18" charset="0"/>
                                  </a:rPr>
                                  <m:t>𝒖</m:t>
                                </m:r>
                              </m:e>
                            </m:acc>
                          </m:num>
                          <m:den>
                            <m:sSup>
                              <m:sSupPr>
                                <m:ctrlPr>
                                  <a:rPr lang="en-IN" sz="1000" i="1" dirty="0" smtClean="0">
                                    <a:latin typeface="Cambria Math" panose="02040503050406030204" pitchFamily="18" charset="0"/>
                                  </a:rPr>
                                </m:ctrlPr>
                              </m:sSupPr>
                              <m:e>
                                <m:r>
                                  <a:rPr lang="en-IN" sz="1000" i="1" dirty="0" smtClean="0">
                                    <a:latin typeface="Cambria Math" panose="02040503050406030204" pitchFamily="18" charset="0"/>
                                    <a:ea typeface="Cambria Math" panose="02040503050406030204" pitchFamily="18" charset="0"/>
                                  </a:rPr>
                                  <m:t>𝜕</m:t>
                                </m:r>
                                <m:r>
                                  <a:rPr lang="en-IN" sz="1000" b="0" i="1" dirty="0" smtClean="0">
                                    <a:latin typeface="Cambria Math" panose="02040503050406030204" pitchFamily="18" charset="0"/>
                                    <a:ea typeface="Cambria Math" panose="02040503050406030204" pitchFamily="18" charset="0"/>
                                  </a:rPr>
                                  <m:t>𝑥</m:t>
                                </m:r>
                              </m:e>
                              <m:sup>
                                <m:r>
                                  <a:rPr lang="en-IN" sz="1000" b="0" i="1" dirty="0" smtClean="0">
                                    <a:latin typeface="Cambria Math" panose="02040503050406030204" pitchFamily="18" charset="0"/>
                                  </a:rPr>
                                  <m:t>2</m:t>
                                </m:r>
                              </m:sup>
                            </m:sSup>
                          </m:den>
                        </m:f>
                      </m:oMath>
                    </m:oMathPara>
                  </a14:m>
                  <a:endParaRPr lang="en-IN" sz="1000" dirty="0"/>
                </a:p>
              </p:txBody>
            </p:sp>
          </mc:Choice>
          <mc:Fallback xmlns="">
            <p:sp>
              <p:nvSpPr>
                <p:cNvPr id="131" name="Oval 130">
                  <a:extLst>
                    <a:ext uri="{FF2B5EF4-FFF2-40B4-BE49-F238E27FC236}">
                      <a16:creationId xmlns:a16="http://schemas.microsoft.com/office/drawing/2014/main" id="{1EC5EBE8-E7E5-222D-B8BB-3F801F3F014C}"/>
                    </a:ext>
                  </a:extLst>
                </p:cNvPr>
                <p:cNvSpPr>
                  <a:spLocks noRot="1" noChangeAspect="1" noMove="1" noResize="1" noEditPoints="1" noAdjustHandles="1" noChangeArrowheads="1" noChangeShapeType="1" noTextEdit="1"/>
                </p:cNvSpPr>
                <p:nvPr/>
              </p:nvSpPr>
              <p:spPr>
                <a:xfrm>
                  <a:off x="3834188" y="3891590"/>
                  <a:ext cx="505210" cy="457256"/>
                </a:xfrm>
                <a:prstGeom prst="ellipse">
                  <a:avLst/>
                </a:prstGeom>
                <a:blipFill>
                  <a:blip r:embed="rId10"/>
                  <a:stretch>
                    <a:fillRect t="-3448" b="-6897"/>
                  </a:stretch>
                </a:blipFill>
                <a:ln/>
              </p:spPr>
              <p:txBody>
                <a:bodyPr/>
                <a:lstStyle/>
                <a:p>
                  <a:r>
                    <a:rPr lang="en-IN">
                      <a:noFill/>
                    </a:rPr>
                    <a:t> </a:t>
                  </a:r>
                </a:p>
              </p:txBody>
            </p:sp>
          </mc:Fallback>
        </mc:AlternateContent>
        <p:cxnSp>
          <p:nvCxnSpPr>
            <p:cNvPr id="132" name="Straight Arrow Connector 131">
              <a:extLst>
                <a:ext uri="{FF2B5EF4-FFF2-40B4-BE49-F238E27FC236}">
                  <a16:creationId xmlns:a16="http://schemas.microsoft.com/office/drawing/2014/main" id="{71AF807E-A49D-AD13-0AB4-51BE30AA0422}"/>
                </a:ext>
              </a:extLst>
            </p:cNvPr>
            <p:cNvCxnSpPr>
              <a:cxnSpLocks/>
              <a:stCxn id="109" idx="6"/>
              <a:endCxn id="131" idx="2"/>
            </p:cNvCxnSpPr>
            <p:nvPr/>
          </p:nvCxnSpPr>
          <p:spPr>
            <a:xfrm flipV="1">
              <a:off x="3330405" y="4120218"/>
              <a:ext cx="503783" cy="32935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0801A511-A0B2-B0B6-2FD0-C971C89F8761}"/>
                </a:ext>
              </a:extLst>
            </p:cNvPr>
            <p:cNvCxnSpPr>
              <a:cxnSpLocks/>
              <a:stCxn id="131" idx="6"/>
              <a:endCxn id="88" idx="1"/>
            </p:cNvCxnSpPr>
            <p:nvPr/>
          </p:nvCxnSpPr>
          <p:spPr>
            <a:xfrm>
              <a:off x="4339398" y="4120218"/>
              <a:ext cx="459909" cy="3707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4" name="TextBox 133">
                  <a:extLst>
                    <a:ext uri="{FF2B5EF4-FFF2-40B4-BE49-F238E27FC236}">
                      <a16:creationId xmlns:a16="http://schemas.microsoft.com/office/drawing/2014/main" id="{AF15F2D5-0FA7-CCAD-22F2-CBE6A2035EBB}"/>
                    </a:ext>
                  </a:extLst>
                </p:cNvPr>
                <p:cNvSpPr txBox="1"/>
                <p:nvPr/>
              </p:nvSpPr>
              <p:spPr>
                <a:xfrm>
                  <a:off x="1357518" y="4302572"/>
                  <a:ext cx="45540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134" name="TextBox 133">
                  <a:extLst>
                    <a:ext uri="{FF2B5EF4-FFF2-40B4-BE49-F238E27FC236}">
                      <a16:creationId xmlns:a16="http://schemas.microsoft.com/office/drawing/2014/main" id="{AF15F2D5-0FA7-CCAD-22F2-CBE6A2035EBB}"/>
                    </a:ext>
                  </a:extLst>
                </p:cNvPr>
                <p:cNvSpPr txBox="1">
                  <a:spLocks noRot="1" noChangeAspect="1" noMove="1" noResize="1" noEditPoints="1" noAdjustHandles="1" noChangeArrowheads="1" noChangeShapeType="1" noTextEdit="1"/>
                </p:cNvSpPr>
                <p:nvPr/>
              </p:nvSpPr>
              <p:spPr>
                <a:xfrm>
                  <a:off x="1357518" y="4302572"/>
                  <a:ext cx="455403" cy="369332"/>
                </a:xfrm>
                <a:prstGeom prst="rect">
                  <a:avLst/>
                </a:prstGeom>
                <a:blipFill>
                  <a:blip r:embed="rId11"/>
                  <a:stretch>
                    <a:fillRect b="-8696"/>
                  </a:stretch>
                </a:blipFill>
              </p:spPr>
              <p:txBody>
                <a:bodyPr/>
                <a:lstStyle/>
                <a:p>
                  <a:r>
                    <a:rPr lang="en-IN">
                      <a:noFill/>
                    </a:rPr>
                    <a:t> </a:t>
                  </a:r>
                </a:p>
              </p:txBody>
            </p:sp>
          </mc:Fallback>
        </mc:AlternateContent>
      </p:grpSp>
      <p:sp>
        <p:nvSpPr>
          <p:cNvPr id="143" name="TextBox 142">
            <a:extLst>
              <a:ext uri="{FF2B5EF4-FFF2-40B4-BE49-F238E27FC236}">
                <a16:creationId xmlns:a16="http://schemas.microsoft.com/office/drawing/2014/main" id="{CD0CC668-FA50-D511-E8A9-511DEFDBAB52}"/>
              </a:ext>
            </a:extLst>
          </p:cNvPr>
          <p:cNvSpPr txBox="1"/>
          <p:nvPr/>
        </p:nvSpPr>
        <p:spPr>
          <a:xfrm>
            <a:off x="1664099" y="6112339"/>
            <a:ext cx="2612141" cy="461665"/>
          </a:xfrm>
          <a:prstGeom prst="rect">
            <a:avLst/>
          </a:prstGeom>
          <a:noFill/>
        </p:spPr>
        <p:txBody>
          <a:bodyPr wrap="square" rtlCol="0">
            <a:spAutoFit/>
          </a:bodyPr>
          <a:lstStyle/>
          <a:p>
            <a:pPr algn="ctr"/>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Fig. Variation of loss function with number of iterations</a:t>
            </a:r>
          </a:p>
        </p:txBody>
      </p:sp>
      <mc:AlternateContent xmlns:mc="http://schemas.openxmlformats.org/markup-compatibility/2006" xmlns:a14="http://schemas.microsoft.com/office/drawing/2010/main">
        <mc:Choice Requires="a14">
          <p:sp>
            <p:nvSpPr>
              <p:cNvPr id="145" name="TextBox 144">
                <a:extLst>
                  <a:ext uri="{FF2B5EF4-FFF2-40B4-BE49-F238E27FC236}">
                    <a16:creationId xmlns:a16="http://schemas.microsoft.com/office/drawing/2014/main" id="{2480415A-4AB3-257E-9930-D7B5A31E9EBA}"/>
                  </a:ext>
                </a:extLst>
              </p:cNvPr>
              <p:cNvSpPr txBox="1"/>
              <p:nvPr/>
            </p:nvSpPr>
            <p:spPr>
              <a:xfrm>
                <a:off x="5464193" y="6112339"/>
                <a:ext cx="2599864" cy="477503"/>
              </a:xfrm>
              <a:prstGeom prst="rect">
                <a:avLst/>
              </a:prstGeom>
              <a:noFill/>
            </p:spPr>
            <p:txBody>
              <a:bodyPr wrap="square" rtlCol="0">
                <a:spAutoFit/>
              </a:bodyPr>
              <a:lstStyle/>
              <a:p>
                <a:pPr algn="ctr"/>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Fig. Predicted Density </a:t>
                </a:r>
                <a14:m>
                  <m:oMath xmlns:m="http://schemas.openxmlformats.org/officeDocument/2006/math">
                    <m:d>
                      <m:d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dPr>
                      <m:e>
                        <m:acc>
                          <m:accPr>
                            <m:chr m:val="̂"/>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accPr>
                          <m:e>
                            <m:r>
                              <a:rPr lang="en-IN" sz="120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𝜌</m:t>
                            </m:r>
                          </m:e>
                        </m:acc>
                      </m:e>
                    </m:d>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 at </a:t>
                </a:r>
                <a14:m>
                  <m:oMath xmlns:m="http://schemas.openxmlformats.org/officeDocument/2006/math">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𝑡</m:t>
                    </m:r>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=0.2</m:t>
                    </m:r>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𝑠</m:t>
                    </m:r>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a:t>
                </a:r>
              </a:p>
              <a:p>
                <a:pPr algn="ctr"/>
                <a14:m>
                  <m:oMath xmlns:m="http://schemas.openxmlformats.org/officeDocument/2006/math">
                    <m:sSub>
                      <m:sSub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𝐿</m:t>
                        </m:r>
                      </m:e>
                      <m:sub>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sub>
                    </m:sSub>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 error </a:t>
                </a:r>
                <a14:m>
                  <m:oMath xmlns:m="http://schemas.openxmlformats.org/officeDocument/2006/math">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1.</m:t>
                    </m:r>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0</m:t>
                    </m:r>
                    <m:r>
                      <a:rPr lang="en-IN" sz="120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IN" sz="120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−1</m:t>
                        </m:r>
                      </m:sup>
                    </m:sSup>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a:t>
                </a:r>
              </a:p>
            </p:txBody>
          </p:sp>
        </mc:Choice>
        <mc:Fallback xmlns="">
          <p:sp>
            <p:nvSpPr>
              <p:cNvPr id="145" name="TextBox 144">
                <a:extLst>
                  <a:ext uri="{FF2B5EF4-FFF2-40B4-BE49-F238E27FC236}">
                    <a16:creationId xmlns:a16="http://schemas.microsoft.com/office/drawing/2014/main" id="{2480415A-4AB3-257E-9930-D7B5A31E9EBA}"/>
                  </a:ext>
                </a:extLst>
              </p:cNvPr>
              <p:cNvSpPr txBox="1">
                <a:spLocks noRot="1" noChangeAspect="1" noMove="1" noResize="1" noEditPoints="1" noAdjustHandles="1" noChangeArrowheads="1" noChangeShapeType="1" noTextEdit="1"/>
              </p:cNvSpPr>
              <p:nvPr/>
            </p:nvSpPr>
            <p:spPr>
              <a:xfrm>
                <a:off x="5464193" y="6112339"/>
                <a:ext cx="2599864" cy="477503"/>
              </a:xfrm>
              <a:prstGeom prst="rect">
                <a:avLst/>
              </a:prstGeom>
              <a:blipFill>
                <a:blip r:embed="rId12"/>
                <a:stretch>
                  <a:fillRect t="-1282" b="-6410"/>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EEBDE6D7-EBD5-4A85-7F0E-3FCB3C1E929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464193" y="3552922"/>
            <a:ext cx="2599864" cy="2588087"/>
          </a:xfrm>
          <a:prstGeom prst="rect">
            <a:avLst/>
          </a:prstGeom>
        </p:spPr>
      </p:pic>
      <p:pic>
        <p:nvPicPr>
          <p:cNvPr id="9" name="Picture 8">
            <a:extLst>
              <a:ext uri="{FF2B5EF4-FFF2-40B4-BE49-F238E27FC236}">
                <a16:creationId xmlns:a16="http://schemas.microsoft.com/office/drawing/2014/main" id="{9DEB6991-26F3-48AF-0154-144924629FE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593907" y="3581594"/>
            <a:ext cx="2604760" cy="2530745"/>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22B837A-683E-2750-6862-7B47E8CB6BDE}"/>
                  </a:ext>
                </a:extLst>
              </p:cNvPr>
              <p:cNvSpPr txBox="1"/>
              <p:nvPr/>
            </p:nvSpPr>
            <p:spPr>
              <a:xfrm>
                <a:off x="8980445" y="3259200"/>
                <a:ext cx="2457532" cy="845809"/>
              </a:xfrm>
              <a:prstGeom prst="rect">
                <a:avLst/>
              </a:prstGeom>
              <a:noFill/>
            </p:spPr>
            <p:txBody>
              <a:bodyPr wrap="square" rtlCol="0">
                <a:spAutoFit/>
              </a:bodyPr>
              <a:lstStyle/>
              <a:p>
                <a:pPr algn="ctr"/>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Fig. . Distribution of training and residual points</a:t>
                </a:r>
              </a:p>
              <a:p>
                <a:pPr algn="ctr"/>
                <a14:m>
                  <m:oMathPara xmlns:m="http://schemas.openxmlformats.org/officeDocument/2006/math">
                    <m:oMathParaPr>
                      <m:jc m:val="centerGroup"/>
                    </m:oMathParaPr>
                    <m:oMath xmlns:m="http://schemas.openxmlformats.org/officeDocument/2006/math">
                      <m:sSub>
                        <m:sSub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𝑁</m:t>
                          </m:r>
                        </m:e>
                        <m:sub>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𝑓</m:t>
                          </m:r>
                        </m:sub>
                      </m:sSub>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m:t>
                      </m:r>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000</m:t>
                      </m:r>
                      <m:r>
                        <a:rPr lang="en-IN" sz="1200" i="1" dirty="0">
                          <a:solidFill>
                            <a:schemeClr val="tx1">
                              <a:lumMod val="50000"/>
                              <a:lumOff val="50000"/>
                            </a:schemeClr>
                          </a:solidFill>
                          <a:latin typeface="Cambria Math" panose="02040503050406030204" pitchFamily="18" charset="0"/>
                          <a:cs typeface="Times New Roman" panose="02020603050405020304" pitchFamily="18" charset="0"/>
                        </a:rPr>
                        <m:t> </m:t>
                      </m:r>
                    </m:oMath>
                  </m:oMathPara>
                </a14:m>
                <a:endParaRPr lang="en-IN" sz="1200" dirty="0">
                  <a:solidFill>
                    <a:schemeClr val="tx1">
                      <a:lumMod val="50000"/>
                      <a:lumOff val="50000"/>
                    </a:schemeClr>
                  </a:solidFill>
                  <a:latin typeface="Times New Roman" panose="02020603050405020304" pitchFamily="18" charset="0"/>
                  <a:cs typeface="Times New Roman" panose="02020603050405020304" pitchFamily="18" charset="0"/>
                </a:endParaRPr>
              </a:p>
              <a:p>
                <a:pPr algn="ctr"/>
                <a14:m>
                  <m:oMath xmlns:m="http://schemas.openxmlformats.org/officeDocument/2006/math">
                    <m:sSub>
                      <m:sSubPr>
                        <m:ctrlP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𝑁</m:t>
                        </m:r>
                      </m:e>
                      <m:sub>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𝑢</m:t>
                        </m:r>
                      </m:sub>
                    </m:sSub>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m:t>
                    </m:r>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r>
                      <a:rPr lang="en-IN" sz="1200" i="1" dirty="0" smtClean="0">
                        <a:solidFill>
                          <a:schemeClr val="tx1">
                            <a:lumMod val="50000"/>
                            <a:lumOff val="50000"/>
                          </a:schemeClr>
                        </a:solidFill>
                        <a:latin typeface="Cambria Math" panose="02040503050406030204" pitchFamily="18" charset="0"/>
                        <a:cs typeface="Times New Roman" panose="02020603050405020304" pitchFamily="18" charset="0"/>
                      </a:rPr>
                      <m:t>0</m:t>
                    </m:r>
                    <m:r>
                      <a:rPr lang="en-IN" sz="1200" i="1" dirty="0">
                        <a:solidFill>
                          <a:schemeClr val="tx1">
                            <a:lumMod val="50000"/>
                            <a:lumOff val="50000"/>
                          </a:schemeClr>
                        </a:solidFill>
                        <a:latin typeface="Cambria Math" panose="02040503050406030204" pitchFamily="18" charset="0"/>
                        <a:cs typeface="Times New Roman" panose="02020603050405020304" pitchFamily="18" charset="0"/>
                      </a:rPr>
                      <m:t>0</m:t>
                    </m:r>
                  </m:oMath>
                </a14:m>
                <a:r>
                  <a:rPr lang="en-IN" sz="1200" dirty="0">
                    <a:solidFill>
                      <a:schemeClr val="tx1">
                        <a:lumMod val="50000"/>
                        <a:lumOff val="50000"/>
                      </a:schemeClr>
                    </a:solidFill>
                    <a:latin typeface="Times New Roman" panose="02020603050405020304" pitchFamily="18" charset="0"/>
                    <a:cs typeface="Times New Roman" panose="02020603050405020304" pitchFamily="18" charset="0"/>
                  </a:rPr>
                  <a:t> </a:t>
                </a:r>
              </a:p>
            </p:txBody>
          </p:sp>
        </mc:Choice>
        <mc:Fallback xmlns="">
          <p:sp>
            <p:nvSpPr>
              <p:cNvPr id="2" name="TextBox 1">
                <a:extLst>
                  <a:ext uri="{FF2B5EF4-FFF2-40B4-BE49-F238E27FC236}">
                    <a16:creationId xmlns:a16="http://schemas.microsoft.com/office/drawing/2014/main" id="{122B837A-683E-2750-6862-7B47E8CB6BDE}"/>
                  </a:ext>
                </a:extLst>
              </p:cNvPr>
              <p:cNvSpPr txBox="1">
                <a:spLocks noRot="1" noChangeAspect="1" noMove="1" noResize="1" noEditPoints="1" noAdjustHandles="1" noChangeArrowheads="1" noChangeShapeType="1" noTextEdit="1"/>
              </p:cNvSpPr>
              <p:nvPr/>
            </p:nvSpPr>
            <p:spPr>
              <a:xfrm>
                <a:off x="8980445" y="3259200"/>
                <a:ext cx="2457532" cy="845809"/>
              </a:xfrm>
              <a:prstGeom prst="rect">
                <a:avLst/>
              </a:prstGeom>
              <a:blipFill>
                <a:blip r:embed="rId15"/>
                <a:stretch>
                  <a:fillRect t="-725"/>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66428501-F3B0-C037-49B6-9477FFC62752}"/>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980445" y="874495"/>
            <a:ext cx="2457532" cy="2410853"/>
          </a:xfrm>
          <a:prstGeom prst="rect">
            <a:avLst/>
          </a:prstGeom>
        </p:spPr>
      </p:pic>
    </p:spTree>
    <p:extLst>
      <p:ext uri="{BB962C8B-B14F-4D97-AF65-F5344CB8AC3E}">
        <p14:creationId xmlns:p14="http://schemas.microsoft.com/office/powerpoint/2010/main" val="1188535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11</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10886"/>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Sod Shock Tube Problem</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C9FCD15-8818-FF15-E7F0-BE1EC8534C69}"/>
                  </a:ext>
                </a:extLst>
              </p:cNvPr>
              <p:cNvSpPr txBox="1"/>
              <p:nvPr/>
            </p:nvSpPr>
            <p:spPr>
              <a:xfrm>
                <a:off x="922377" y="477951"/>
                <a:ext cx="10515600" cy="1210973"/>
              </a:xfrm>
              <a:prstGeom prst="rect">
                <a:avLst/>
              </a:prstGeom>
              <a:noFill/>
            </p:spPr>
            <p:txBody>
              <a:bodyPr wrap="square" rtlCol="0">
                <a:spAutoFit/>
              </a:bodyPr>
              <a:lstStyle/>
              <a:p>
                <a:r>
                  <a:rPr lang="en-IN" sz="1600" u="sng" dirty="0">
                    <a:solidFill>
                      <a:srgbClr val="FF0000"/>
                    </a:solidFill>
                    <a:latin typeface="Times New Roman" panose="02020603050405020304" pitchFamily="18" charset="0"/>
                    <a:cs typeface="Times New Roman" panose="02020603050405020304" pitchFamily="18" charset="0"/>
                  </a:rPr>
                  <a:t>Domain Extension Weighted PINNs</a:t>
                </a:r>
                <a:endParaRPr lang="en-IN" sz="1400" u="sng" dirty="0">
                  <a:solidFill>
                    <a:srgbClr val="FF0000"/>
                  </a:solidFill>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
                    </m:oMathParaPr>
                    <m:oMath xmlns:m="http://schemas.openxmlformats.org/officeDocument/2006/math">
                      <m:sSub>
                        <m:sSubPr>
                          <m:ctrlPr>
                            <a:rPr lang="en-IN" sz="1400" i="1" dirty="0" smtClean="0">
                              <a:latin typeface="Cambria Math" panose="02040503050406030204" pitchFamily="18" charset="0"/>
                            </a:rPr>
                          </m:ctrlPr>
                        </m:sSubPr>
                        <m:e>
                          <m:r>
                            <a:rPr lang="en-IN" sz="1400" b="0" i="1" dirty="0" smtClean="0">
                              <a:latin typeface="Cambria Math" panose="02040503050406030204" pitchFamily="18" charset="0"/>
                            </a:rPr>
                            <m:t>𝑀𝑆𝐸</m:t>
                          </m:r>
                        </m:e>
                        <m:sub>
                          <m:r>
                            <a:rPr lang="en-IN" sz="1400" b="0" i="1" dirty="0" smtClean="0">
                              <a:latin typeface="Cambria Math" panose="02040503050406030204" pitchFamily="18" charset="0"/>
                            </a:rPr>
                            <m:t>𝑇𝑜𝑡𝑎𝑙</m:t>
                          </m:r>
                          <m:r>
                            <a:rPr lang="en-IN" sz="1400" b="0" i="1" dirty="0" smtClean="0">
                              <a:latin typeface="Cambria Math" panose="02040503050406030204" pitchFamily="18" charset="0"/>
                            </a:rPr>
                            <m:t> </m:t>
                          </m:r>
                          <m:r>
                            <a:rPr lang="en-IN" sz="1400" b="0" i="1" dirty="0" smtClean="0">
                              <a:latin typeface="Cambria Math" panose="02040503050406030204" pitchFamily="18" charset="0"/>
                            </a:rPr>
                            <m:t>𝐿𝑜𝑠𝑠</m:t>
                          </m:r>
                        </m:sub>
                      </m:sSub>
                      <m:r>
                        <a:rPr lang="en-IN" sz="1400" b="0" i="1" dirty="0" smtClean="0">
                          <a:latin typeface="Cambria Math" panose="02040503050406030204" pitchFamily="18" charset="0"/>
                        </a:rPr>
                        <m:t>=</m:t>
                      </m:r>
                      <m:sSub>
                        <m:sSubPr>
                          <m:ctrlPr>
                            <a:rPr lang="en-IN" sz="1400" b="0" i="1" dirty="0" smtClean="0">
                              <a:latin typeface="Cambria Math" panose="02040503050406030204" pitchFamily="18" charset="0"/>
                            </a:rPr>
                          </m:ctrlPr>
                        </m:sSubPr>
                        <m:e>
                          <m:sSub>
                            <m:sSubPr>
                              <m:ctrlPr>
                                <a:rPr lang="en-IN" sz="1400" b="0" i="1" dirty="0" smtClean="0">
                                  <a:latin typeface="Cambria Math" panose="02040503050406030204" pitchFamily="18" charset="0"/>
                                </a:rPr>
                              </m:ctrlPr>
                            </m:sSubPr>
                            <m:e>
                              <m:r>
                                <a:rPr lang="en-IN" sz="1400" b="0" i="1" dirty="0" smtClean="0">
                                  <a:latin typeface="Cambria Math" panose="02040503050406030204" pitchFamily="18" charset="0"/>
                                  <a:ea typeface="Cambria Math" panose="02040503050406030204" pitchFamily="18" charset="0"/>
                                </a:rPr>
                                <m:t>𝜔</m:t>
                              </m:r>
                            </m:e>
                            <m:sub>
                              <m:r>
                                <a:rPr lang="en-IN" sz="1400" b="0" i="1" dirty="0" smtClean="0">
                                  <a:latin typeface="Cambria Math" panose="02040503050406030204" pitchFamily="18" charset="0"/>
                                </a:rPr>
                                <m:t>𝑓</m:t>
                              </m:r>
                            </m:sub>
                          </m:sSub>
                          <m:r>
                            <a:rPr lang="en-IN" sz="1400" b="0" i="1" dirty="0" smtClean="0">
                              <a:latin typeface="Cambria Math" panose="02040503050406030204" pitchFamily="18" charset="0"/>
                            </a:rPr>
                            <m:t>𝑀𝑆𝐸</m:t>
                          </m:r>
                        </m:e>
                        <m:sub>
                          <m:r>
                            <a:rPr lang="en-IN" sz="1400" b="0" i="1" dirty="0" smtClean="0">
                              <a:latin typeface="Cambria Math" panose="02040503050406030204" pitchFamily="18" charset="0"/>
                            </a:rPr>
                            <m:t>𝑃𝐷𝐸</m:t>
                          </m:r>
                        </m:sub>
                      </m:sSub>
                      <m:r>
                        <a:rPr lang="en-IN" sz="1400" b="0" i="1" dirty="0" smtClean="0">
                          <a:latin typeface="Cambria Math" panose="02040503050406030204" pitchFamily="18" charset="0"/>
                        </a:rPr>
                        <m:t>+</m:t>
                      </m:r>
                      <m:sSub>
                        <m:sSubPr>
                          <m:ctrlPr>
                            <a:rPr lang="en-IN" sz="1400" b="0" i="1" dirty="0" smtClean="0">
                              <a:latin typeface="Cambria Math" panose="02040503050406030204" pitchFamily="18" charset="0"/>
                            </a:rPr>
                          </m:ctrlPr>
                        </m:sSubPr>
                        <m:e>
                          <m:sSub>
                            <m:sSubPr>
                              <m:ctrlPr>
                                <a:rPr lang="en-IN" sz="1400" b="0" i="1" dirty="0" smtClean="0">
                                  <a:latin typeface="Cambria Math" panose="02040503050406030204" pitchFamily="18" charset="0"/>
                                </a:rPr>
                              </m:ctrlPr>
                            </m:sSubPr>
                            <m:e>
                              <m:r>
                                <a:rPr lang="en-IN" sz="1400" b="0" i="1" dirty="0" smtClean="0">
                                  <a:latin typeface="Cambria Math" panose="02040503050406030204" pitchFamily="18" charset="0"/>
                                  <a:ea typeface="Cambria Math" panose="02040503050406030204" pitchFamily="18" charset="0"/>
                                </a:rPr>
                                <m:t>𝜔</m:t>
                              </m:r>
                            </m:e>
                            <m:sub>
                              <m:r>
                                <a:rPr lang="en-IN" sz="1400" b="0" i="1" dirty="0" smtClean="0">
                                  <a:latin typeface="Cambria Math" panose="02040503050406030204" pitchFamily="18" charset="0"/>
                                </a:rPr>
                                <m:t>𝑢</m:t>
                              </m:r>
                            </m:sub>
                          </m:sSub>
                          <m:r>
                            <a:rPr lang="en-IN" sz="1400" b="0" i="1" dirty="0" smtClean="0">
                              <a:latin typeface="Cambria Math" panose="02040503050406030204" pitchFamily="18" charset="0"/>
                            </a:rPr>
                            <m:t>𝑀𝑆𝐸</m:t>
                          </m:r>
                        </m:e>
                        <m:sub>
                          <m:r>
                            <a:rPr lang="en-IN" sz="1400" b="0" i="1" dirty="0" smtClean="0">
                              <a:latin typeface="Cambria Math" panose="02040503050406030204" pitchFamily="18" charset="0"/>
                            </a:rPr>
                            <m:t>𝐼𝐶</m:t>
                          </m:r>
                        </m:sub>
                      </m:sSub>
                      <m:r>
                        <a:rPr lang="en-IN" sz="1400" b="0" i="1" dirty="0" smtClean="0">
                          <a:latin typeface="Cambria Math" panose="02040503050406030204" pitchFamily="18" charset="0"/>
                        </a:rPr>
                        <m:t>+</m:t>
                      </m:r>
                      <m:sSub>
                        <m:sSubPr>
                          <m:ctrlPr>
                            <a:rPr lang="en-IN" sz="1400" b="0" i="1" dirty="0" smtClean="0">
                              <a:latin typeface="Cambria Math" panose="02040503050406030204" pitchFamily="18" charset="0"/>
                            </a:rPr>
                          </m:ctrlPr>
                        </m:sSubPr>
                        <m:e>
                          <m:r>
                            <a:rPr lang="en-IN" sz="1400" b="0" i="1" dirty="0" smtClean="0">
                              <a:latin typeface="Cambria Math" panose="02040503050406030204" pitchFamily="18" charset="0"/>
                              <a:ea typeface="Cambria Math" panose="02040503050406030204" pitchFamily="18" charset="0"/>
                            </a:rPr>
                            <m:t>𝜔</m:t>
                          </m:r>
                        </m:e>
                        <m:sub>
                          <m:r>
                            <a:rPr lang="en-IN" sz="1400" b="0" i="1" dirty="0" smtClean="0">
                              <a:latin typeface="Cambria Math" panose="02040503050406030204" pitchFamily="18" charset="0"/>
                            </a:rPr>
                            <m:t>𝑢</m:t>
                          </m:r>
                        </m:sub>
                      </m:sSub>
                      <m:sSub>
                        <m:sSubPr>
                          <m:ctrlPr>
                            <a:rPr lang="en-IN" sz="1400" b="0" i="1" dirty="0" smtClean="0">
                              <a:latin typeface="Cambria Math" panose="02040503050406030204" pitchFamily="18" charset="0"/>
                            </a:rPr>
                          </m:ctrlPr>
                        </m:sSubPr>
                        <m:e>
                          <m:r>
                            <a:rPr lang="en-IN" sz="1400" b="0" i="1" dirty="0" smtClean="0">
                              <a:latin typeface="Cambria Math" panose="02040503050406030204" pitchFamily="18" charset="0"/>
                            </a:rPr>
                            <m:t>𝑀𝑆𝐸</m:t>
                          </m:r>
                        </m:e>
                        <m:sub>
                          <m:r>
                            <a:rPr lang="en-IN" sz="1400" b="0" i="1" dirty="0" smtClean="0">
                              <a:latin typeface="Cambria Math" panose="02040503050406030204" pitchFamily="18" charset="0"/>
                            </a:rPr>
                            <m:t>𝐵𝐶</m:t>
                          </m:r>
                        </m:sub>
                      </m:sSub>
                    </m:oMath>
                  </m:oMathPara>
                </a14:m>
                <a:endParaRPr lang="en-IN" sz="1400" dirty="0"/>
              </a:p>
              <a:p>
                <a:pPr algn="ctr"/>
                <a:endParaRPr lang="en-IN" sz="100" dirty="0"/>
              </a:p>
              <a:p>
                <a:pPr/>
                <a14:m>
                  <m:oMathPara xmlns:m="http://schemas.openxmlformats.org/officeDocument/2006/math">
                    <m:oMathParaPr>
                      <m:jc m:val="center"/>
                    </m:oMathParaPr>
                    <m:oMath xmlns:m="http://schemas.openxmlformats.org/officeDocument/2006/math">
                      <m:sSub>
                        <m:sSubPr>
                          <m:ctrlPr>
                            <a:rPr lang="en-IN" sz="1400" i="1" dirty="0" smtClean="0">
                              <a:latin typeface="Cambria Math" panose="02040503050406030204" pitchFamily="18" charset="0"/>
                            </a:rPr>
                          </m:ctrlPr>
                        </m:sSubPr>
                        <m:e>
                          <m:r>
                            <a:rPr lang="en-IN" sz="1400" b="0" i="1" dirty="0" smtClean="0">
                              <a:latin typeface="Cambria Math" panose="02040503050406030204" pitchFamily="18" charset="0"/>
                            </a:rPr>
                            <m:t>𝑀𝑆𝐸</m:t>
                          </m:r>
                        </m:e>
                        <m:sub>
                          <m:r>
                            <a:rPr lang="en-IN" sz="1400" b="0" i="1" dirty="0" smtClean="0">
                              <a:latin typeface="Cambria Math" panose="02040503050406030204" pitchFamily="18" charset="0"/>
                            </a:rPr>
                            <m:t>𝑇𝑜𝑡𝑎𝑙</m:t>
                          </m:r>
                          <m:r>
                            <a:rPr lang="en-IN" sz="1400" b="0" i="1" dirty="0" smtClean="0">
                              <a:latin typeface="Cambria Math" panose="02040503050406030204" pitchFamily="18" charset="0"/>
                            </a:rPr>
                            <m:t> </m:t>
                          </m:r>
                          <m:r>
                            <a:rPr lang="en-IN" sz="1400" b="0" i="1" dirty="0" smtClean="0">
                              <a:latin typeface="Cambria Math" panose="02040503050406030204" pitchFamily="18" charset="0"/>
                            </a:rPr>
                            <m:t>𝐿𝑜𝑠𝑠</m:t>
                          </m:r>
                        </m:sub>
                      </m:sSub>
                      <m:r>
                        <a:rPr lang="en-IN" sz="1400" b="0" i="1" dirty="0" smtClean="0">
                          <a:latin typeface="Cambria Math" panose="02040503050406030204" pitchFamily="18" charset="0"/>
                        </a:rPr>
                        <m:t>=</m:t>
                      </m:r>
                      <m:f>
                        <m:fPr>
                          <m:ctrlPr>
                            <a:rPr lang="en-IN" sz="1400" i="1" dirty="0">
                              <a:latin typeface="Cambria Math" panose="02040503050406030204" pitchFamily="18" charset="0"/>
                              <a:cs typeface="Times New Roman" panose="02020603050405020304" pitchFamily="18" charset="0"/>
                            </a:rPr>
                          </m:ctrlPr>
                        </m:fPr>
                        <m:num>
                          <m:sSub>
                            <m:sSubPr>
                              <m:ctrlPr>
                                <a:rPr lang="en-IN" sz="1400" i="1" dirty="0" smtClean="0">
                                  <a:latin typeface="Cambria Math" panose="02040503050406030204" pitchFamily="18" charset="0"/>
                                  <a:cs typeface="Times New Roman" panose="02020603050405020304" pitchFamily="18" charset="0"/>
                                </a:rPr>
                              </m:ctrlPr>
                            </m:sSubPr>
                            <m:e>
                              <m:r>
                                <a:rPr lang="en-IN" sz="1400" i="1" dirty="0" smtClean="0">
                                  <a:latin typeface="Cambria Math" panose="02040503050406030204" pitchFamily="18" charset="0"/>
                                  <a:ea typeface="Cambria Math" panose="02040503050406030204" pitchFamily="18" charset="0"/>
                                  <a:cs typeface="Times New Roman" panose="02020603050405020304" pitchFamily="18" charset="0"/>
                                </a:rPr>
                                <m:t>𝜔</m:t>
                              </m:r>
                            </m:e>
                            <m:sub>
                              <m:r>
                                <a:rPr lang="en-IN" sz="1400" b="0" i="1" dirty="0" smtClean="0">
                                  <a:latin typeface="Cambria Math" panose="02040503050406030204" pitchFamily="18" charset="0"/>
                                  <a:cs typeface="Times New Roman" panose="02020603050405020304" pitchFamily="18" charset="0"/>
                                </a:rPr>
                                <m:t>𝑓</m:t>
                              </m:r>
                            </m:sub>
                          </m:sSub>
                        </m:num>
                        <m:den>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𝑓</m:t>
                              </m:r>
                            </m:sub>
                          </m:sSub>
                        </m:den>
                      </m:f>
                      <m:nary>
                        <m:naryPr>
                          <m:chr m:val="∑"/>
                          <m:ctrlPr>
                            <a:rPr lang="en-IN" sz="1400" i="1" dirty="0">
                              <a:latin typeface="Cambria Math" panose="02040503050406030204" pitchFamily="18" charset="0"/>
                              <a:cs typeface="Times New Roman" panose="02020603050405020304" pitchFamily="18" charset="0"/>
                            </a:rPr>
                          </m:ctrlPr>
                        </m:naryPr>
                        <m:sub>
                          <m:r>
                            <m:rPr>
                              <m:brk m:alnAt="23"/>
                            </m:rPr>
                            <a:rPr lang="en-IN" sz="1400" i="1" dirty="0">
                              <a:latin typeface="Cambria Math" panose="02040503050406030204" pitchFamily="18" charset="0"/>
                              <a:cs typeface="Times New Roman" panose="02020603050405020304" pitchFamily="18" charset="0"/>
                            </a:rPr>
                            <m:t>𝑖</m:t>
                          </m:r>
                          <m:r>
                            <a:rPr lang="en-IN" sz="1400" i="1" dirty="0">
                              <a:latin typeface="Cambria Math" panose="02040503050406030204" pitchFamily="18" charset="0"/>
                              <a:cs typeface="Times New Roman" panose="02020603050405020304" pitchFamily="18" charset="0"/>
                            </a:rPr>
                            <m:t>=1</m:t>
                          </m:r>
                        </m:sub>
                        <m:sup>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𝑓</m:t>
                              </m:r>
                            </m:sub>
                          </m:sSub>
                        </m:sup>
                        <m:e>
                          <m:sSup>
                            <m:sSupPr>
                              <m:ctrlPr>
                                <a:rPr lang="en-IN" sz="1400" i="1" dirty="0">
                                  <a:latin typeface="Cambria Math" panose="02040503050406030204" pitchFamily="18" charset="0"/>
                                  <a:cs typeface="Times New Roman" panose="02020603050405020304" pitchFamily="18" charset="0"/>
                                </a:rPr>
                              </m:ctrlPr>
                            </m:sSupPr>
                            <m:e>
                              <m:d>
                                <m:dPr>
                                  <m:begChr m:val="|"/>
                                  <m:endChr m:val="|"/>
                                  <m:ctrlPr>
                                    <a:rPr lang="en-IN" sz="1400" i="1" dirty="0">
                                      <a:latin typeface="Cambria Math" panose="02040503050406030204" pitchFamily="18" charset="0"/>
                                      <a:cs typeface="Times New Roman" panose="02020603050405020304" pitchFamily="18" charset="0"/>
                                    </a:rPr>
                                  </m:ctrlPr>
                                </m:dPr>
                                <m:e>
                                  <m:f>
                                    <m:fPr>
                                      <m:ctrlPr>
                                        <a:rPr lang="en-IN" sz="1400" i="1">
                                          <a:latin typeface="Cambria Math" panose="02040503050406030204" pitchFamily="18" charset="0"/>
                                          <a:cs typeface="Times New Roman" panose="02020603050405020304" pitchFamily="18" charset="0"/>
                                        </a:rPr>
                                      </m:ctrlPr>
                                    </m:fPr>
                                    <m:num>
                                      <m:r>
                                        <a:rPr lang="en-IN" sz="14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i="1">
                                          <a:latin typeface="Cambria Math" panose="02040503050406030204" pitchFamily="18" charset="0"/>
                                          <a:ea typeface="Cambria Math" panose="02040503050406030204" pitchFamily="18" charset="0"/>
                                          <a:cs typeface="Times New Roman" panose="02020603050405020304" pitchFamily="18" charset="0"/>
                                        </a:rPr>
                                        <m:t>𝑡</m:t>
                                      </m:r>
                                    </m:den>
                                  </m:f>
                                  <m:r>
                                    <a:rPr lang="en-IN" sz="1400" i="1">
                                      <a:latin typeface="Cambria Math" panose="02040503050406030204" pitchFamily="18" charset="0"/>
                                      <a:cs typeface="Times New Roman" panose="02020603050405020304" pitchFamily="18" charset="0"/>
                                    </a:rPr>
                                    <m:t>+</m:t>
                                  </m:r>
                                  <m:r>
                                    <a:rPr lang="en-IN" sz="1400" b="1" i="1">
                                      <a:latin typeface="Cambria Math" panose="02040503050406030204" pitchFamily="18" charset="0"/>
                                      <a:cs typeface="Times New Roman" panose="02020603050405020304" pitchFamily="18" charset="0"/>
                                    </a:rPr>
                                    <m:t>𝑨</m:t>
                                  </m:r>
                                  <m:f>
                                    <m:fPr>
                                      <m:ctrlPr>
                                        <a:rPr lang="en-IN" sz="1400" i="1">
                                          <a:latin typeface="Cambria Math" panose="02040503050406030204" pitchFamily="18" charset="0"/>
                                          <a:cs typeface="Times New Roman" panose="02020603050405020304" pitchFamily="18" charset="0"/>
                                        </a:rPr>
                                      </m:ctrlPr>
                                    </m:fPr>
                                    <m:num>
                                      <m:r>
                                        <a:rPr lang="en-IN" sz="14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e>
                                      </m:acc>
                                    </m:num>
                                    <m:den>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i="1">
                                          <a:latin typeface="Cambria Math" panose="02040503050406030204" pitchFamily="18" charset="0"/>
                                          <a:ea typeface="Cambria Math" panose="02040503050406030204" pitchFamily="18" charset="0"/>
                                          <a:cs typeface="Times New Roman" panose="02020603050405020304" pitchFamily="18" charset="0"/>
                                        </a:rPr>
                                        <m:t>𝑥</m:t>
                                      </m:r>
                                    </m:den>
                                  </m:f>
                                  <m:r>
                                    <a:rPr lang="en-IN" sz="1400" i="1" dirty="0">
                                      <a:latin typeface="Cambria Math" panose="02040503050406030204" pitchFamily="18" charset="0"/>
                                    </a:rPr>
                                    <m:t>−0</m:t>
                                  </m:r>
                                </m:e>
                              </m:d>
                            </m:e>
                            <m:sup>
                              <m:r>
                                <a:rPr lang="en-IN" sz="1400" i="1" dirty="0">
                                  <a:latin typeface="Cambria Math" panose="02040503050406030204" pitchFamily="18" charset="0"/>
                                  <a:cs typeface="Times New Roman" panose="02020603050405020304" pitchFamily="18" charset="0"/>
                                </a:rPr>
                                <m:t>2</m:t>
                              </m:r>
                            </m:sup>
                          </m:sSup>
                          <m:r>
                            <a:rPr lang="en-IN" sz="1400" b="0" i="1" dirty="0" smtClean="0">
                              <a:latin typeface="Cambria Math" panose="02040503050406030204" pitchFamily="18" charset="0"/>
                              <a:cs typeface="Times New Roman" panose="02020603050405020304" pitchFamily="18" charset="0"/>
                            </a:rPr>
                            <m:t>+</m:t>
                          </m:r>
                          <m:f>
                            <m:fPr>
                              <m:ctrlPr>
                                <a:rPr lang="en-IN" sz="1400" i="1" dirty="0">
                                  <a:latin typeface="Cambria Math" panose="02040503050406030204" pitchFamily="18" charset="0"/>
                                  <a:cs typeface="Times New Roman" panose="02020603050405020304" pitchFamily="18" charset="0"/>
                                </a:rPr>
                              </m:ctrlPr>
                            </m:fPr>
                            <m:num>
                              <m:sSub>
                                <m:sSubPr>
                                  <m:ctrlPr>
                                    <a:rPr lang="en-IN" sz="1400" i="1" dirty="0" smtClean="0">
                                      <a:latin typeface="Cambria Math" panose="02040503050406030204" pitchFamily="18" charset="0"/>
                                      <a:cs typeface="Times New Roman" panose="02020603050405020304" pitchFamily="18" charset="0"/>
                                    </a:rPr>
                                  </m:ctrlPr>
                                </m:sSubPr>
                                <m:e>
                                  <m:r>
                                    <a:rPr lang="en-IN" sz="1400" i="1" dirty="0" smtClean="0">
                                      <a:latin typeface="Cambria Math" panose="02040503050406030204" pitchFamily="18" charset="0"/>
                                      <a:ea typeface="Cambria Math" panose="02040503050406030204" pitchFamily="18" charset="0"/>
                                      <a:cs typeface="Times New Roman" panose="02020603050405020304" pitchFamily="18" charset="0"/>
                                    </a:rPr>
                                    <m:t>𝜔</m:t>
                                  </m:r>
                                </m:e>
                                <m:sub>
                                  <m:r>
                                    <a:rPr lang="en-IN" sz="1400" b="0" i="1" dirty="0" smtClean="0">
                                      <a:latin typeface="Cambria Math" panose="02040503050406030204" pitchFamily="18" charset="0"/>
                                      <a:cs typeface="Times New Roman" panose="02020603050405020304" pitchFamily="18" charset="0"/>
                                    </a:rPr>
                                    <m:t>𝑢</m:t>
                                  </m:r>
                                </m:sub>
                              </m:sSub>
                            </m:num>
                            <m:den>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den>
                          </m:f>
                          <m:nary>
                            <m:naryPr>
                              <m:chr m:val="∑"/>
                              <m:ctrlPr>
                                <a:rPr lang="en-IN" sz="1400" i="1" dirty="0">
                                  <a:latin typeface="Cambria Math" panose="02040503050406030204" pitchFamily="18" charset="0"/>
                                  <a:cs typeface="Times New Roman" panose="02020603050405020304" pitchFamily="18" charset="0"/>
                                </a:rPr>
                              </m:ctrlPr>
                            </m:naryPr>
                            <m:sub>
                              <m:r>
                                <m:rPr>
                                  <m:brk m:alnAt="23"/>
                                </m:rPr>
                                <a:rPr lang="en-IN" sz="1400" i="1" dirty="0">
                                  <a:latin typeface="Cambria Math" panose="02040503050406030204" pitchFamily="18" charset="0"/>
                                  <a:cs typeface="Times New Roman" panose="02020603050405020304" pitchFamily="18" charset="0"/>
                                </a:rPr>
                                <m:t>𝑖</m:t>
                              </m:r>
                              <m:r>
                                <a:rPr lang="en-IN" sz="1400" i="1" dirty="0">
                                  <a:latin typeface="Cambria Math" panose="02040503050406030204" pitchFamily="18" charset="0"/>
                                  <a:cs typeface="Times New Roman" panose="02020603050405020304" pitchFamily="18" charset="0"/>
                                </a:rPr>
                                <m:t>=1</m:t>
                              </m:r>
                            </m:sub>
                            <m:sup>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sup>
                            <m:e>
                              <m:sSup>
                                <m:sSupPr>
                                  <m:ctrlPr>
                                    <a:rPr lang="en-IN" sz="1400" i="1" dirty="0">
                                      <a:latin typeface="Cambria Math" panose="02040503050406030204" pitchFamily="18" charset="0"/>
                                      <a:cs typeface="Times New Roman" panose="02020603050405020304" pitchFamily="18" charset="0"/>
                                    </a:rPr>
                                  </m:ctrlPr>
                                </m:sSupPr>
                                <m:e>
                                  <m:d>
                                    <m:dPr>
                                      <m:begChr m:val="|"/>
                                      <m:endChr m:val="|"/>
                                      <m:ctrlPr>
                                        <a:rPr lang="en-IN" sz="1400" i="1" dirty="0">
                                          <a:latin typeface="Cambria Math" panose="02040503050406030204" pitchFamily="18" charset="0"/>
                                          <a:cs typeface="Times New Roman" panose="02020603050405020304" pitchFamily="18" charset="0"/>
                                        </a:rPr>
                                      </m:ctrlPr>
                                    </m:dPr>
                                    <m:e>
                                      <m:acc>
                                        <m:accPr>
                                          <m:chr m:val="̂"/>
                                          <m:ctrlPr>
                                            <a:rPr lang="en-I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400" i="1">
                                              <a:latin typeface="Cambria Math" panose="02040503050406030204" pitchFamily="18" charset="0"/>
                                              <a:ea typeface="Cambria Math" panose="02040503050406030204" pitchFamily="18" charset="0"/>
                                              <a:cs typeface="Times New Roman" panose="02020603050405020304" pitchFamily="18" charset="0"/>
                                            </a:rPr>
                                          </m:ctrlPr>
                                        </m:dPr>
                                        <m:e>
                                          <m:r>
                                            <a:rPr lang="en-IN" sz="1400" i="1">
                                              <a:latin typeface="Cambria Math" panose="02040503050406030204" pitchFamily="18" charset="0"/>
                                              <a:ea typeface="Cambria Math" panose="02040503050406030204" pitchFamily="18" charset="0"/>
                                              <a:cs typeface="Times New Roman" panose="02020603050405020304" pitchFamily="18" charset="0"/>
                                            </a:rPr>
                                            <m:t>𝑥</m:t>
                                          </m:r>
                                          <m:r>
                                            <a:rPr lang="en-IN" sz="1400" i="1">
                                              <a:latin typeface="Cambria Math" panose="02040503050406030204" pitchFamily="18" charset="0"/>
                                              <a:ea typeface="Cambria Math" panose="02040503050406030204" pitchFamily="18" charset="0"/>
                                              <a:cs typeface="Times New Roman" panose="02020603050405020304" pitchFamily="18" charset="0"/>
                                            </a:rPr>
                                            <m:t>,0</m:t>
                                          </m:r>
                                        </m:e>
                                      </m:d>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i="1">
                                          <a:latin typeface="Cambria Math" panose="02040503050406030204" pitchFamily="18" charset="0"/>
                                          <a:ea typeface="Cambria Math" panose="02040503050406030204" pitchFamily="18" charset="0"/>
                                          <a:cs typeface="Times New Roman" panose="02020603050405020304" pitchFamily="18" charset="0"/>
                                        </a:rPr>
                                        <m:t>𝑥</m:t>
                                      </m:r>
                                      <m:r>
                                        <a:rPr lang="en-IN" sz="1400" i="1">
                                          <a:latin typeface="Cambria Math" panose="02040503050406030204" pitchFamily="18" charset="0"/>
                                          <a:ea typeface="Cambria Math" panose="02040503050406030204" pitchFamily="18" charset="0"/>
                                          <a:cs typeface="Times New Roman" panose="02020603050405020304" pitchFamily="18" charset="0"/>
                                        </a:rPr>
                                        <m:t>,0)</m:t>
                                      </m:r>
                                    </m:e>
                                  </m:d>
                                </m:e>
                                <m:sup>
                                  <m:r>
                                    <a:rPr lang="en-IN" sz="1400" i="1" dirty="0">
                                      <a:latin typeface="Cambria Math" panose="02040503050406030204" pitchFamily="18" charset="0"/>
                                      <a:cs typeface="Times New Roman" panose="02020603050405020304" pitchFamily="18" charset="0"/>
                                    </a:rPr>
                                    <m:t>2</m:t>
                                  </m:r>
                                </m:sup>
                              </m:sSup>
                            </m:e>
                          </m:nary>
                        </m:e>
                      </m:nary>
                      <m:r>
                        <a:rPr lang="en-IN" sz="1400" b="0" i="1" dirty="0" smtClean="0">
                          <a:latin typeface="Cambria Math" panose="02040503050406030204" pitchFamily="18" charset="0"/>
                          <a:cs typeface="Times New Roman" panose="02020603050405020304" pitchFamily="18" charset="0"/>
                        </a:rPr>
                        <m:t>+</m:t>
                      </m:r>
                      <m:f>
                        <m:fPr>
                          <m:ctrlPr>
                            <a:rPr lang="en-IN" sz="1400" i="1" dirty="0" smtClean="0">
                              <a:latin typeface="Cambria Math" panose="02040503050406030204" pitchFamily="18" charset="0"/>
                              <a:cs typeface="Times New Roman" panose="02020603050405020304" pitchFamily="18" charset="0"/>
                            </a:rPr>
                          </m:ctrlPr>
                        </m:fPr>
                        <m:num>
                          <m:sSub>
                            <m:sSubPr>
                              <m:ctrlPr>
                                <a:rPr lang="en-IN" sz="1400" i="1" dirty="0" smtClean="0">
                                  <a:latin typeface="Cambria Math" panose="02040503050406030204" pitchFamily="18" charset="0"/>
                                  <a:cs typeface="Times New Roman" panose="02020603050405020304" pitchFamily="18" charset="0"/>
                                </a:rPr>
                              </m:ctrlPr>
                            </m:sSubPr>
                            <m:e>
                              <m:r>
                                <a:rPr lang="en-IN" sz="1400" i="1" dirty="0" smtClean="0">
                                  <a:latin typeface="Cambria Math" panose="02040503050406030204" pitchFamily="18" charset="0"/>
                                  <a:ea typeface="Cambria Math" panose="02040503050406030204" pitchFamily="18" charset="0"/>
                                  <a:cs typeface="Times New Roman" panose="02020603050405020304" pitchFamily="18" charset="0"/>
                                </a:rPr>
                                <m:t>𝜔</m:t>
                              </m:r>
                            </m:e>
                            <m:sub>
                              <m:r>
                                <a:rPr lang="en-IN" sz="1400" b="0" i="1" dirty="0" smtClean="0">
                                  <a:latin typeface="Cambria Math" panose="02040503050406030204" pitchFamily="18" charset="0"/>
                                  <a:cs typeface="Times New Roman" panose="02020603050405020304" pitchFamily="18" charset="0"/>
                                </a:rPr>
                                <m:t>𝑢</m:t>
                              </m:r>
                            </m:sub>
                          </m:sSub>
                        </m:num>
                        <m:den>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den>
                      </m:f>
                      <m:nary>
                        <m:naryPr>
                          <m:chr m:val="∑"/>
                          <m:ctrlPr>
                            <a:rPr lang="en-IN" sz="1400" i="1" dirty="0">
                              <a:latin typeface="Cambria Math" panose="02040503050406030204" pitchFamily="18" charset="0"/>
                              <a:cs typeface="Times New Roman" panose="02020603050405020304" pitchFamily="18" charset="0"/>
                            </a:rPr>
                          </m:ctrlPr>
                        </m:naryPr>
                        <m:sub>
                          <m:r>
                            <m:rPr>
                              <m:brk m:alnAt="23"/>
                            </m:rPr>
                            <a:rPr lang="en-IN" sz="1400" i="1" dirty="0">
                              <a:latin typeface="Cambria Math" panose="02040503050406030204" pitchFamily="18" charset="0"/>
                              <a:cs typeface="Times New Roman" panose="02020603050405020304" pitchFamily="18" charset="0"/>
                            </a:rPr>
                            <m:t>𝑖</m:t>
                          </m:r>
                          <m:r>
                            <a:rPr lang="en-IN" sz="1400" i="1" dirty="0">
                              <a:latin typeface="Cambria Math" panose="02040503050406030204" pitchFamily="18" charset="0"/>
                              <a:cs typeface="Times New Roman" panose="02020603050405020304" pitchFamily="18" charset="0"/>
                            </a:rPr>
                            <m:t>=1</m:t>
                          </m:r>
                        </m:sub>
                        <m:sup>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sup>
                        <m:e>
                          <m:sSup>
                            <m:sSupPr>
                              <m:ctrlPr>
                                <a:rPr lang="en-IN" sz="1400" i="1" dirty="0">
                                  <a:latin typeface="Cambria Math" panose="02040503050406030204" pitchFamily="18" charset="0"/>
                                  <a:cs typeface="Times New Roman" panose="02020603050405020304" pitchFamily="18" charset="0"/>
                                </a:rPr>
                              </m:ctrlPr>
                            </m:sSupPr>
                            <m:e>
                              <m:d>
                                <m:dPr>
                                  <m:begChr m:val="|"/>
                                  <m:endChr m:val="|"/>
                                  <m:ctrlPr>
                                    <a:rPr lang="en-IN" sz="1400" i="1" dirty="0">
                                      <a:latin typeface="Cambria Math" panose="02040503050406030204" pitchFamily="18" charset="0"/>
                                      <a:cs typeface="Times New Roman" panose="02020603050405020304" pitchFamily="18" charset="0"/>
                                    </a:rPr>
                                  </m:ctrlPr>
                                </m:dPr>
                                <m:e>
                                  <m:acc>
                                    <m:accPr>
                                      <m:chr m:val="̂"/>
                                      <m:ctrlPr>
                                        <a:rPr lang="en-I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400" i="1">
                                          <a:latin typeface="Cambria Math" panose="02040503050406030204" pitchFamily="18" charset="0"/>
                                          <a:ea typeface="Cambria Math" panose="02040503050406030204" pitchFamily="18" charset="0"/>
                                          <a:cs typeface="Times New Roman" panose="02020603050405020304" pitchFamily="18" charset="0"/>
                                        </a:rPr>
                                      </m:ctrlPr>
                                    </m:dPr>
                                    <m:e>
                                      <m:r>
                                        <a:rPr lang="en-IN" sz="1400" i="1">
                                          <a:latin typeface="Cambria Math" panose="02040503050406030204" pitchFamily="18" charset="0"/>
                                          <a:ea typeface="Cambria Math" panose="02040503050406030204" pitchFamily="18" charset="0"/>
                                          <a:cs typeface="Times New Roman" panose="02020603050405020304" pitchFamily="18" charset="0"/>
                                        </a:rPr>
                                        <m:t>0,</m:t>
                                      </m:r>
                                      <m:r>
                                        <a:rPr lang="en-IN" sz="1400" i="1">
                                          <a:latin typeface="Cambria Math" panose="02040503050406030204" pitchFamily="18" charset="0"/>
                                          <a:ea typeface="Cambria Math" panose="02040503050406030204" pitchFamily="18" charset="0"/>
                                          <a:cs typeface="Times New Roman" panose="02020603050405020304" pitchFamily="18" charset="0"/>
                                        </a:rPr>
                                        <m:t>𝑡</m:t>
                                      </m:r>
                                    </m:e>
                                  </m:d>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400" b="1" i="1">
                                          <a:latin typeface="Cambria Math" panose="02040503050406030204" pitchFamily="18" charset="0"/>
                                          <a:ea typeface="Cambria Math" panose="02040503050406030204" pitchFamily="18" charset="0"/>
                                          <a:cs typeface="Times New Roman" panose="02020603050405020304" pitchFamily="18" charset="0"/>
                                        </a:rPr>
                                      </m:ctrlPr>
                                    </m:dPr>
                                    <m:e>
                                      <m:r>
                                        <a:rPr lang="en-IN" sz="1400" i="1">
                                          <a:latin typeface="Cambria Math" panose="02040503050406030204" pitchFamily="18" charset="0"/>
                                          <a:ea typeface="Cambria Math" panose="02040503050406030204" pitchFamily="18" charset="0"/>
                                          <a:cs typeface="Times New Roman" panose="02020603050405020304" pitchFamily="18" charset="0"/>
                                        </a:rPr>
                                        <m:t>0,</m:t>
                                      </m:r>
                                      <m:r>
                                        <a:rPr lang="en-IN" sz="1400" i="1">
                                          <a:latin typeface="Cambria Math" panose="02040503050406030204" pitchFamily="18" charset="0"/>
                                          <a:ea typeface="Cambria Math" panose="02040503050406030204" pitchFamily="18" charset="0"/>
                                          <a:cs typeface="Times New Roman" panose="02020603050405020304" pitchFamily="18" charset="0"/>
                                        </a:rPr>
                                        <m:t>𝑡</m:t>
                                      </m:r>
                                    </m:e>
                                  </m:d>
                                </m:e>
                              </m:d>
                            </m:e>
                            <m:sup>
                              <m:r>
                                <a:rPr lang="en-IN" sz="1400" i="1" dirty="0">
                                  <a:latin typeface="Cambria Math" panose="02040503050406030204" pitchFamily="18" charset="0"/>
                                  <a:cs typeface="Times New Roman" panose="02020603050405020304" pitchFamily="18" charset="0"/>
                                </a:rPr>
                                <m:t>2</m:t>
                              </m:r>
                            </m:sup>
                          </m:sSup>
                          <m:r>
                            <a:rPr lang="en-IN" sz="1400" b="0" i="1" dirty="0" smtClean="0">
                              <a:latin typeface="Cambria Math" panose="02040503050406030204" pitchFamily="18" charset="0"/>
                              <a:cs typeface="Times New Roman" panose="02020603050405020304" pitchFamily="18" charset="0"/>
                            </a:rPr>
                            <m:t>+</m:t>
                          </m:r>
                        </m:e>
                      </m:nary>
                      <m:f>
                        <m:fPr>
                          <m:ctrlPr>
                            <a:rPr lang="en-IN" sz="1400" i="1" dirty="0">
                              <a:latin typeface="Cambria Math" panose="02040503050406030204" pitchFamily="18" charset="0"/>
                              <a:cs typeface="Times New Roman" panose="02020603050405020304" pitchFamily="18" charset="0"/>
                            </a:rPr>
                          </m:ctrlPr>
                        </m:fPr>
                        <m:num>
                          <m:sSub>
                            <m:sSubPr>
                              <m:ctrlPr>
                                <a:rPr lang="en-IN" sz="1400" i="1" dirty="0" smtClean="0">
                                  <a:latin typeface="Cambria Math" panose="02040503050406030204" pitchFamily="18" charset="0"/>
                                  <a:cs typeface="Times New Roman" panose="02020603050405020304" pitchFamily="18" charset="0"/>
                                </a:rPr>
                              </m:ctrlPr>
                            </m:sSubPr>
                            <m:e>
                              <m:r>
                                <a:rPr lang="en-IN" sz="1400" i="1" dirty="0" smtClean="0">
                                  <a:latin typeface="Cambria Math" panose="02040503050406030204" pitchFamily="18" charset="0"/>
                                  <a:ea typeface="Cambria Math" panose="02040503050406030204" pitchFamily="18" charset="0"/>
                                  <a:cs typeface="Times New Roman" panose="02020603050405020304" pitchFamily="18" charset="0"/>
                                </a:rPr>
                                <m:t>𝜔</m:t>
                              </m:r>
                            </m:e>
                            <m:sub>
                              <m:r>
                                <a:rPr lang="en-IN" sz="1400" b="0" i="1" dirty="0" smtClean="0">
                                  <a:latin typeface="Cambria Math" panose="02040503050406030204" pitchFamily="18" charset="0"/>
                                  <a:cs typeface="Times New Roman" panose="02020603050405020304" pitchFamily="18" charset="0"/>
                                </a:rPr>
                                <m:t>𝑢</m:t>
                              </m:r>
                            </m:sub>
                          </m:sSub>
                        </m:num>
                        <m:den>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den>
                      </m:f>
                      <m:nary>
                        <m:naryPr>
                          <m:chr m:val="∑"/>
                          <m:ctrlPr>
                            <a:rPr lang="en-IN" sz="1400" i="1" dirty="0">
                              <a:latin typeface="Cambria Math" panose="02040503050406030204" pitchFamily="18" charset="0"/>
                              <a:cs typeface="Times New Roman" panose="02020603050405020304" pitchFamily="18" charset="0"/>
                            </a:rPr>
                          </m:ctrlPr>
                        </m:naryPr>
                        <m:sub>
                          <m:r>
                            <m:rPr>
                              <m:brk m:alnAt="23"/>
                            </m:rPr>
                            <a:rPr lang="en-IN" sz="1400" i="1" dirty="0">
                              <a:latin typeface="Cambria Math" panose="02040503050406030204" pitchFamily="18" charset="0"/>
                              <a:cs typeface="Times New Roman" panose="02020603050405020304" pitchFamily="18" charset="0"/>
                            </a:rPr>
                            <m:t>𝑖</m:t>
                          </m:r>
                          <m:r>
                            <a:rPr lang="en-IN" sz="1400" i="1" dirty="0">
                              <a:latin typeface="Cambria Math" panose="02040503050406030204" pitchFamily="18" charset="0"/>
                              <a:cs typeface="Times New Roman" panose="02020603050405020304" pitchFamily="18" charset="0"/>
                            </a:rPr>
                            <m:t>=1</m:t>
                          </m:r>
                        </m:sub>
                        <m:sup>
                          <m:sSub>
                            <m:sSubPr>
                              <m:ctrlPr>
                                <a:rPr lang="en-IN" sz="1400" i="1" dirty="0">
                                  <a:latin typeface="Cambria Math" panose="02040503050406030204" pitchFamily="18" charset="0"/>
                                  <a:cs typeface="Times New Roman" panose="02020603050405020304" pitchFamily="18" charset="0"/>
                                </a:rPr>
                              </m:ctrlPr>
                            </m:sSubPr>
                            <m:e>
                              <m:r>
                                <a:rPr lang="en-IN" sz="1400" i="1" dirty="0">
                                  <a:latin typeface="Cambria Math" panose="02040503050406030204" pitchFamily="18" charset="0"/>
                                  <a:cs typeface="Times New Roman" panose="02020603050405020304" pitchFamily="18" charset="0"/>
                                </a:rPr>
                                <m:t>𝑁</m:t>
                              </m:r>
                            </m:e>
                            <m:sub>
                              <m:r>
                                <a:rPr lang="en-IN" sz="1400" i="1" dirty="0">
                                  <a:latin typeface="Cambria Math" panose="02040503050406030204" pitchFamily="18" charset="0"/>
                                  <a:cs typeface="Times New Roman" panose="02020603050405020304" pitchFamily="18" charset="0"/>
                                </a:rPr>
                                <m:t>𝑢</m:t>
                              </m:r>
                            </m:sub>
                          </m:sSub>
                        </m:sup>
                        <m:e>
                          <m:sSup>
                            <m:sSupPr>
                              <m:ctrlPr>
                                <a:rPr lang="en-IN" sz="1400" i="1" dirty="0">
                                  <a:latin typeface="Cambria Math" panose="02040503050406030204" pitchFamily="18" charset="0"/>
                                  <a:cs typeface="Times New Roman" panose="02020603050405020304" pitchFamily="18" charset="0"/>
                                </a:rPr>
                              </m:ctrlPr>
                            </m:sSupPr>
                            <m:e>
                              <m:d>
                                <m:dPr>
                                  <m:begChr m:val="|"/>
                                  <m:endChr m:val="|"/>
                                  <m:ctrlPr>
                                    <a:rPr lang="en-IN" sz="1400" i="1" dirty="0">
                                      <a:latin typeface="Cambria Math" panose="02040503050406030204" pitchFamily="18" charset="0"/>
                                      <a:cs typeface="Times New Roman" panose="02020603050405020304" pitchFamily="18" charset="0"/>
                                    </a:rPr>
                                  </m:ctrlPr>
                                </m:dPr>
                                <m:e>
                                  <m:acc>
                                    <m:accPr>
                                      <m:chr m:val="̂"/>
                                      <m:ctrlPr>
                                        <a:rPr lang="en-IN" sz="14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e>
                                  </m:acc>
                                  <m:d>
                                    <m:dPr>
                                      <m:ctrlPr>
                                        <a:rPr lang="en-IN" sz="1400" i="1">
                                          <a:latin typeface="Cambria Math" panose="02040503050406030204" pitchFamily="18" charset="0"/>
                                          <a:ea typeface="Cambria Math" panose="02040503050406030204" pitchFamily="18" charset="0"/>
                                          <a:cs typeface="Times New Roman" panose="02020603050405020304" pitchFamily="18" charset="0"/>
                                        </a:rPr>
                                      </m:ctrlPr>
                                    </m:d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i="1">
                                          <a:latin typeface="Cambria Math" panose="02040503050406030204" pitchFamily="18" charset="0"/>
                                          <a:ea typeface="Cambria Math" panose="02040503050406030204" pitchFamily="18" charset="0"/>
                                          <a:cs typeface="Times New Roman" panose="02020603050405020304" pitchFamily="18" charset="0"/>
                                        </a:rPr>
                                        <m:t>𝑡</m:t>
                                      </m:r>
                                    </m:e>
                                  </m:d>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b="1" i="1">
                                      <a:latin typeface="Cambria Math" panose="02040503050406030204" pitchFamily="18" charset="0"/>
                                      <a:ea typeface="Cambria Math" panose="02040503050406030204" pitchFamily="18" charset="0"/>
                                      <a:cs typeface="Times New Roman" panose="02020603050405020304" pitchFamily="18" charset="0"/>
                                    </a:rPr>
                                    <m:t>𝑼</m:t>
                                  </m:r>
                                  <m:d>
                                    <m:dPr>
                                      <m:ctrlPr>
                                        <a:rPr lang="en-IN" sz="1400" b="1" i="1">
                                          <a:latin typeface="Cambria Math" panose="02040503050406030204" pitchFamily="18" charset="0"/>
                                          <a:ea typeface="Cambria Math" panose="02040503050406030204" pitchFamily="18" charset="0"/>
                                          <a:cs typeface="Times New Roman" panose="02020603050405020304" pitchFamily="18" charset="0"/>
                                        </a:rPr>
                                      </m:ctrlPr>
                                    </m:d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1</m:t>
                                      </m:r>
                                      <m:r>
                                        <a:rPr lang="en-IN" sz="1400" i="1">
                                          <a:latin typeface="Cambria Math" panose="02040503050406030204" pitchFamily="18" charset="0"/>
                                          <a:ea typeface="Cambria Math" panose="02040503050406030204" pitchFamily="18" charset="0"/>
                                          <a:cs typeface="Times New Roman" panose="02020603050405020304" pitchFamily="18" charset="0"/>
                                        </a:rPr>
                                        <m:t>,</m:t>
                                      </m:r>
                                      <m:r>
                                        <a:rPr lang="en-IN" sz="1400" i="1">
                                          <a:latin typeface="Cambria Math" panose="02040503050406030204" pitchFamily="18" charset="0"/>
                                          <a:ea typeface="Cambria Math" panose="02040503050406030204" pitchFamily="18" charset="0"/>
                                          <a:cs typeface="Times New Roman" panose="02020603050405020304" pitchFamily="18" charset="0"/>
                                        </a:rPr>
                                        <m:t>𝑡</m:t>
                                      </m:r>
                                    </m:e>
                                  </m:d>
                                </m:e>
                              </m:d>
                            </m:e>
                            <m:sup>
                              <m:r>
                                <a:rPr lang="en-IN" sz="1400" i="1" dirty="0">
                                  <a:latin typeface="Cambria Math" panose="02040503050406030204" pitchFamily="18" charset="0"/>
                                  <a:cs typeface="Times New Roman" panose="02020603050405020304" pitchFamily="18" charset="0"/>
                                </a:rPr>
                                <m:t>2</m:t>
                              </m:r>
                            </m:sup>
                          </m:sSup>
                        </m:e>
                      </m:nary>
                    </m:oMath>
                  </m:oMathPara>
                </a14:m>
                <a:endParaRPr lang="en-IN" sz="14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5C9FCD15-8818-FF15-E7F0-BE1EC8534C69}"/>
                  </a:ext>
                </a:extLst>
              </p:cNvPr>
              <p:cNvSpPr txBox="1">
                <a:spLocks noRot="1" noChangeAspect="1" noMove="1" noResize="1" noEditPoints="1" noAdjustHandles="1" noChangeArrowheads="1" noChangeShapeType="1" noTextEdit="1"/>
              </p:cNvSpPr>
              <p:nvPr/>
            </p:nvSpPr>
            <p:spPr>
              <a:xfrm>
                <a:off x="922377" y="477951"/>
                <a:ext cx="10515600" cy="1210973"/>
              </a:xfrm>
              <a:prstGeom prst="rect">
                <a:avLst/>
              </a:prstGeom>
              <a:blipFill>
                <a:blip r:embed="rId3"/>
                <a:stretch>
                  <a:fillRect l="-290" t="-150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88D0F14-7A4E-8786-C39B-B37DD8E13AEB}"/>
                  </a:ext>
                </a:extLst>
              </p:cNvPr>
              <p:cNvSpPr txBox="1"/>
              <p:nvPr/>
            </p:nvSpPr>
            <p:spPr>
              <a:xfrm>
                <a:off x="6096000" y="6570115"/>
                <a:ext cx="5341977" cy="276999"/>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Predicted Velocity </a:t>
                </a:r>
                <a14:m>
                  <m:oMath xmlns:m="http://schemas.openxmlformats.org/officeDocument/2006/math">
                    <m:d>
                      <m:dPr>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dPr>
                      <m:e>
                        <m:acc>
                          <m:accPr>
                            <m:chr m:val="̂"/>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accPr>
                          <m:e>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𝑣</m:t>
                            </m:r>
                          </m:e>
                        </m:acc>
                      </m:e>
                    </m:d>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using WPINNs-DE. </a:t>
                </a:r>
                <a14:m>
                  <m:oMath xmlns:m="http://schemas.openxmlformats.org/officeDocument/2006/math">
                    <m:sSub>
                      <m:sSubPr>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𝐿</m:t>
                        </m:r>
                      </m:e>
                      <m:sub>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sub>
                    </m:sSub>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error </a:t>
                </a:r>
                <a14:m>
                  <m:oMath xmlns:m="http://schemas.openxmlformats.org/officeDocument/2006/math">
                    <m: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t>2.</m:t>
                    </m:r>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3</m:t>
                    </m:r>
                    <m:r>
                      <a:rPr lang="en-IN" sz="115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15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IN" sz="115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IN" sz="115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endParaRPr lang="en-IN" sz="115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988D0F14-7A4E-8786-C39B-B37DD8E13AEB}"/>
                  </a:ext>
                </a:extLst>
              </p:cNvPr>
              <p:cNvSpPr txBox="1">
                <a:spLocks noRot="1" noChangeAspect="1" noMove="1" noResize="1" noEditPoints="1" noAdjustHandles="1" noChangeArrowheads="1" noChangeShapeType="1" noTextEdit="1"/>
              </p:cNvSpPr>
              <p:nvPr/>
            </p:nvSpPr>
            <p:spPr>
              <a:xfrm>
                <a:off x="6096000" y="6570115"/>
                <a:ext cx="5341977" cy="276999"/>
              </a:xfrm>
              <a:prstGeom prst="rect">
                <a:avLst/>
              </a:prstGeom>
              <a:blipFill>
                <a:blip r:embed="rId4"/>
                <a:stretch>
                  <a:fillRect b="-13333"/>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A708185D-61DA-5F2A-088A-45A831F26E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55785" y="1694743"/>
            <a:ext cx="2353281" cy="2270710"/>
          </a:xfrm>
          <a:prstGeom prst="rect">
            <a:avLst/>
          </a:prstGeom>
        </p:spPr>
      </p:pic>
      <p:pic>
        <p:nvPicPr>
          <p:cNvPr id="12" name="Picture 11">
            <a:extLst>
              <a:ext uri="{FF2B5EF4-FFF2-40B4-BE49-F238E27FC236}">
                <a16:creationId xmlns:a16="http://schemas.microsoft.com/office/drawing/2014/main" id="{05188B52-3634-26B8-5CD5-89EE7ACDBC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1188" y="1688924"/>
            <a:ext cx="2353281" cy="2313796"/>
          </a:xfrm>
          <a:prstGeom prst="rect">
            <a:avLst/>
          </a:prstGeom>
        </p:spPr>
      </p:pic>
      <p:pic>
        <p:nvPicPr>
          <p:cNvPr id="22" name="Picture 21">
            <a:extLst>
              <a:ext uri="{FF2B5EF4-FFF2-40B4-BE49-F238E27FC236}">
                <a16:creationId xmlns:a16="http://schemas.microsoft.com/office/drawing/2014/main" id="{C8B51A46-CFA3-03D3-789F-2C789A65D1F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70255" y="1685382"/>
            <a:ext cx="2353281" cy="2339955"/>
          </a:xfrm>
          <a:prstGeom prst="rect">
            <a:avLst/>
          </a:prstGeom>
        </p:spPr>
      </p:pic>
      <p:pic>
        <p:nvPicPr>
          <p:cNvPr id="28" name="Picture 27">
            <a:extLst>
              <a:ext uri="{FF2B5EF4-FFF2-40B4-BE49-F238E27FC236}">
                <a16:creationId xmlns:a16="http://schemas.microsoft.com/office/drawing/2014/main" id="{6FE72A94-2398-1D74-D20F-11887ACEC3C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1381" y="4236322"/>
            <a:ext cx="2353281" cy="2324097"/>
          </a:xfrm>
          <a:prstGeom prst="rect">
            <a:avLst/>
          </a:prstGeom>
        </p:spPr>
      </p:pic>
      <p:pic>
        <p:nvPicPr>
          <p:cNvPr id="30" name="Picture 29">
            <a:extLst>
              <a:ext uri="{FF2B5EF4-FFF2-40B4-BE49-F238E27FC236}">
                <a16:creationId xmlns:a16="http://schemas.microsoft.com/office/drawing/2014/main" id="{05CC94F2-BA2F-FDB9-6244-E62CE710AEC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070254" y="4236322"/>
            <a:ext cx="2353281" cy="2337326"/>
          </a:xfrm>
          <a:prstGeom prst="rect">
            <a:avLst/>
          </a:prstGeom>
        </p:spPr>
      </p:pic>
      <p:pic>
        <p:nvPicPr>
          <p:cNvPr id="32" name="Picture 31">
            <a:extLst>
              <a:ext uri="{FF2B5EF4-FFF2-40B4-BE49-F238E27FC236}">
                <a16:creationId xmlns:a16="http://schemas.microsoft.com/office/drawing/2014/main" id="{37262A00-7AF8-C691-8466-1AB69495559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981755" y="1685382"/>
            <a:ext cx="2456222" cy="2320879"/>
          </a:xfrm>
          <a:prstGeom prst="rect">
            <a:avLst/>
          </a:prstGeom>
        </p:spPr>
      </p:pic>
      <p:pic>
        <p:nvPicPr>
          <p:cNvPr id="34" name="Picture 33">
            <a:extLst>
              <a:ext uri="{FF2B5EF4-FFF2-40B4-BE49-F238E27FC236}">
                <a16:creationId xmlns:a16="http://schemas.microsoft.com/office/drawing/2014/main" id="{48212C4C-3F82-8410-C8F7-B4EA9AABE60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255784" y="4236322"/>
            <a:ext cx="2353281" cy="2223610"/>
          </a:xfrm>
          <a:prstGeom prst="rect">
            <a:avLst/>
          </a:prstGeom>
        </p:spPr>
      </p:pic>
      <p:pic>
        <p:nvPicPr>
          <p:cNvPr id="36" name="Picture 35">
            <a:extLst>
              <a:ext uri="{FF2B5EF4-FFF2-40B4-BE49-F238E27FC236}">
                <a16:creationId xmlns:a16="http://schemas.microsoft.com/office/drawing/2014/main" id="{C2DEF629-91FA-835B-6E18-57BFFE57AAC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981755" y="4174152"/>
            <a:ext cx="2456222" cy="2313796"/>
          </a:xfrm>
          <a:prstGeom prst="rect">
            <a:avLst/>
          </a:prstGeom>
        </p:spPr>
      </p:pic>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C725730C-C9E0-30E5-25F3-0EB61DF8A904}"/>
                  </a:ext>
                </a:extLst>
              </p:cNvPr>
              <p:cNvSpPr txBox="1"/>
              <p:nvPr/>
            </p:nvSpPr>
            <p:spPr>
              <a:xfrm>
                <a:off x="541381" y="6554289"/>
                <a:ext cx="5067685" cy="276999"/>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Predicted Pressure </a:t>
                </a:r>
                <a14:m>
                  <m:oMath xmlns:m="http://schemas.openxmlformats.org/officeDocument/2006/math">
                    <m:d>
                      <m:dPr>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dPr>
                      <m:e>
                        <m:acc>
                          <m:accPr>
                            <m:chr m:val="̂"/>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accPr>
                          <m:e>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𝑝</m:t>
                            </m:r>
                          </m:e>
                        </m:acc>
                      </m:e>
                    </m:d>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using WPINNs-DE. </a:t>
                </a:r>
                <a14:m>
                  <m:oMath xmlns:m="http://schemas.openxmlformats.org/officeDocument/2006/math">
                    <m:sSub>
                      <m:sSubPr>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𝐿</m:t>
                        </m:r>
                      </m:e>
                      <m:sub>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sub>
                    </m:sSub>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error </a:t>
                </a:r>
                <a14:m>
                  <m:oMath xmlns:m="http://schemas.openxmlformats.org/officeDocument/2006/math">
                    <m:r>
                      <a:rPr lang="en-IN" sz="1150" i="1" dirty="0">
                        <a:solidFill>
                          <a:schemeClr val="tx1">
                            <a:lumMod val="50000"/>
                            <a:lumOff val="50000"/>
                          </a:schemeClr>
                        </a:solidFill>
                        <a:latin typeface="Cambria Math" panose="02040503050406030204" pitchFamily="18" charset="0"/>
                        <a:cs typeface="Times New Roman" panose="02020603050405020304" pitchFamily="18" charset="0"/>
                      </a:rPr>
                      <m:t>4</m:t>
                    </m:r>
                    <m: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t>.</m:t>
                    </m:r>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4</m:t>
                    </m:r>
                    <m:r>
                      <a:rPr lang="en-IN" sz="115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15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IN" sz="115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IN" sz="115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endParaRPr lang="en-IN" sz="115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37" name="TextBox 36">
                <a:extLst>
                  <a:ext uri="{FF2B5EF4-FFF2-40B4-BE49-F238E27FC236}">
                    <a16:creationId xmlns:a16="http://schemas.microsoft.com/office/drawing/2014/main" id="{C725730C-C9E0-30E5-25F3-0EB61DF8A904}"/>
                  </a:ext>
                </a:extLst>
              </p:cNvPr>
              <p:cNvSpPr txBox="1">
                <a:spLocks noRot="1" noChangeAspect="1" noMove="1" noResize="1" noEditPoints="1" noAdjustHandles="1" noChangeArrowheads="1" noChangeShapeType="1" noTextEdit="1"/>
              </p:cNvSpPr>
              <p:nvPr/>
            </p:nvSpPr>
            <p:spPr>
              <a:xfrm>
                <a:off x="541381" y="6554289"/>
                <a:ext cx="5067685" cy="276999"/>
              </a:xfrm>
              <a:prstGeom prst="rect">
                <a:avLst/>
              </a:prstGeom>
              <a:blipFill>
                <a:blip r:embed="rId13"/>
                <a:stretch>
                  <a:fillRect b="-130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6E446BE-B3E1-24B4-4E3A-FE95B06ED2E2}"/>
                  </a:ext>
                </a:extLst>
              </p:cNvPr>
              <p:cNvSpPr txBox="1"/>
              <p:nvPr/>
            </p:nvSpPr>
            <p:spPr>
              <a:xfrm>
                <a:off x="6080192" y="3927708"/>
                <a:ext cx="5341977" cy="276999"/>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Predicted Density </a:t>
                </a:r>
                <a14:m>
                  <m:oMath xmlns:m="http://schemas.openxmlformats.org/officeDocument/2006/math">
                    <m:d>
                      <m:dPr>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dPr>
                      <m:e>
                        <m:acc>
                          <m:accPr>
                            <m:chr m:val="̂"/>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accPr>
                          <m:e>
                            <m:r>
                              <a:rPr lang="en-IN" sz="115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𝜌</m:t>
                            </m:r>
                          </m:e>
                        </m:acc>
                      </m:e>
                    </m:d>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using WPINNs-DE. </a:t>
                </a:r>
                <a14:m>
                  <m:oMath xmlns:m="http://schemas.openxmlformats.org/officeDocument/2006/math">
                    <m:sSub>
                      <m:sSubPr>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𝐿</m:t>
                        </m:r>
                      </m:e>
                      <m:sub>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sub>
                    </m:sSub>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error </a:t>
                </a:r>
                <a14:m>
                  <m:oMath xmlns:m="http://schemas.openxmlformats.org/officeDocument/2006/math">
                    <m:r>
                      <a:rPr lang="en-IN" sz="1150" i="1" dirty="0">
                        <a:solidFill>
                          <a:schemeClr val="tx1">
                            <a:lumMod val="50000"/>
                            <a:lumOff val="50000"/>
                          </a:schemeClr>
                        </a:solidFill>
                        <a:latin typeface="Cambria Math" panose="02040503050406030204" pitchFamily="18" charset="0"/>
                        <a:cs typeface="Times New Roman" panose="02020603050405020304" pitchFamily="18" charset="0"/>
                      </a:rPr>
                      <m:t>3</m:t>
                    </m:r>
                    <m: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t>.</m:t>
                    </m:r>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9</m:t>
                    </m:r>
                    <m:r>
                      <a:rPr lang="en-IN" sz="115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15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IN" sz="115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10</m:t>
                        </m:r>
                      </m:e>
                      <m:sup>
                        <m:r>
                          <a:rPr lang="en-IN" sz="1150" b="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−2</m:t>
                        </m:r>
                      </m:sup>
                    </m:sSup>
                  </m:oMath>
                </a14:m>
                <a:endParaRPr lang="en-IN" sz="115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mc:Choice>
        <mc:Fallback xmlns="">
          <p:sp>
            <p:nvSpPr>
              <p:cNvPr id="38" name="TextBox 37">
                <a:extLst>
                  <a:ext uri="{FF2B5EF4-FFF2-40B4-BE49-F238E27FC236}">
                    <a16:creationId xmlns:a16="http://schemas.microsoft.com/office/drawing/2014/main" id="{66E446BE-B3E1-24B4-4E3A-FE95B06ED2E2}"/>
                  </a:ext>
                </a:extLst>
              </p:cNvPr>
              <p:cNvSpPr txBox="1">
                <a:spLocks noRot="1" noChangeAspect="1" noMove="1" noResize="1" noEditPoints="1" noAdjustHandles="1" noChangeArrowheads="1" noChangeShapeType="1" noTextEdit="1"/>
              </p:cNvSpPr>
              <p:nvPr/>
            </p:nvSpPr>
            <p:spPr>
              <a:xfrm>
                <a:off x="6080192" y="3927708"/>
                <a:ext cx="5341977" cy="276999"/>
              </a:xfrm>
              <a:prstGeom prst="rect">
                <a:avLst/>
              </a:prstGeom>
              <a:blipFill>
                <a:blip r:embed="rId14"/>
                <a:stretch>
                  <a:fillRect b="-130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0987F9B-F7B6-442C-362E-D2BF76A34D24}"/>
                  </a:ext>
                </a:extLst>
              </p:cNvPr>
              <p:cNvSpPr txBox="1"/>
              <p:nvPr/>
            </p:nvSpPr>
            <p:spPr>
              <a:xfrm>
                <a:off x="451253" y="3921457"/>
                <a:ext cx="5147876"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Distribution of residual and training points in </a:t>
                </a:r>
                <a14:m>
                  <m:oMath xmlns:m="http://schemas.openxmlformats.org/officeDocument/2006/math">
                    <m:sSub>
                      <m:sSubPr>
                        <m:ctrlPr>
                          <a:rPr lang="en-IN" sz="1150" i="1" smtClean="0">
                            <a:solidFill>
                              <a:schemeClr val="tx1">
                                <a:lumMod val="50000"/>
                                <a:lumOff val="50000"/>
                              </a:schemeClr>
                            </a:solidFill>
                            <a:latin typeface="Cambria Math" panose="02040503050406030204" pitchFamily="18" charset="0"/>
                            <a:cs typeface="Times New Roman" panose="02020603050405020304" pitchFamily="18" charset="0"/>
                          </a:rPr>
                        </m:ctrlPr>
                      </m:sSubPr>
                      <m:e>
                        <m:r>
                          <m:rPr>
                            <m:sty m:val="p"/>
                          </m:rPr>
                          <a:rPr lang="el-GR" sz="1150" i="1"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Ω</m:t>
                        </m:r>
                      </m:e>
                      <m:sub>
                        <m:r>
                          <a:rPr lang="en-IN" sz="1150" b="0" i="1" smtClean="0">
                            <a:solidFill>
                              <a:schemeClr val="tx1">
                                <a:lumMod val="50000"/>
                                <a:lumOff val="50000"/>
                              </a:schemeClr>
                            </a:solidFill>
                            <a:latin typeface="Cambria Math" panose="02040503050406030204" pitchFamily="18" charset="0"/>
                            <a:cs typeface="Times New Roman" panose="02020603050405020304" pitchFamily="18" charset="0"/>
                          </a:rPr>
                          <m:t>𝑛𝑒𝑤</m:t>
                        </m:r>
                      </m:sub>
                    </m:sSub>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Variation of loss with Iter.</a:t>
                </a:r>
              </a:p>
            </p:txBody>
          </p:sp>
        </mc:Choice>
        <mc:Fallback xmlns="">
          <p:sp>
            <p:nvSpPr>
              <p:cNvPr id="39" name="TextBox 38">
                <a:extLst>
                  <a:ext uri="{FF2B5EF4-FFF2-40B4-BE49-F238E27FC236}">
                    <a16:creationId xmlns:a16="http://schemas.microsoft.com/office/drawing/2014/main" id="{C0987F9B-F7B6-442C-362E-D2BF76A34D24}"/>
                  </a:ext>
                </a:extLst>
              </p:cNvPr>
              <p:cNvSpPr txBox="1">
                <a:spLocks noRot="1" noChangeAspect="1" noMove="1" noResize="1" noEditPoints="1" noAdjustHandles="1" noChangeArrowheads="1" noChangeShapeType="1" noTextEdit="1"/>
              </p:cNvSpPr>
              <p:nvPr/>
            </p:nvSpPr>
            <p:spPr>
              <a:xfrm>
                <a:off x="451253" y="3921457"/>
                <a:ext cx="5147876" cy="269304"/>
              </a:xfrm>
              <a:prstGeom prst="rect">
                <a:avLst/>
              </a:prstGeom>
              <a:blipFill>
                <a:blip r:embed="rId15"/>
                <a:stretch>
                  <a:fillRect b="-18182"/>
                </a:stretch>
              </a:blipFill>
            </p:spPr>
            <p:txBody>
              <a:bodyPr/>
              <a:lstStyle/>
              <a:p>
                <a:r>
                  <a:rPr lang="en-IN">
                    <a:noFill/>
                  </a:rPr>
                  <a:t> </a:t>
                </a:r>
              </a:p>
            </p:txBody>
          </p:sp>
        </mc:Fallback>
      </mc:AlternateContent>
    </p:spTree>
    <p:extLst>
      <p:ext uri="{BB962C8B-B14F-4D97-AF65-F5344CB8AC3E}">
        <p14:creationId xmlns:p14="http://schemas.microsoft.com/office/powerpoint/2010/main" val="350566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0"/>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lvl="0" algn="ctr"/>
            <a:r>
              <a:rPr lang="en-IN" sz="4000" dirty="0">
                <a:latin typeface="Times New Roman" panose="02020603050405020304" pitchFamily="18" charset="0"/>
                <a:cs typeface="Times New Roman" panose="02020603050405020304" pitchFamily="18" charset="0"/>
              </a:rPr>
              <a:t>PINNs for High-Speed Fluid Dynamics</a:t>
            </a:r>
          </a:p>
        </p:txBody>
      </p:sp>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12</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876365"/>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2D Euler Eq.:- Expansion Fan Problem</a:t>
            </a:r>
          </a:p>
        </p:txBody>
      </p:sp>
      <p:pic>
        <p:nvPicPr>
          <p:cNvPr id="8" name="Picture 7">
            <a:extLst>
              <a:ext uri="{FF2B5EF4-FFF2-40B4-BE49-F238E27FC236}">
                <a16:creationId xmlns:a16="http://schemas.microsoft.com/office/drawing/2014/main" id="{20BBCB21-6FD8-AF72-887D-036AD2D9DD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6393" y="3632106"/>
            <a:ext cx="3921581" cy="2710260"/>
          </a:xfrm>
          <a:prstGeom prst="rect">
            <a:avLst/>
          </a:prstGeom>
        </p:spPr>
      </p:pic>
      <p:sp>
        <p:nvSpPr>
          <p:cNvPr id="6" name="TextBox 5">
            <a:extLst>
              <a:ext uri="{FF2B5EF4-FFF2-40B4-BE49-F238E27FC236}">
                <a16:creationId xmlns:a16="http://schemas.microsoft.com/office/drawing/2014/main" id="{5B702D34-1776-9159-60AF-07CE80598C98}"/>
              </a:ext>
            </a:extLst>
          </p:cNvPr>
          <p:cNvSpPr txBox="1"/>
          <p:nvPr/>
        </p:nvSpPr>
        <p:spPr>
          <a:xfrm>
            <a:off x="7516393" y="6345988"/>
            <a:ext cx="3921582"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Domain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20C406E-CD29-D76F-5B51-C8C120DAA563}"/>
                  </a:ext>
                </a:extLst>
              </p:cNvPr>
              <p:cNvSpPr txBox="1"/>
              <p:nvPr/>
            </p:nvSpPr>
            <p:spPr>
              <a:xfrm>
                <a:off x="922375" y="1338145"/>
                <a:ext cx="10515599" cy="2386935"/>
              </a:xfrm>
              <a:prstGeom prst="rect">
                <a:avLst/>
              </a:prstGeom>
              <a:noFill/>
            </p:spPr>
            <p:txBody>
              <a:bodyPr wrap="square" rtlCol="0">
                <a:spAutoFit/>
              </a:bodyPr>
              <a:lstStyle/>
              <a:p>
                <a:pPr>
                  <a:lnSpc>
                    <a:spcPct val="120000"/>
                  </a:lnSpc>
                </a:pPr>
                <a:r>
                  <a:rPr lang="en-IN" sz="1600" b="0" dirty="0">
                    <a:latin typeface="Times New Roman" panose="02020603050405020304" pitchFamily="18" charset="0"/>
                    <a:ea typeface="Cambria Math" panose="02040503050406030204" pitchFamily="18" charset="0"/>
                    <a:cs typeface="Times New Roman" panose="02020603050405020304" pitchFamily="18" charset="0"/>
                  </a:rPr>
                  <a:t>2D Compressible Euler </a:t>
                </a:r>
                <a:r>
                  <a:rPr lang="en-IN" sz="1600" dirty="0">
                    <a:latin typeface="Times New Roman" panose="02020603050405020304" pitchFamily="18" charset="0"/>
                    <a:ea typeface="Cambria Math" panose="02040503050406030204" pitchFamily="18" charset="0"/>
                    <a:cs typeface="Times New Roman" panose="02020603050405020304" pitchFamily="18" charset="0"/>
                  </a:rPr>
                  <a:t>Eq.</a:t>
                </a:r>
              </a:p>
              <a:p>
                <a:pPr>
                  <a:lnSpc>
                    <a:spcPct val="120000"/>
                  </a:lnSpc>
                </a:pPr>
                <a:r>
                  <a:rPr lang="en-IN" sz="1600" b="0" dirty="0">
                    <a:latin typeface="Times New Roman" panose="02020603050405020304" pitchFamily="18" charset="0"/>
                    <a:ea typeface="Cambria Math" panose="02040503050406030204" pitchFamily="18" charset="0"/>
                    <a:cs typeface="Times New Roman" panose="02020603050405020304" pitchFamily="18" charset="0"/>
                  </a:rPr>
                  <a:t> </a:t>
                </a:r>
                <a:r>
                  <a:rPr lang="en-IN" sz="1600" dirty="0">
                    <a:cs typeface="Times New Roman" panose="02020603050405020304" pitchFamily="18" charset="0"/>
                  </a:rPr>
                  <a:t>		</a:t>
                </a:r>
                <a14:m>
                  <m:oMath xmlns:m="http://schemas.openxmlformats.org/officeDocument/2006/math">
                    <m:f>
                      <m:fPr>
                        <m:ctrlPr>
                          <a:rPr lang="en-IN" sz="1600" i="1" smtClean="0">
                            <a:latin typeface="Cambria Math" panose="02040503050406030204" pitchFamily="18" charset="0"/>
                            <a:cs typeface="Times New Roman" panose="02020603050405020304" pitchFamily="18" charset="0"/>
                          </a:rPr>
                        </m:ctrlPr>
                      </m:fPr>
                      <m:num>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num>
                      <m:den>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den>
                    </m:f>
                    <m:r>
                      <a:rPr lang="en-IN" sz="1600" b="0" i="1" smtClean="0">
                        <a:latin typeface="Cambria Math" panose="02040503050406030204" pitchFamily="18" charset="0"/>
                        <a:cs typeface="Times New Roman" panose="02020603050405020304" pitchFamily="18" charset="0"/>
                      </a:rPr>
                      <m:t>+</m:t>
                    </m:r>
                    <m:r>
                      <m:rPr>
                        <m:sty m:val="p"/>
                      </m:rP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𝑮</m:t>
                    </m:r>
                    <m:d>
                      <m:dPr>
                        <m:ctrlPr>
                          <a:rPr lang="en-IN" sz="16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e>
                    </m:d>
                    <m:r>
                      <a:rPr lang="en-IN" sz="1600" b="0" i="1" smtClean="0">
                        <a:latin typeface="Cambria Math" panose="02040503050406030204" pitchFamily="18" charset="0"/>
                        <a:cs typeface="Times New Roman" panose="02020603050405020304" pitchFamily="18" charset="0"/>
                      </a:rPr>
                      <m:t>=0,      </m:t>
                    </m:r>
                    <m:d>
                      <m:dPr>
                        <m:ctrlPr>
                          <a:rPr lang="en-IN" sz="1600" b="0" i="1" smtClean="0">
                            <a:latin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cs typeface="Times New Roman" panose="02020603050405020304" pitchFamily="18" charset="0"/>
                          </a:rPr>
                          <m:t>𝑦</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l-GR" sz="1600" b="0" i="1" smtClean="0">
                        <a:latin typeface="Cambria Math" panose="02040503050406030204" pitchFamily="18" charset="0"/>
                        <a:ea typeface="Cambria Math" panose="02040503050406030204" pitchFamily="18" charset="0"/>
                        <a:cs typeface="Times New Roman" panose="02020603050405020304" pitchFamily="18" charset="0"/>
                      </a:rPr>
                      <m:t>Ω</m:t>
                    </m:r>
                    <m:r>
                      <a:rPr lang="en-IN" sz="1600" i="1">
                        <a:latin typeface="Cambria Math" panose="02040503050406030204" pitchFamily="18" charset="0"/>
                        <a:ea typeface="Cambria Math" panose="02040503050406030204" pitchFamily="18" charset="0"/>
                        <a:cs typeface="Times New Roman" panose="02020603050405020304" pitchFamily="18" charset="0"/>
                      </a:rPr>
                      <m:t>,  </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r>
                      <a:rPr lang="en-IN" sz="1600"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𝑇</m:t>
                        </m:r>
                      </m:e>
                    </m:d>
                  </m:oMath>
                </a14:m>
                <a:endParaRPr lang="en-IN" sz="1600" b="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20000"/>
                  </a:lnSpc>
                </a:pPr>
                <a:r>
                  <a:rPr lang="en-IN" sz="1600" dirty="0">
                    <a:latin typeface="Times New Roman" panose="02020603050405020304" pitchFamily="18" charset="0"/>
                    <a:ea typeface="Cambria Math" panose="02040503050406030204" pitchFamily="18" charset="0"/>
                    <a:cs typeface="Times New Roman" panose="02020603050405020304" pitchFamily="18" charset="0"/>
                  </a:rPr>
                  <a:t>where, </a:t>
                </a:r>
                <a14:m>
                  <m:oMath xmlns:m="http://schemas.openxmlformats.org/officeDocument/2006/math">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mPr>
                          <m:mr>
                            <m:e>
                              <m:m>
                                <m:mPr>
                                  <m:mcs>
                                    <m:mc>
                                      <m:mcPr>
                                        <m:count m:val="1"/>
                                        <m:mcJc m:val="center"/>
                                      </m:mcPr>
                                    </m:mc>
                                  </m:mcs>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mPr>
                                <m:mr>
                                  <m:e>
                                    <m:r>
                                      <m:rPr>
                                        <m:brk m:alnAt="7"/>
                                      </m:rPr>
                                      <a:rPr lang="en-IN" sz="1600" i="1">
                                        <a:latin typeface="Cambria Math" panose="02040503050406030204" pitchFamily="18" charset="0"/>
                                        <a:ea typeface="Cambria Math" panose="02040503050406030204" pitchFamily="18" charset="0"/>
                                        <a:cs typeface="Times New Roman" panose="02020603050405020304" pitchFamily="18" charset="0"/>
                                      </a:rPr>
                                      <m:t>𝜌</m:t>
                                    </m:r>
                                  </m:e>
                                </m:mr>
                                <m:m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mr>
                              </m:m>
                            </m:e>
                          </m:mr>
                          <m:m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𝑣</m:t>
                              </m:r>
                            </m:e>
                          </m:mr>
                          <m:m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𝐸</m:t>
                              </m:r>
                            </m:e>
                          </m:mr>
                        </m:m>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𝑮</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𝐺</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𝐺</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sub>
                        </m:sSub>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ea typeface="Cambria Math" panose="02040503050406030204" pitchFamily="18" charset="0"/>
                    <a:cs typeface="Times New Roman" panose="02020603050405020304" pitchFamily="18" charset="0"/>
                  </a:rPr>
                  <a:t> with </a:t>
                </a:r>
                <a14:m>
                  <m:oMath xmlns:m="http://schemas.openxmlformats.org/officeDocument/2006/math">
                    <m:sSub>
                      <m:sSubPr>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𝐺</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sub>
                    </m:sSub>
                    <m:d>
                      <m:d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mPr>
                          <m:mr>
                            <m:e>
                              <m:m>
                                <m:mPr>
                                  <m:mcs>
                                    <m:mc>
                                      <m:mcPr>
                                        <m:count m:val="1"/>
                                        <m:mcJc m:val="center"/>
                                      </m:mcPr>
                                    </m:mc>
                                  </m:mcs>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mPr>
                                <m:mr>
                                  <m:e>
                                    <m:r>
                                      <m:rPr>
                                        <m:brk m:alnAt="7"/>
                                      </m:rP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mr>
                                <m:m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sSup>
                                      <m:sSup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sup>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e>
                                </m:mr>
                              </m:m>
                            </m:e>
                          </m:mr>
                          <m:m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𝑢𝑣</m:t>
                              </m:r>
                            </m:e>
                          </m:mr>
                          <m:m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𝑢𝐸</m:t>
                              </m:r>
                            </m:e>
                          </m:mr>
                        </m:m>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𝐺</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sub>
                    </m:sSub>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en-IN" sz="1600" i="1">
                                <a:latin typeface="Cambria Math" panose="02040503050406030204" pitchFamily="18" charset="0"/>
                                <a:ea typeface="Cambria Math" panose="02040503050406030204" pitchFamily="18" charset="0"/>
                                <a:cs typeface="Times New Roman" panose="02020603050405020304" pitchFamily="18" charset="0"/>
                              </a:rPr>
                            </m:ctrlPr>
                          </m:mPr>
                          <m:mr>
                            <m:e>
                              <m:m>
                                <m:mPr>
                                  <m:mcs>
                                    <m:mc>
                                      <m:mcPr>
                                        <m:count m:val="1"/>
                                        <m:mcJc m:val="center"/>
                                      </m:mcPr>
                                    </m:mc>
                                  </m:mcs>
                                  <m:ctrlPr>
                                    <a:rPr lang="en-IN" sz="1600" i="1">
                                      <a:latin typeface="Cambria Math" panose="02040503050406030204" pitchFamily="18" charset="0"/>
                                      <a:ea typeface="Cambria Math" panose="02040503050406030204" pitchFamily="18" charset="0"/>
                                      <a:cs typeface="Times New Roman" panose="02020603050405020304" pitchFamily="18" charset="0"/>
                                    </a:rPr>
                                  </m:ctrlPr>
                                </m:mPr>
                                <m:mr>
                                  <m:e>
                                    <m:r>
                                      <m:rPr>
                                        <m:brk m:alnAt="7"/>
                                      </m:rPr>
                                      <a:rPr lang="en-IN" sz="1600" i="1" smtClean="0">
                                        <a:latin typeface="Cambria Math" panose="02040503050406030204" pitchFamily="18" charset="0"/>
                                        <a:ea typeface="Cambria Math" panose="02040503050406030204" pitchFamily="18" charset="0"/>
                                        <a:cs typeface="Times New Roman" panose="02020603050405020304" pitchFamily="18" charset="0"/>
                                      </a:rPr>
                                      <m:t>𝜌</m:t>
                                    </m:r>
                                  </m:e>
                                </m:mr>
                                <m:m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𝑢𝑣</m:t>
                                    </m:r>
                                  </m:e>
                                </m:mr>
                              </m:m>
                            </m:e>
                          </m:mr>
                          <m:m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sSup>
                                <m:sSup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𝑣</m:t>
                                  </m:r>
                                </m:e>
                                <m:sup>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e>
                          </m:mr>
                          <m:m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𝑝𝑣</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𝑣𝐸</m:t>
                              </m:r>
                            </m:e>
                          </m:mr>
                        </m:m>
                      </m:e>
                    </m:d>
                  </m:oMath>
                </a14:m>
                <a:endParaRPr lang="en-IN" sz="160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20000"/>
                  </a:lnSpc>
                </a:pPr>
                <a14:m>
                  <m:oMath xmlns:m="http://schemas.openxmlformats.org/officeDocument/2006/math">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𝛾</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d>
                      <m:d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𝐸</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den>
                        </m:f>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sSup>
                          <m:sSup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𝒖</m:t>
                                </m:r>
                              </m:e>
                            </m:d>
                          </m:e>
                          <m:sup>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e>
                    </m:d>
                  </m:oMath>
                </a14:m>
                <a:r>
                  <a:rPr lang="en-IN" sz="1600" b="0" dirty="0">
                    <a:latin typeface="Times New Roman" panose="02020603050405020304" pitchFamily="18" charset="0"/>
                    <a:ea typeface="Cambria Math" panose="02040503050406030204" pitchFamily="18" charset="0"/>
                    <a:cs typeface="Times New Roman" panose="02020603050405020304" pitchFamily="18" charset="0"/>
                  </a:rPr>
                  <a:t> </a:t>
                </a:r>
                <a:r>
                  <a:rPr lang="en-IN" sz="1600" dirty="0">
                    <a:latin typeface="Times New Roman" panose="02020603050405020304" pitchFamily="18" charset="0"/>
                    <a:ea typeface="Cambria Math" panose="02040503050406030204" pitchFamily="18" charset="0"/>
                    <a:cs typeface="Times New Roman" panose="02020603050405020304" pitchFamily="18" charset="0"/>
                  </a:rPr>
                  <a:t>	where </a:t>
                </a:r>
                <a14:m>
                  <m:oMath xmlns:m="http://schemas.openxmlformats.org/officeDocument/2006/math">
                    <m:r>
                      <a:rPr lang="en-IN" sz="1600" i="1" smtClean="0">
                        <a:latin typeface="Cambria Math" panose="02040503050406030204" pitchFamily="18" charset="0"/>
                        <a:ea typeface="Cambria Math" panose="02040503050406030204" pitchFamily="18" charset="0"/>
                        <a:cs typeface="Times New Roman" panose="02020603050405020304" pitchFamily="18" charset="0"/>
                      </a:rPr>
                      <m:t>𝛾</m:t>
                    </m:r>
                  </m:oMath>
                </a14:m>
                <a:r>
                  <a:rPr lang="en-IN" sz="1600" b="0" dirty="0">
                    <a:latin typeface="Times New Roman" panose="02020603050405020304" pitchFamily="18" charset="0"/>
                    <a:ea typeface="Cambria Math" panose="02040503050406030204" pitchFamily="18" charset="0"/>
                    <a:cs typeface="Times New Roman" panose="02020603050405020304" pitchFamily="18" charset="0"/>
                  </a:rPr>
                  <a:t> is ratio of specific heats, and </a:t>
                </a:r>
                <a14:m>
                  <m:oMath xmlns:m="http://schemas.openxmlformats.org/officeDocument/2006/math">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𝒖</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𝑣</m:t>
                        </m:r>
                      </m:e>
                    </m:d>
                  </m:oMath>
                </a14:m>
                <a:endParaRPr lang="en-IN" sz="1600" b="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420C406E-CD29-D76F-5B51-C8C120DAA563}"/>
                  </a:ext>
                </a:extLst>
              </p:cNvPr>
              <p:cNvSpPr txBox="1">
                <a:spLocks noRot="1" noChangeAspect="1" noMove="1" noResize="1" noEditPoints="1" noAdjustHandles="1" noChangeArrowheads="1" noChangeShapeType="1" noTextEdit="1"/>
              </p:cNvSpPr>
              <p:nvPr/>
            </p:nvSpPr>
            <p:spPr>
              <a:xfrm>
                <a:off x="922375" y="1338145"/>
                <a:ext cx="10515599" cy="2386935"/>
              </a:xfrm>
              <a:prstGeom prst="rect">
                <a:avLst/>
              </a:prstGeom>
              <a:blipFill>
                <a:blip r:embed="rId5"/>
                <a:stretch>
                  <a:fillRect l="-2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07C5644-0820-D8B5-0E73-D24238F7F89E}"/>
                  </a:ext>
                </a:extLst>
              </p:cNvPr>
              <p:cNvSpPr txBox="1"/>
              <p:nvPr/>
            </p:nvSpPr>
            <p:spPr>
              <a:xfrm>
                <a:off x="7516393" y="1532108"/>
                <a:ext cx="3921581" cy="1830629"/>
              </a:xfrm>
              <a:prstGeom prst="rect">
                <a:avLst/>
              </a:prstGeom>
              <a:noFill/>
            </p:spPr>
            <p:txBody>
              <a:bodyPr wrap="square">
                <a:spAutoFit/>
              </a:bodyPr>
              <a:lstStyle/>
              <a:p>
                <a:pPr algn="ctr">
                  <a:lnSpc>
                    <a:spcPct val="120000"/>
                  </a:lnSpc>
                </a:pPr>
                <a:r>
                  <a:rPr lang="en-IN" sz="1400" b="0" dirty="0">
                    <a:latin typeface="Times New Roman" panose="02020603050405020304" pitchFamily="18" charset="0"/>
                    <a:ea typeface="Cambria Math" panose="02040503050406030204" pitchFamily="18" charset="0"/>
                    <a:cs typeface="Times New Roman" panose="02020603050405020304" pitchFamily="18" charset="0"/>
                  </a:rPr>
                  <a:t>Turning angle is </a:t>
                </a:r>
                <a14:m>
                  <m:oMath xmlns:m="http://schemas.openxmlformats.org/officeDocument/2006/math">
                    <m:sSup>
                      <m:sSup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𝑜</m:t>
                        </m:r>
                      </m:sup>
                    </m:sSup>
                  </m:oMath>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20000"/>
                  </a:lnSpc>
                </a:pPr>
                <a:r>
                  <a:rPr lang="en-IN" sz="1400" b="0" dirty="0">
                    <a:latin typeface="Times New Roman" panose="02020603050405020304" pitchFamily="18" charset="0"/>
                    <a:ea typeface="Cambria Math" panose="02040503050406030204" pitchFamily="18" charset="0"/>
                    <a:cs typeface="Times New Roman" panose="02020603050405020304" pitchFamily="18" charset="0"/>
                  </a:rPr>
                  <a:t>Mach Number is </a:t>
                </a:r>
                <a14:m>
                  <m:oMath xmlns:m="http://schemas.openxmlformats.org/officeDocument/2006/math">
                    <m:r>
                      <a:rPr lang="en-IN" sz="1400" b="0" i="1" dirty="0" smtClean="0">
                        <a:latin typeface="Cambria Math" panose="02040503050406030204" pitchFamily="18" charset="0"/>
                        <a:ea typeface="Cambria Math" panose="02040503050406030204" pitchFamily="18" charset="0"/>
                        <a:cs typeface="Times New Roman" panose="02020603050405020304" pitchFamily="18" charset="0"/>
                      </a:rPr>
                      <m:t>2</m:t>
                    </m:r>
                  </m:oMath>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20000"/>
                  </a:lnSpc>
                </a:pPr>
                <a14:m>
                  <m:oMathPara xmlns:m="http://schemas.openxmlformats.org/officeDocument/2006/math">
                    <m:oMathParaPr>
                      <m:jc m:val="center"/>
                    </m:oMathParaPr>
                    <m:oMath xmlns:m="http://schemas.openxmlformats.org/officeDocument/2006/math">
                      <m:sSub>
                        <m:sSub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𝑢</m:t>
                          </m:r>
                        </m:e>
                        <m: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=678.1</m:t>
                      </m:r>
                      <m:f>
                        <m:f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𝑚</m:t>
                          </m:r>
                        </m:num>
                        <m:den>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𝑠</m:t>
                          </m:r>
                        </m:den>
                      </m:f>
                    </m:oMath>
                  </m:oMathPara>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20000"/>
                  </a:lnSpc>
                </a:pPr>
                <a14:m>
                  <m:oMathPara xmlns:m="http://schemas.openxmlformats.org/officeDocument/2006/math">
                    <m:oMathParaPr>
                      <m:jc m:val="center"/>
                    </m:oMathParaPr>
                    <m:oMath xmlns:m="http://schemas.openxmlformats.org/officeDocument/2006/math">
                      <m:sSub>
                        <m:sSub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𝑣</m:t>
                          </m:r>
                        </m:e>
                        <m: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=0 </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𝑚</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𝑠</m:t>
                      </m:r>
                    </m:oMath>
                  </m:oMathPara>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20000"/>
                  </a:lnSpc>
                </a:pPr>
                <a14:m>
                  <m:oMathPara xmlns:m="http://schemas.openxmlformats.org/officeDocument/2006/math">
                    <m:oMathParaPr>
                      <m:jc m:val="center"/>
                    </m:oMathParaPr>
                    <m:oMath xmlns:m="http://schemas.openxmlformats.org/officeDocument/2006/math">
                      <m:sSub>
                        <m:sSub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=1.01 ×</m:t>
                      </m:r>
                      <m:sSup>
                        <m:sSup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400" b="0" i="1" smtClean="0">
                              <a:latin typeface="Cambria Math" panose="02040503050406030204" pitchFamily="18" charset="0"/>
                              <a:ea typeface="Cambria Math" panose="02040503050406030204" pitchFamily="18" charset="0"/>
                              <a:cs typeface="Times New Roman" panose="02020603050405020304" pitchFamily="18" charset="0"/>
                            </a:rPr>
                            <m:t>5</m:t>
                          </m:r>
                        </m:sup>
                      </m:sSup>
                      <m:r>
                        <a:rPr lang="en-IN" sz="1400" b="0" i="1" smtClean="0">
                          <a:latin typeface="Cambria Math" panose="02040503050406030204" pitchFamily="18" charset="0"/>
                          <a:ea typeface="Cambria Math" panose="02040503050406030204" pitchFamily="18" charset="0"/>
                          <a:cs typeface="Times New Roman" panose="02020603050405020304" pitchFamily="18" charset="0"/>
                        </a:rPr>
                        <m:t> </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𝑃𝑎</m:t>
                      </m:r>
                    </m:oMath>
                  </m:oMathPara>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20000"/>
                  </a:lnSpc>
                </a:pPr>
                <a14:m>
                  <m:oMathPara xmlns:m="http://schemas.openxmlformats.org/officeDocument/2006/math">
                    <m:oMathParaPr>
                      <m:jc m:val="center"/>
                    </m:oMathParaPr>
                    <m:oMath xmlns:m="http://schemas.openxmlformats.org/officeDocument/2006/math">
                      <m:sSub>
                        <m:sSub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𝑇</m:t>
                          </m:r>
                        </m:e>
                        <m: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=286.1 </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𝐾</m:t>
                      </m:r>
                    </m:oMath>
                  </m:oMathPara>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907C5644-0820-D8B5-0E73-D24238F7F89E}"/>
                  </a:ext>
                </a:extLst>
              </p:cNvPr>
              <p:cNvSpPr txBox="1">
                <a:spLocks noRot="1" noChangeAspect="1" noMove="1" noResize="1" noEditPoints="1" noAdjustHandles="1" noChangeArrowheads="1" noChangeShapeType="1" noTextEdit="1"/>
              </p:cNvSpPr>
              <p:nvPr/>
            </p:nvSpPr>
            <p:spPr>
              <a:xfrm>
                <a:off x="7516393" y="1532108"/>
                <a:ext cx="3921581" cy="1830629"/>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F9CA51D-6F1B-3121-4C49-1FDA9346E878}"/>
                  </a:ext>
                </a:extLst>
              </p:cNvPr>
              <p:cNvSpPr txBox="1"/>
              <p:nvPr/>
            </p:nvSpPr>
            <p:spPr>
              <a:xfrm>
                <a:off x="922375" y="3636010"/>
                <a:ext cx="6594015" cy="3234412"/>
              </a:xfrm>
              <a:prstGeom prst="rect">
                <a:avLst/>
              </a:prstGeom>
              <a:noFill/>
            </p:spPr>
            <p:txBody>
              <a:bodyPr wrap="square">
                <a:spAutoFit/>
              </a:bodyPr>
              <a:lstStyle/>
              <a:p>
                <a:pPr>
                  <a:lnSpc>
                    <a:spcPct val="120000"/>
                  </a:lnSpc>
                </a:pPr>
                <a:r>
                  <a:rPr lang="en-IN" sz="1600" u="sng" dirty="0">
                    <a:latin typeface="Times New Roman" panose="02020603050405020304" pitchFamily="18" charset="0"/>
                    <a:cs typeface="Times New Roman" panose="02020603050405020304" pitchFamily="18" charset="0"/>
                  </a:rPr>
                  <a:t>Residual</a:t>
                </a:r>
              </a:p>
              <a:p>
                <a:pPr>
                  <a:lnSpc>
                    <a:spcPct val="120000"/>
                  </a:lnSpc>
                </a:pPr>
                <a14:m>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𝑓</m:t>
                        </m:r>
                      </m:e>
                      <m:sub>
                        <m:r>
                          <a:rPr lang="en-IN" sz="1600" b="0" i="1" smtClean="0">
                            <a:latin typeface="Cambria Math" panose="02040503050406030204" pitchFamily="18" charset="0"/>
                            <a:cs typeface="Times New Roman" panose="02020603050405020304" pitchFamily="18" charset="0"/>
                          </a:rPr>
                          <m:t>1</m:t>
                        </m:r>
                      </m:sub>
                    </m:sSub>
                    <m:r>
                      <a:rPr lang="en-IN" sz="1600" b="0" i="1" smtClean="0">
                        <a:latin typeface="Cambria Math" panose="02040503050406030204" pitchFamily="18" charset="0"/>
                        <a:cs typeface="Times New Roman" panose="02020603050405020304" pitchFamily="18" charset="0"/>
                      </a:rPr>
                      <m:t>=</m:t>
                    </m:r>
                    <m:r>
                      <m:rPr>
                        <m:sty m:val="p"/>
                      </m:rP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𝑮</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cs typeface="Times New Roman" panose="02020603050405020304" pitchFamily="18" charset="0"/>
                      </a:rPr>
                      <m:t>0</m:t>
                    </m:r>
                  </m:oMath>
                </a14:m>
                <a:r>
                  <a:rPr lang="en-IN" sz="1600" b="0" dirty="0">
                    <a:latin typeface="Times New Roman" panose="02020603050405020304" pitchFamily="18" charset="0"/>
                    <a:cs typeface="Times New Roman" panose="02020603050405020304" pitchFamily="18" charset="0"/>
                  </a:rPr>
                  <a:t> 			</a:t>
                </a:r>
                <a:r>
                  <a:rPr lang="en-IN" sz="1600" dirty="0"/>
                  <a:t> </a:t>
                </a:r>
                <a14:m>
                  <m:oMath xmlns:m="http://schemas.openxmlformats.org/officeDocument/2006/math">
                    <m:sSub>
                      <m:sSubPr>
                        <m:ctrlPr>
                          <a:rPr lang="en-IN" sz="1600" i="1">
                            <a:latin typeface="Cambria Math" panose="02040503050406030204" pitchFamily="18" charset="0"/>
                          </a:rPr>
                        </m:ctrlPr>
                      </m:sSubPr>
                      <m:e>
                        <m:r>
                          <a:rPr lang="en-IN" sz="1600" i="1">
                            <a:latin typeface="Cambria Math" panose="02040503050406030204" pitchFamily="18" charset="0"/>
                          </a:rPr>
                          <m:t>𝑓</m:t>
                        </m:r>
                      </m:e>
                      <m:sub>
                        <m:r>
                          <a:rPr lang="en-IN" sz="1600" i="1">
                            <a:latin typeface="Cambria Math" panose="02040503050406030204" pitchFamily="18" charset="0"/>
                          </a:rPr>
                          <m:t>3</m:t>
                        </m:r>
                      </m:sub>
                    </m:sSub>
                    <m:r>
                      <a:rPr lang="en-IN" sz="1600" i="1">
                        <a:latin typeface="Cambria Math" panose="02040503050406030204" pitchFamily="18" charset="0"/>
                      </a:rPr>
                      <m:t>=</m:t>
                    </m:r>
                    <m:sSub>
                      <m:sSubPr>
                        <m:ctrlPr>
                          <a:rPr lang="en-IN" sz="1600" i="1">
                            <a:latin typeface="Cambria Math" panose="02040503050406030204" pitchFamily="18" charset="0"/>
                          </a:rPr>
                        </m:ctrlPr>
                      </m:sSubPr>
                      <m:e>
                        <m:acc>
                          <m:accPr>
                            <m:chr m:val="̂"/>
                            <m:ctrlPr>
                              <a:rPr lang="en-IN" sz="1600" i="1">
                                <a:latin typeface="Cambria Math" panose="02040503050406030204" pitchFamily="18" charset="0"/>
                              </a:rPr>
                            </m:ctrlPr>
                          </m:accPr>
                          <m:e>
                            <m:r>
                              <a:rPr lang="en-IN" sz="1600" b="1" i="1">
                                <a:latin typeface="Cambria Math" panose="02040503050406030204" pitchFamily="18" charset="0"/>
                              </a:rPr>
                              <m:t>𝒖</m:t>
                            </m:r>
                          </m:e>
                        </m:acc>
                      </m:e>
                      <m:sub>
                        <m:r>
                          <a:rPr lang="en-IN" sz="1600" i="1">
                            <a:latin typeface="Cambria Math" panose="02040503050406030204" pitchFamily="18" charset="0"/>
                          </a:rPr>
                          <m:t>𝐼𝑛𝑓𝑙𝑜𝑤</m:t>
                        </m:r>
                      </m:sub>
                    </m:sSub>
                    <m:r>
                      <a:rPr lang="en-IN" sz="1600" i="1">
                        <a:latin typeface="Cambria Math" panose="02040503050406030204" pitchFamily="18" charset="0"/>
                      </a:rPr>
                      <m:t>−</m:t>
                    </m:r>
                    <m:sSub>
                      <m:sSubPr>
                        <m:ctrlPr>
                          <a:rPr lang="en-IN" sz="1600" i="1">
                            <a:latin typeface="Cambria Math" panose="02040503050406030204" pitchFamily="18" charset="0"/>
                          </a:rPr>
                        </m:ctrlPr>
                      </m:sSubPr>
                      <m:e>
                        <m:r>
                          <a:rPr lang="en-IN" sz="1600" b="1" i="1">
                            <a:latin typeface="Cambria Math" panose="02040503050406030204" pitchFamily="18" charset="0"/>
                          </a:rPr>
                          <m:t>𝒖</m:t>
                        </m:r>
                      </m:e>
                      <m:sub>
                        <m:r>
                          <a:rPr lang="en-IN" sz="1600" i="1">
                            <a:latin typeface="Cambria Math" panose="02040503050406030204" pitchFamily="18" charset="0"/>
                          </a:rPr>
                          <m:t>𝐼𝑛𝑓𝑙𝑜𝑤</m:t>
                        </m:r>
                      </m:sub>
                    </m:sSub>
                  </m:oMath>
                </a14:m>
                <a:endParaRPr lang="en-IN" sz="1600" b="0" dirty="0">
                  <a:latin typeface="Times New Roman" panose="02020603050405020304" pitchFamily="18" charset="0"/>
                  <a:cs typeface="Times New Roman" panose="02020603050405020304" pitchFamily="18" charset="0"/>
                </a:endParaRPr>
              </a:p>
              <a:p>
                <a:pPr>
                  <a:lnSpc>
                    <a:spcPct val="120000"/>
                  </a:lnSpc>
                </a:pPr>
                <a14:m>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𝑓</m:t>
                        </m:r>
                      </m:e>
                      <m:sub>
                        <m:r>
                          <a:rPr lang="en-IN" sz="1600" b="0" i="1" smtClean="0">
                            <a:latin typeface="Cambria Math" panose="02040503050406030204" pitchFamily="18" charset="0"/>
                            <a:cs typeface="Times New Roman" panose="02020603050405020304" pitchFamily="18" charset="0"/>
                          </a:rPr>
                          <m:t>2</m:t>
                        </m:r>
                      </m:sub>
                    </m:sSub>
                    <m:r>
                      <a:rPr lang="en-IN" sz="1600" b="0" i="1" smtClean="0">
                        <a:latin typeface="Cambria Math" panose="02040503050406030204" pitchFamily="18" charset="0"/>
                        <a:cs typeface="Times New Roman" panose="02020603050405020304" pitchFamily="18" charset="0"/>
                      </a:rPr>
                      <m:t>=</m:t>
                    </m:r>
                    <m:acc>
                      <m:accPr>
                        <m:chr m:val="̂"/>
                        <m:ctrlPr>
                          <a:rPr lang="en-IN" sz="1600" b="0" i="1" smtClean="0">
                            <a:latin typeface="Cambria Math" panose="02040503050406030204" pitchFamily="18" charset="0"/>
                            <a:cs typeface="Times New Roman" panose="02020603050405020304" pitchFamily="18" charset="0"/>
                          </a:rPr>
                        </m:ctrlPr>
                      </m:accPr>
                      <m:e>
                        <m:r>
                          <a:rPr lang="en-IN" sz="1600" i="1">
                            <a:latin typeface="Cambria Math" panose="02040503050406030204" pitchFamily="18" charset="0"/>
                            <a:ea typeface="Cambria Math" panose="02040503050406030204" pitchFamily="18" charset="0"/>
                            <a:cs typeface="Times New Roman" panose="02020603050405020304" pitchFamily="18" charset="0"/>
                          </a:rPr>
                          <m:t>𝑝</m:t>
                        </m:r>
                      </m:e>
                    </m:acc>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i="1">
                            <a:latin typeface="Cambria Math" panose="02040503050406030204" pitchFamily="18" charset="0"/>
                            <a:ea typeface="Cambria Math" panose="02040503050406030204" pitchFamily="18" charset="0"/>
                            <a:cs typeface="Times New Roman" panose="02020603050405020304" pitchFamily="18" charset="0"/>
                          </a:rPr>
                          <m:t>𝛾</m:t>
                        </m:r>
                        <m:r>
                          <a:rPr lang="en-IN" sz="1600" i="1">
                            <a:latin typeface="Cambria Math" panose="02040503050406030204" pitchFamily="18" charset="0"/>
                            <a:ea typeface="Cambria Math" panose="02040503050406030204" pitchFamily="18" charset="0"/>
                            <a:cs typeface="Times New Roman" panose="02020603050405020304" pitchFamily="18" charset="0"/>
                          </a:rPr>
                          <m:t>−1</m:t>
                        </m:r>
                      </m:e>
                    </m:d>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i="1">
                                <a:latin typeface="Cambria Math" panose="02040503050406030204" pitchFamily="18" charset="0"/>
                                <a:ea typeface="Cambria Math" panose="02040503050406030204" pitchFamily="18" charset="0"/>
                                <a:cs typeface="Times New Roman" panose="02020603050405020304" pitchFamily="18" charset="0"/>
                              </a:rPr>
                              <m:t>𝜌</m:t>
                            </m:r>
                          </m:e>
                        </m:acc>
                        <m:r>
                          <a:rPr lang="en-IN" sz="1600" i="1">
                            <a:latin typeface="Cambria Math" panose="02040503050406030204" pitchFamily="18" charset="0"/>
                            <a:ea typeface="Cambria Math" panose="02040503050406030204" pitchFamily="18" charset="0"/>
                            <a:cs typeface="Times New Roman" panose="02020603050405020304" pitchFamily="18" charset="0"/>
                          </a:rPr>
                          <m:t>𝐸</m:t>
                        </m:r>
                        <m:r>
                          <a:rPr lang="en-IN" sz="1600" i="1">
                            <a:latin typeface="Cambria Math" panose="02040503050406030204" pitchFamily="18" charset="0"/>
                            <a:ea typeface="Cambria Math" panose="02040503050406030204" pitchFamily="18" charset="0"/>
                            <a:cs typeface="Times New Roman" panose="02020603050405020304" pitchFamily="18" charset="0"/>
                          </a:rPr>
                          <m:t>−</m:t>
                        </m:r>
                        <m:f>
                          <m:f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fPr>
                          <m:num>
                            <m:r>
                              <a:rPr lang="en-IN" sz="1600" i="1">
                                <a:latin typeface="Cambria Math" panose="02040503050406030204" pitchFamily="18" charset="0"/>
                                <a:ea typeface="Cambria Math" panose="02040503050406030204" pitchFamily="18" charset="0"/>
                                <a:cs typeface="Times New Roman" panose="02020603050405020304" pitchFamily="18" charset="0"/>
                              </a:rPr>
                              <m:t>1</m:t>
                            </m:r>
                          </m:num>
                          <m:den>
                            <m:r>
                              <a:rPr lang="en-IN" sz="1600" i="1">
                                <a:latin typeface="Cambria Math" panose="02040503050406030204" pitchFamily="18" charset="0"/>
                                <a:ea typeface="Cambria Math" panose="02040503050406030204" pitchFamily="18" charset="0"/>
                                <a:cs typeface="Times New Roman" panose="02020603050405020304" pitchFamily="18" charset="0"/>
                              </a:rPr>
                              <m:t>2</m:t>
                            </m:r>
                          </m:den>
                        </m:f>
                        <m:acc>
                          <m:accPr>
                            <m:chr m:val="̂"/>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i="1">
                                <a:latin typeface="Cambria Math" panose="02040503050406030204" pitchFamily="18" charset="0"/>
                                <a:ea typeface="Cambria Math" panose="02040503050406030204" pitchFamily="18" charset="0"/>
                                <a:cs typeface="Times New Roman" panose="02020603050405020304" pitchFamily="18" charset="0"/>
                              </a:rPr>
                              <m:t>𝜌</m:t>
                            </m:r>
                          </m:e>
                        </m:acc>
                        <m:sSup>
                          <m:sSup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𝒖</m:t>
                                    </m:r>
                                  </m:e>
                                </m:acc>
                              </m:e>
                            </m:d>
                          </m:e>
                          <m:sup>
                            <m:r>
                              <a:rPr lang="en-IN" sz="1600" i="1">
                                <a:latin typeface="Cambria Math" panose="02040503050406030204" pitchFamily="18" charset="0"/>
                                <a:ea typeface="Cambria Math" panose="02040503050406030204" pitchFamily="18" charset="0"/>
                                <a:cs typeface="Times New Roman" panose="02020603050405020304" pitchFamily="18" charset="0"/>
                              </a:rPr>
                              <m:t>2</m:t>
                            </m:r>
                          </m:sup>
                        </m:sSup>
                      </m:e>
                    </m:d>
                  </m:oMath>
                </a14:m>
                <a:r>
                  <a:rPr lang="en-IN" sz="1600" dirty="0"/>
                  <a:t> 	 </a:t>
                </a:r>
                <a14:m>
                  <m:oMath xmlns:m="http://schemas.openxmlformats.org/officeDocument/2006/math">
                    <m:sSub>
                      <m:sSubPr>
                        <m:ctrlPr>
                          <a:rPr lang="en-IN" sz="1600" i="1">
                            <a:latin typeface="Cambria Math" panose="02040503050406030204" pitchFamily="18" charset="0"/>
                          </a:rPr>
                        </m:ctrlPr>
                      </m:sSubPr>
                      <m:e>
                        <m:r>
                          <a:rPr lang="en-IN" sz="1600" i="1">
                            <a:latin typeface="Cambria Math" panose="02040503050406030204" pitchFamily="18" charset="0"/>
                          </a:rPr>
                          <m:t>𝑓</m:t>
                        </m:r>
                      </m:e>
                      <m:sub>
                        <m:r>
                          <a:rPr lang="en-IN" sz="1600" b="0" i="1" smtClean="0">
                            <a:latin typeface="Cambria Math" panose="02040503050406030204" pitchFamily="18" charset="0"/>
                          </a:rPr>
                          <m:t>4</m:t>
                        </m:r>
                      </m:sub>
                    </m:sSub>
                    <m:r>
                      <a:rPr lang="en-IN" sz="1600" i="1">
                        <a:latin typeface="Cambria Math" panose="02040503050406030204" pitchFamily="18" charset="0"/>
                      </a:rPr>
                      <m:t>=</m:t>
                    </m:r>
                    <m:sSub>
                      <m:sSubPr>
                        <m:ctrlPr>
                          <a:rPr lang="en-IN" sz="1600" i="1">
                            <a:latin typeface="Cambria Math" panose="02040503050406030204" pitchFamily="18" charset="0"/>
                          </a:rPr>
                        </m:ctrlPr>
                      </m:sSubPr>
                      <m:e>
                        <m:acc>
                          <m:accPr>
                            <m:chr m:val="̂"/>
                            <m:ctrlPr>
                              <a:rPr lang="en-IN" sz="1600" i="1">
                                <a:latin typeface="Cambria Math" panose="02040503050406030204" pitchFamily="18" charset="0"/>
                              </a:rPr>
                            </m:ctrlPr>
                          </m:accPr>
                          <m:e>
                            <m:r>
                              <a:rPr lang="en-IN" sz="1600" b="1" i="1">
                                <a:latin typeface="Cambria Math" panose="02040503050406030204" pitchFamily="18" charset="0"/>
                              </a:rPr>
                              <m:t>𝒖</m:t>
                            </m:r>
                          </m:e>
                        </m:acc>
                      </m:e>
                      <m:sub>
                        <m:r>
                          <m:rPr>
                            <m:sty m:val="p"/>
                          </m:rPr>
                          <a:rPr lang="en-IN" sz="1600" b="1" i="1" smtClean="0">
                            <a:latin typeface="Cambria Math" panose="02040503050406030204" pitchFamily="18" charset="0"/>
                            <a:ea typeface="Cambria Math" panose="02040503050406030204" pitchFamily="18" charset="0"/>
                          </a:rPr>
                          <m:t>∇</m:t>
                        </m:r>
                        <m:r>
                          <a:rPr lang="en-IN" sz="1600" b="1" i="1" smtClean="0">
                            <a:latin typeface="Cambria Math" panose="02040503050406030204" pitchFamily="18" charset="0"/>
                            <a:ea typeface="Cambria Math" panose="02040503050406030204" pitchFamily="18" charset="0"/>
                          </a:rPr>
                          <m:t>𝜌</m:t>
                        </m:r>
                      </m:sub>
                    </m:sSub>
                    <m:r>
                      <a:rPr lang="en-IN" sz="1600" i="1">
                        <a:latin typeface="Cambria Math" panose="02040503050406030204" pitchFamily="18" charset="0"/>
                      </a:rPr>
                      <m:t>−</m:t>
                    </m:r>
                    <m:sSub>
                      <m:sSubPr>
                        <m:ctrlPr>
                          <a:rPr lang="en-IN" sz="1600" i="1">
                            <a:latin typeface="Cambria Math" panose="02040503050406030204" pitchFamily="18" charset="0"/>
                          </a:rPr>
                        </m:ctrlPr>
                      </m:sSubPr>
                      <m:e>
                        <m:r>
                          <a:rPr lang="en-IN" sz="1600" b="1" i="1">
                            <a:latin typeface="Cambria Math" panose="02040503050406030204" pitchFamily="18" charset="0"/>
                          </a:rPr>
                          <m:t>𝒖</m:t>
                        </m:r>
                      </m:e>
                      <m:sub>
                        <m:r>
                          <m:rPr>
                            <m:sty m:val="p"/>
                          </m:rPr>
                          <a:rPr lang="en-IN" sz="1600" b="1" i="1">
                            <a:latin typeface="Cambria Math" panose="02040503050406030204" pitchFamily="18" charset="0"/>
                            <a:ea typeface="Cambria Math" panose="02040503050406030204" pitchFamily="18" charset="0"/>
                          </a:rPr>
                          <m:t>∇</m:t>
                        </m:r>
                        <m:r>
                          <a:rPr lang="en-IN" sz="1600" b="1" i="1">
                            <a:latin typeface="Cambria Math" panose="02040503050406030204" pitchFamily="18" charset="0"/>
                            <a:ea typeface="Cambria Math" panose="02040503050406030204" pitchFamily="18" charset="0"/>
                          </a:rPr>
                          <m:t>𝜌</m:t>
                        </m:r>
                      </m:sub>
                    </m:sSub>
                  </m:oMath>
                </a14:m>
                <a:endParaRPr lang="en-IN" sz="1600" dirty="0"/>
              </a:p>
              <a:p>
                <a:pPr>
                  <a:lnSpc>
                    <a:spcPct val="120000"/>
                  </a:lnSpc>
                </a:pPr>
                <a:r>
                  <a:rPr lang="en-IN" sz="1600" u="sng" dirty="0">
                    <a:solidFill>
                      <a:srgbClr val="FF0000"/>
                    </a:solidFill>
                    <a:latin typeface="Times New Roman" panose="02020603050405020304" pitchFamily="18" charset="0"/>
                    <a:cs typeface="Times New Roman" panose="02020603050405020304" pitchFamily="18" charset="0"/>
                  </a:rPr>
                  <a:t>Entropy Condition</a:t>
                </a:r>
              </a:p>
              <a:p>
                <a:pPr algn="ctr">
                  <a:lnSpc>
                    <a:spcPct val="120000"/>
                  </a:lnSpc>
                </a:pPr>
                <a14:m>
                  <m:oMath xmlns:m="http://schemas.openxmlformats.org/officeDocument/2006/math">
                    <m:sSup>
                      <m:sSupPr>
                        <m:ctrlPr>
                          <a:rPr lang="en-IN" sz="1600" i="1" smtClean="0">
                            <a:latin typeface="Cambria Math" panose="02040503050406030204" pitchFamily="18" charset="0"/>
                          </a:rPr>
                        </m:ctrlPr>
                      </m:sSupPr>
                      <m:e>
                        <m:r>
                          <a:rPr lang="en-IN" sz="1600" i="1" smtClean="0">
                            <a:latin typeface="Cambria Math" panose="02040503050406030204" pitchFamily="18" charset="0"/>
                            <a:ea typeface="Cambria Math" panose="02040503050406030204" pitchFamily="18" charset="0"/>
                          </a:rPr>
                          <m:t>𝜂</m:t>
                        </m:r>
                      </m:e>
                      <m:sup>
                        <m:r>
                          <a:rPr lang="en-IN" sz="1600" b="0" i="1" smtClean="0">
                            <a:latin typeface="Cambria Math" panose="02040503050406030204" pitchFamily="18" charset="0"/>
                          </a:rPr>
                          <m:t>′</m:t>
                        </m:r>
                      </m:sup>
                    </m:sSup>
                    <m:d>
                      <m:dPr>
                        <m:ctrlPr>
                          <a:rPr lang="en-IN" sz="1600" b="0" i="1" smtClean="0">
                            <a:latin typeface="Cambria Math" panose="02040503050406030204" pitchFamily="18" charset="0"/>
                          </a:rPr>
                        </m:ctrlPr>
                      </m:dPr>
                      <m:e>
                        <m:r>
                          <a:rPr lang="en-IN" sz="1600" b="1" i="1" smtClean="0">
                            <a:latin typeface="Cambria Math" panose="02040503050406030204" pitchFamily="18" charset="0"/>
                          </a:rPr>
                          <m:t>𝑼</m:t>
                        </m:r>
                      </m:e>
                    </m:d>
                    <m:sSub>
                      <m:sSubPr>
                        <m:ctrlPr>
                          <a:rPr lang="en-IN" sz="1600" b="0" i="1" smtClean="0">
                            <a:latin typeface="Cambria Math" panose="02040503050406030204" pitchFamily="18" charset="0"/>
                          </a:rPr>
                        </m:ctrlPr>
                      </m:sSubPr>
                      <m:e>
                        <m:r>
                          <a:rPr lang="en-IN" sz="1600" b="0" i="1" smtClean="0">
                            <a:latin typeface="Cambria Math" panose="02040503050406030204" pitchFamily="18" charset="0"/>
                          </a:rPr>
                          <m:t>𝐺</m:t>
                        </m:r>
                      </m:e>
                      <m:sub>
                        <m:r>
                          <a:rPr lang="en-IN" sz="1600" b="0" i="1" smtClean="0">
                            <a:latin typeface="Cambria Math" panose="02040503050406030204" pitchFamily="18" charset="0"/>
                          </a:rPr>
                          <m:t>1</m:t>
                        </m:r>
                      </m:sub>
                    </m:sSub>
                    <m:d>
                      <m:dPr>
                        <m:ctrlPr>
                          <a:rPr lang="en-IN" sz="1600" b="0" i="1" smtClean="0">
                            <a:latin typeface="Cambria Math" panose="02040503050406030204" pitchFamily="18" charset="0"/>
                          </a:rPr>
                        </m:ctrlPr>
                      </m:dPr>
                      <m:e>
                        <m:r>
                          <a:rPr lang="en-IN" sz="1600" b="1" i="1" smtClean="0">
                            <a:latin typeface="Cambria Math" panose="02040503050406030204" pitchFamily="18" charset="0"/>
                          </a:rPr>
                          <m:t>𝑼</m:t>
                        </m:r>
                      </m:e>
                    </m:d>
                    <m:r>
                      <a:rPr lang="en-IN" sz="1600" b="0" i="1" smtClean="0">
                        <a:latin typeface="Cambria Math" panose="02040503050406030204" pitchFamily="18" charset="0"/>
                      </a:rPr>
                      <m:t>=</m:t>
                    </m:r>
                    <m:sSubSup>
                      <m:sSubSupPr>
                        <m:ctrlPr>
                          <a:rPr lang="en-IN" sz="1600" b="0" i="1" smtClean="0">
                            <a:latin typeface="Cambria Math" panose="02040503050406030204" pitchFamily="18" charset="0"/>
                          </a:rPr>
                        </m:ctrlPr>
                      </m:sSubSupPr>
                      <m:e>
                        <m:r>
                          <a:rPr lang="en-IN" sz="1600" b="0" i="1" smtClean="0">
                            <a:latin typeface="Cambria Math" panose="02040503050406030204" pitchFamily="18" charset="0"/>
                            <a:ea typeface="Cambria Math" panose="02040503050406030204" pitchFamily="18" charset="0"/>
                          </a:rPr>
                          <m:t>𝜙</m:t>
                        </m:r>
                      </m:e>
                      <m:sub>
                        <m:r>
                          <a:rPr lang="en-IN" sz="1600" b="0" i="1" smtClean="0">
                            <a:latin typeface="Cambria Math" panose="02040503050406030204" pitchFamily="18" charset="0"/>
                          </a:rPr>
                          <m:t>1</m:t>
                        </m:r>
                      </m:sub>
                      <m:sup>
                        <m:r>
                          <a:rPr lang="en-IN" sz="1600" b="0" i="1" smtClean="0">
                            <a:latin typeface="Cambria Math" panose="02040503050406030204" pitchFamily="18" charset="0"/>
                          </a:rPr>
                          <m:t>′</m:t>
                        </m:r>
                      </m:sup>
                    </m:sSubSup>
                    <m:d>
                      <m:dPr>
                        <m:ctrlPr>
                          <a:rPr lang="en-IN" sz="1600" b="0" i="1" smtClean="0">
                            <a:latin typeface="Cambria Math" panose="02040503050406030204" pitchFamily="18" charset="0"/>
                          </a:rPr>
                        </m:ctrlPr>
                      </m:dPr>
                      <m:e>
                        <m:r>
                          <a:rPr lang="en-IN" sz="1600" b="1" i="1" smtClean="0">
                            <a:latin typeface="Cambria Math" panose="02040503050406030204" pitchFamily="18" charset="0"/>
                          </a:rPr>
                          <m:t>𝑼</m:t>
                        </m:r>
                      </m:e>
                    </m:d>
                    <m:r>
                      <a:rPr lang="en-IN" sz="1600" b="0" i="1" smtClean="0">
                        <a:latin typeface="Cambria Math" panose="02040503050406030204" pitchFamily="18" charset="0"/>
                      </a:rPr>
                      <m:t>,     </m:t>
                    </m:r>
                    <m:sSup>
                      <m:sSupPr>
                        <m:ctrlPr>
                          <a:rPr lang="en-IN" sz="1600" b="0" i="1" smtClean="0">
                            <a:latin typeface="Cambria Math" panose="02040503050406030204" pitchFamily="18" charset="0"/>
                          </a:rPr>
                        </m:ctrlPr>
                      </m:sSupPr>
                      <m:e>
                        <m:r>
                          <a:rPr lang="en-IN" sz="1600" b="0" i="1" smtClean="0">
                            <a:latin typeface="Cambria Math" panose="02040503050406030204" pitchFamily="18" charset="0"/>
                            <a:ea typeface="Cambria Math" panose="02040503050406030204" pitchFamily="18" charset="0"/>
                          </a:rPr>
                          <m:t>𝜂</m:t>
                        </m:r>
                      </m:e>
                      <m:sup>
                        <m:r>
                          <a:rPr lang="en-IN" sz="1600" b="0" i="1" smtClean="0">
                            <a:latin typeface="Cambria Math" panose="02040503050406030204" pitchFamily="18" charset="0"/>
                          </a:rPr>
                          <m:t>′</m:t>
                        </m:r>
                      </m:sup>
                    </m:sSup>
                    <m:d>
                      <m:dPr>
                        <m:ctrlPr>
                          <a:rPr lang="en-IN" sz="1600" b="0" i="1" smtClean="0">
                            <a:latin typeface="Cambria Math" panose="02040503050406030204" pitchFamily="18" charset="0"/>
                          </a:rPr>
                        </m:ctrlPr>
                      </m:dPr>
                      <m:e>
                        <m:r>
                          <a:rPr lang="en-IN" sz="1600" b="1" i="1" smtClean="0">
                            <a:latin typeface="Cambria Math" panose="02040503050406030204" pitchFamily="18" charset="0"/>
                          </a:rPr>
                          <m:t>𝑼</m:t>
                        </m:r>
                      </m:e>
                    </m:d>
                    <m:sSub>
                      <m:sSubPr>
                        <m:ctrlPr>
                          <a:rPr lang="en-IN" sz="1600" b="0" i="1" smtClean="0">
                            <a:latin typeface="Cambria Math" panose="02040503050406030204" pitchFamily="18" charset="0"/>
                          </a:rPr>
                        </m:ctrlPr>
                      </m:sSubPr>
                      <m:e>
                        <m:r>
                          <a:rPr lang="en-IN" sz="1600" b="0" i="1" smtClean="0">
                            <a:latin typeface="Cambria Math" panose="02040503050406030204" pitchFamily="18" charset="0"/>
                          </a:rPr>
                          <m:t>𝐺</m:t>
                        </m:r>
                      </m:e>
                      <m:sub>
                        <m:r>
                          <a:rPr lang="en-IN" sz="1600" b="0" i="1" smtClean="0">
                            <a:latin typeface="Cambria Math" panose="02040503050406030204" pitchFamily="18" charset="0"/>
                          </a:rPr>
                          <m:t>2</m:t>
                        </m:r>
                      </m:sub>
                    </m:sSub>
                    <m:d>
                      <m:dPr>
                        <m:ctrlPr>
                          <a:rPr lang="en-IN" sz="1600" b="0" i="1" smtClean="0">
                            <a:latin typeface="Cambria Math" panose="02040503050406030204" pitchFamily="18" charset="0"/>
                          </a:rPr>
                        </m:ctrlPr>
                      </m:dPr>
                      <m:e>
                        <m:r>
                          <a:rPr lang="en-IN" sz="1600" b="1" i="1" smtClean="0">
                            <a:latin typeface="Cambria Math" panose="02040503050406030204" pitchFamily="18" charset="0"/>
                          </a:rPr>
                          <m:t>𝑼</m:t>
                        </m:r>
                      </m:e>
                    </m:d>
                    <m:r>
                      <a:rPr lang="en-IN" sz="1600" b="0" i="1" smtClean="0">
                        <a:latin typeface="Cambria Math" panose="02040503050406030204" pitchFamily="18" charset="0"/>
                      </a:rPr>
                      <m:t>=</m:t>
                    </m:r>
                    <m:sSubSup>
                      <m:sSubSupPr>
                        <m:ctrlPr>
                          <a:rPr lang="en-IN" sz="1600" b="0" i="1" smtClean="0">
                            <a:latin typeface="Cambria Math" panose="02040503050406030204" pitchFamily="18" charset="0"/>
                          </a:rPr>
                        </m:ctrlPr>
                      </m:sSubSupPr>
                      <m:e>
                        <m:r>
                          <a:rPr lang="en-IN" sz="1600" b="0" i="1" smtClean="0">
                            <a:latin typeface="Cambria Math" panose="02040503050406030204" pitchFamily="18" charset="0"/>
                            <a:ea typeface="Cambria Math" panose="02040503050406030204" pitchFamily="18" charset="0"/>
                          </a:rPr>
                          <m:t>𝜙</m:t>
                        </m:r>
                      </m:e>
                      <m:sub>
                        <m:r>
                          <a:rPr lang="en-IN" sz="1600" b="0" i="1" smtClean="0">
                            <a:latin typeface="Cambria Math" panose="02040503050406030204" pitchFamily="18" charset="0"/>
                          </a:rPr>
                          <m:t>2</m:t>
                        </m:r>
                      </m:sub>
                      <m:sup>
                        <m:r>
                          <a:rPr lang="en-IN" sz="1600" b="0" i="1" smtClean="0">
                            <a:latin typeface="Cambria Math" panose="02040503050406030204" pitchFamily="18" charset="0"/>
                          </a:rPr>
                          <m:t>′</m:t>
                        </m:r>
                      </m:sup>
                    </m:sSubSup>
                    <m:r>
                      <a:rPr lang="en-IN" sz="1600" b="0" i="1" smtClean="0">
                        <a:latin typeface="Cambria Math" panose="02040503050406030204" pitchFamily="18" charset="0"/>
                      </a:rPr>
                      <m:t>(</m:t>
                    </m:r>
                    <m:r>
                      <a:rPr lang="en-IN" sz="1600" b="1" i="1" smtClean="0">
                        <a:latin typeface="Cambria Math" panose="02040503050406030204" pitchFamily="18" charset="0"/>
                      </a:rPr>
                      <m:t>𝑼</m:t>
                    </m:r>
                    <m:r>
                      <a:rPr lang="en-IN" sz="1600" b="0" i="1" smtClean="0">
                        <a:latin typeface="Cambria Math" panose="02040503050406030204" pitchFamily="18" charset="0"/>
                      </a:rPr>
                      <m:t>)</m:t>
                    </m:r>
                  </m:oMath>
                </a14:m>
                <a:r>
                  <a:rPr lang="en-IN" sz="1600" dirty="0"/>
                  <a:t>  </a:t>
                </a:r>
              </a:p>
              <a:p>
                <a:pPr algn="ctr">
                  <a:lnSpc>
                    <a:spcPct val="120000"/>
                  </a:lnSpc>
                </a:pPr>
                <a14:m>
                  <m:oMath xmlns:m="http://schemas.openxmlformats.org/officeDocument/2006/math">
                    <m:sSub>
                      <m:sSubPr>
                        <m:ctrlPr>
                          <a:rPr lang="en-IN" sz="1600" i="1" smtClean="0">
                            <a:latin typeface="Cambria Math" panose="02040503050406030204" pitchFamily="18" charset="0"/>
                          </a:rPr>
                        </m:ctrlPr>
                      </m:sSubPr>
                      <m:e>
                        <m:r>
                          <a:rPr lang="en-IN" sz="1600" i="1" smtClean="0">
                            <a:latin typeface="Cambria Math" panose="02040503050406030204" pitchFamily="18" charset="0"/>
                            <a:ea typeface="Cambria Math" panose="02040503050406030204" pitchFamily="18" charset="0"/>
                          </a:rPr>
                          <m:t>𝜂</m:t>
                        </m:r>
                      </m:e>
                      <m:sub>
                        <m:r>
                          <a:rPr lang="en-IN" sz="1600" b="0" i="1" smtClean="0">
                            <a:latin typeface="Cambria Math" panose="02040503050406030204" pitchFamily="18" charset="0"/>
                          </a:rPr>
                          <m:t>𝑡</m:t>
                        </m:r>
                      </m:sub>
                    </m:sSub>
                    <m:r>
                      <a:rPr lang="en-IN" sz="1600" b="0" i="1" smtClean="0">
                        <a:latin typeface="Cambria Math" panose="02040503050406030204" pitchFamily="18" charset="0"/>
                      </a:rPr>
                      <m:t>+</m:t>
                    </m:r>
                    <m:sSub>
                      <m:sSubPr>
                        <m:ctrlPr>
                          <a:rPr lang="en-IN" sz="1600" b="0" i="1" smtClean="0">
                            <a:latin typeface="Cambria Math" panose="02040503050406030204" pitchFamily="18" charset="0"/>
                          </a:rPr>
                        </m:ctrlPr>
                      </m:sSubPr>
                      <m:e>
                        <m:r>
                          <a:rPr lang="en-IN" sz="1600" b="0" i="1" smtClean="0">
                            <a:latin typeface="Cambria Math" panose="02040503050406030204" pitchFamily="18" charset="0"/>
                            <a:ea typeface="Cambria Math" panose="02040503050406030204" pitchFamily="18" charset="0"/>
                          </a:rPr>
                          <m:t>𝜙</m:t>
                        </m:r>
                      </m:e>
                      <m:sub>
                        <m:r>
                          <a:rPr lang="en-IN" sz="1600" b="0" i="1" smtClean="0">
                            <a:latin typeface="Cambria Math" panose="02040503050406030204" pitchFamily="18" charset="0"/>
                          </a:rPr>
                          <m:t>1</m:t>
                        </m:r>
                        <m:r>
                          <a:rPr lang="en-IN" sz="1600" b="0" i="1" smtClean="0">
                            <a:latin typeface="Cambria Math" panose="02040503050406030204" pitchFamily="18" charset="0"/>
                          </a:rPr>
                          <m:t>𝑥</m:t>
                        </m:r>
                      </m:sub>
                    </m:sSub>
                    <m:r>
                      <a:rPr lang="en-IN" sz="1600" b="0" i="1" smtClean="0">
                        <a:latin typeface="Cambria Math" panose="02040503050406030204" pitchFamily="18" charset="0"/>
                      </a:rPr>
                      <m:t>+</m:t>
                    </m:r>
                    <m:sSub>
                      <m:sSubPr>
                        <m:ctrlPr>
                          <a:rPr lang="en-IN" sz="1600" b="0" i="1" smtClean="0">
                            <a:latin typeface="Cambria Math" panose="02040503050406030204" pitchFamily="18" charset="0"/>
                          </a:rPr>
                        </m:ctrlPr>
                      </m:sSubPr>
                      <m:e>
                        <m:r>
                          <a:rPr lang="en-IN" sz="1600" b="0" i="1" smtClean="0">
                            <a:latin typeface="Cambria Math" panose="02040503050406030204" pitchFamily="18" charset="0"/>
                            <a:ea typeface="Cambria Math" panose="02040503050406030204" pitchFamily="18" charset="0"/>
                          </a:rPr>
                          <m:t>𝜙</m:t>
                        </m:r>
                      </m:e>
                      <m:sub>
                        <m:r>
                          <a:rPr lang="en-IN" sz="1600" b="0" i="1" smtClean="0">
                            <a:latin typeface="Cambria Math" panose="02040503050406030204" pitchFamily="18" charset="0"/>
                          </a:rPr>
                          <m:t>2</m:t>
                        </m:r>
                        <m:r>
                          <a:rPr lang="en-IN" sz="1600" b="0" i="1" smtClean="0">
                            <a:latin typeface="Cambria Math" panose="02040503050406030204" pitchFamily="18" charset="0"/>
                          </a:rPr>
                          <m:t>𝑦</m:t>
                        </m:r>
                      </m:sub>
                    </m:sSub>
                    <m:r>
                      <a:rPr lang="en-IN" sz="1600" b="0" i="1" smtClean="0">
                        <a:latin typeface="Cambria Math" panose="02040503050406030204" pitchFamily="18" charset="0"/>
                        <a:ea typeface="Cambria Math" panose="02040503050406030204" pitchFamily="18" charset="0"/>
                      </a:rPr>
                      <m:t>≤0</m:t>
                    </m:r>
                  </m:oMath>
                </a14:m>
                <a:r>
                  <a:rPr lang="en-IN" sz="1600" dirty="0"/>
                  <a:t>  </a:t>
                </a:r>
              </a:p>
              <a:p>
                <a:pPr algn="ctr">
                  <a:lnSpc>
                    <a:spcPct val="120000"/>
                  </a:lnSpc>
                </a:pPr>
                <a14:m>
                  <m:oMath xmlns:m="http://schemas.openxmlformats.org/officeDocument/2006/math">
                    <m:r>
                      <a:rPr lang="en-IN" sz="1600" i="1" smtClean="0">
                        <a:latin typeface="Cambria Math" panose="02040503050406030204" pitchFamily="18" charset="0"/>
                        <a:ea typeface="Cambria Math" panose="02040503050406030204" pitchFamily="18" charset="0"/>
                      </a:rPr>
                      <m:t>𝜂</m:t>
                    </m:r>
                    <m:r>
                      <a:rPr lang="en-IN" sz="1600" i="1" smtClean="0">
                        <a:latin typeface="Cambria Math" panose="02040503050406030204" pitchFamily="18" charset="0"/>
                        <a:ea typeface="Cambria Math" panose="02040503050406030204" pitchFamily="18" charset="0"/>
                      </a:rPr>
                      <m:t>≜</m:t>
                    </m:r>
                    <m:f>
                      <m:fPr>
                        <m:ctrlPr>
                          <a:rPr lang="en-IN" sz="1600" i="1" smtClean="0">
                            <a:latin typeface="Cambria Math" panose="02040503050406030204" pitchFamily="18" charset="0"/>
                            <a:ea typeface="Cambria Math" panose="02040503050406030204" pitchFamily="18" charset="0"/>
                          </a:rPr>
                        </m:ctrlPr>
                      </m:fPr>
                      <m:num>
                        <m:r>
                          <a:rPr lang="en-IN" sz="1600" b="0" i="1" smtClean="0">
                            <a:latin typeface="Cambria Math" panose="02040503050406030204" pitchFamily="18" charset="0"/>
                            <a:ea typeface="Cambria Math" panose="02040503050406030204" pitchFamily="18" charset="0"/>
                          </a:rPr>
                          <m:t>−</m:t>
                        </m:r>
                        <m:r>
                          <a:rPr lang="en-IN" sz="1600" b="0" i="1" smtClean="0">
                            <a:latin typeface="Cambria Math" panose="02040503050406030204" pitchFamily="18" charset="0"/>
                            <a:ea typeface="Cambria Math" panose="02040503050406030204" pitchFamily="18" charset="0"/>
                          </a:rPr>
                          <m:t>𝜌</m:t>
                        </m:r>
                        <m:r>
                          <a:rPr lang="en-IN" sz="1600" b="0" i="1" smtClean="0">
                            <a:latin typeface="Cambria Math" panose="02040503050406030204" pitchFamily="18" charset="0"/>
                            <a:ea typeface="Cambria Math" panose="02040503050406030204" pitchFamily="18" charset="0"/>
                          </a:rPr>
                          <m:t>𝑠</m:t>
                        </m:r>
                      </m:num>
                      <m:den>
                        <m:r>
                          <a:rPr lang="en-IN" sz="1600" i="1" smtClean="0">
                            <a:latin typeface="Cambria Math" panose="02040503050406030204" pitchFamily="18" charset="0"/>
                            <a:ea typeface="Cambria Math" panose="02040503050406030204" pitchFamily="18" charset="0"/>
                          </a:rPr>
                          <m:t>𝛾</m:t>
                        </m:r>
                        <m:r>
                          <a:rPr lang="en-IN" sz="1600" b="0" i="1" smtClean="0">
                            <a:latin typeface="Cambria Math" panose="02040503050406030204" pitchFamily="18" charset="0"/>
                            <a:ea typeface="Cambria Math" panose="02040503050406030204" pitchFamily="18" charset="0"/>
                          </a:rPr>
                          <m:t>−1</m:t>
                        </m:r>
                      </m:den>
                    </m:f>
                    <m:r>
                      <a:rPr lang="en-IN" sz="1600" b="0" i="1" smtClean="0">
                        <a:latin typeface="Cambria Math" panose="02040503050406030204" pitchFamily="18" charset="0"/>
                        <a:ea typeface="Cambria Math" panose="02040503050406030204" pitchFamily="18" charset="0"/>
                      </a:rPr>
                      <m:t>,  </m:t>
                    </m:r>
                    <m:r>
                      <a:rPr lang="en-IN" sz="1600" b="0" i="1" smtClean="0">
                        <a:latin typeface="Cambria Math" panose="02040503050406030204" pitchFamily="18" charset="0"/>
                        <a:ea typeface="Cambria Math" panose="02040503050406030204" pitchFamily="18" charset="0"/>
                      </a:rPr>
                      <m:t>𝜙</m:t>
                    </m:r>
                    <m:r>
                      <a:rPr lang="en-IN" sz="1600" i="1">
                        <a:latin typeface="Cambria Math" panose="02040503050406030204" pitchFamily="18" charset="0"/>
                        <a:ea typeface="Cambria Math" panose="02040503050406030204" pitchFamily="18" charset="0"/>
                      </a:rPr>
                      <m:t>≜</m:t>
                    </m:r>
                    <m:f>
                      <m:fPr>
                        <m:ctrlPr>
                          <a:rPr lang="en-IN" sz="1600" i="1">
                            <a:latin typeface="Cambria Math" panose="02040503050406030204" pitchFamily="18" charset="0"/>
                            <a:ea typeface="Cambria Math" panose="02040503050406030204" pitchFamily="18" charset="0"/>
                          </a:rPr>
                        </m:ctrlPr>
                      </m:fPr>
                      <m:num>
                        <m:r>
                          <a:rPr lang="en-IN" sz="1600" i="1">
                            <a:latin typeface="Cambria Math" panose="02040503050406030204" pitchFamily="18" charset="0"/>
                            <a:ea typeface="Cambria Math" panose="02040503050406030204" pitchFamily="18" charset="0"/>
                          </a:rPr>
                          <m:t>−</m:t>
                        </m:r>
                        <m:r>
                          <a:rPr lang="en-IN" sz="1600" i="1">
                            <a:latin typeface="Cambria Math" panose="02040503050406030204" pitchFamily="18" charset="0"/>
                            <a:ea typeface="Cambria Math" panose="02040503050406030204" pitchFamily="18" charset="0"/>
                          </a:rPr>
                          <m:t>𝜌</m:t>
                        </m:r>
                        <m:r>
                          <a:rPr lang="en-IN" sz="1600" b="1" i="1" smtClean="0">
                            <a:latin typeface="Cambria Math" panose="02040503050406030204" pitchFamily="18" charset="0"/>
                            <a:ea typeface="Cambria Math" panose="02040503050406030204" pitchFamily="18" charset="0"/>
                          </a:rPr>
                          <m:t>𝒖</m:t>
                        </m:r>
                        <m:r>
                          <a:rPr lang="en-IN" sz="1600" i="1">
                            <a:latin typeface="Cambria Math" panose="02040503050406030204" pitchFamily="18" charset="0"/>
                            <a:ea typeface="Cambria Math" panose="02040503050406030204" pitchFamily="18" charset="0"/>
                          </a:rPr>
                          <m:t>𝑠</m:t>
                        </m:r>
                      </m:num>
                      <m:den>
                        <m:r>
                          <a:rPr lang="en-IN" sz="1600" i="1">
                            <a:latin typeface="Cambria Math" panose="02040503050406030204" pitchFamily="18" charset="0"/>
                            <a:ea typeface="Cambria Math" panose="02040503050406030204" pitchFamily="18" charset="0"/>
                          </a:rPr>
                          <m:t>𝛾</m:t>
                        </m:r>
                        <m:r>
                          <a:rPr lang="en-IN" sz="1600" i="1">
                            <a:latin typeface="Cambria Math" panose="02040503050406030204" pitchFamily="18" charset="0"/>
                            <a:ea typeface="Cambria Math" panose="02040503050406030204" pitchFamily="18" charset="0"/>
                          </a:rPr>
                          <m:t>−1</m:t>
                        </m:r>
                      </m:den>
                    </m:f>
                  </m:oMath>
                </a14:m>
                <a:r>
                  <a:rPr lang="en-IN" sz="1600" dirty="0"/>
                  <a:t> </a:t>
                </a:r>
              </a:p>
              <a:p>
                <a:pPr>
                  <a:lnSpc>
                    <a:spcPct val="120000"/>
                  </a:lnSpc>
                </a:pPr>
                <a:r>
                  <a:rPr lang="en-IN" sz="1400" b="0" dirty="0">
                    <a:solidFill>
                      <a:schemeClr val="tx1">
                        <a:lumMod val="50000"/>
                        <a:lumOff val="50000"/>
                      </a:schemeClr>
                    </a:solidFill>
                    <a:latin typeface="Times New Roman" panose="02020603050405020304" pitchFamily="18" charset="0"/>
                    <a:cs typeface="Times New Roman" panose="02020603050405020304" pitchFamily="18" charset="0"/>
                  </a:rPr>
                  <a:t>Entropy </a:t>
                </a:r>
                <a:r>
                  <a:rPr lang="en-IN" sz="1400" b="0" dirty="0">
                    <a:solidFill>
                      <a:schemeClr val="tx1">
                        <a:lumMod val="50000"/>
                        <a:lumOff val="50000"/>
                      </a:schemeClr>
                    </a:solidFill>
                  </a:rPr>
                  <a:t>	</a:t>
                </a:r>
                <a14:m>
                  <m:oMath xmlns:m="http://schemas.openxmlformats.org/officeDocument/2006/math">
                    <m:r>
                      <a:rPr lang="en-IN" sz="1400" b="0" i="1" smtClean="0">
                        <a:solidFill>
                          <a:schemeClr val="tx1">
                            <a:lumMod val="50000"/>
                            <a:lumOff val="50000"/>
                          </a:schemeClr>
                        </a:solidFill>
                        <a:latin typeface="Cambria Math" panose="02040503050406030204" pitchFamily="18" charset="0"/>
                      </a:rPr>
                      <m:t>𝑠</m:t>
                    </m:r>
                    <m:r>
                      <a:rPr lang="en-IN" sz="1400" b="0" i="1" smtClean="0">
                        <a:solidFill>
                          <a:schemeClr val="tx1">
                            <a:lumMod val="50000"/>
                            <a:lumOff val="50000"/>
                          </a:schemeClr>
                        </a:solidFill>
                        <a:latin typeface="Cambria Math" panose="02040503050406030204" pitchFamily="18" charset="0"/>
                      </a:rPr>
                      <m:t>=</m:t>
                    </m:r>
                    <m:func>
                      <m:funcPr>
                        <m:ctrlPr>
                          <a:rPr lang="en-IN" sz="1400" b="0" i="1" smtClean="0">
                            <a:solidFill>
                              <a:schemeClr val="tx1">
                                <a:lumMod val="50000"/>
                                <a:lumOff val="50000"/>
                              </a:schemeClr>
                            </a:solidFill>
                            <a:latin typeface="Cambria Math" panose="02040503050406030204" pitchFamily="18" charset="0"/>
                          </a:rPr>
                        </m:ctrlPr>
                      </m:funcPr>
                      <m:fName>
                        <m:r>
                          <m:rPr>
                            <m:sty m:val="p"/>
                          </m:rPr>
                          <a:rPr lang="en-IN" sz="1400" b="0" i="0" smtClean="0">
                            <a:solidFill>
                              <a:schemeClr val="tx1">
                                <a:lumMod val="50000"/>
                                <a:lumOff val="50000"/>
                              </a:schemeClr>
                            </a:solidFill>
                            <a:latin typeface="Cambria Math" panose="02040503050406030204" pitchFamily="18" charset="0"/>
                          </a:rPr>
                          <m:t>log</m:t>
                        </m:r>
                      </m:fName>
                      <m:e>
                        <m:d>
                          <m:dPr>
                            <m:ctrlPr>
                              <a:rPr lang="en-IN" sz="1400" b="0" i="1" smtClean="0">
                                <a:solidFill>
                                  <a:schemeClr val="tx1">
                                    <a:lumMod val="50000"/>
                                    <a:lumOff val="50000"/>
                                  </a:schemeClr>
                                </a:solidFill>
                                <a:latin typeface="Cambria Math" panose="02040503050406030204" pitchFamily="18" charset="0"/>
                              </a:rPr>
                            </m:ctrlPr>
                          </m:dPr>
                          <m:e>
                            <m:f>
                              <m:fPr>
                                <m:ctrlPr>
                                  <a:rPr lang="en-IN" sz="1400" b="0" i="1" smtClean="0">
                                    <a:solidFill>
                                      <a:schemeClr val="tx1">
                                        <a:lumMod val="50000"/>
                                        <a:lumOff val="50000"/>
                                      </a:schemeClr>
                                    </a:solidFill>
                                    <a:latin typeface="Cambria Math" panose="02040503050406030204" pitchFamily="18" charset="0"/>
                                  </a:rPr>
                                </m:ctrlPr>
                              </m:fPr>
                              <m:num>
                                <m:acc>
                                  <m:accPr>
                                    <m:chr m:val="̂"/>
                                    <m:ctrlPr>
                                      <a:rPr lang="en-IN" sz="1400" b="0" i="1" smtClean="0">
                                        <a:solidFill>
                                          <a:schemeClr val="tx1">
                                            <a:lumMod val="50000"/>
                                            <a:lumOff val="50000"/>
                                          </a:schemeClr>
                                        </a:solidFill>
                                        <a:latin typeface="Cambria Math" panose="02040503050406030204" pitchFamily="18" charset="0"/>
                                      </a:rPr>
                                    </m:ctrlPr>
                                  </m:accPr>
                                  <m:e>
                                    <m:r>
                                      <a:rPr lang="en-IN" sz="1400" i="1">
                                        <a:solidFill>
                                          <a:schemeClr val="tx1">
                                            <a:lumMod val="50000"/>
                                            <a:lumOff val="50000"/>
                                          </a:schemeClr>
                                        </a:solidFill>
                                        <a:latin typeface="Cambria Math" panose="02040503050406030204" pitchFamily="18" charset="0"/>
                                      </a:rPr>
                                      <m:t>𝑝</m:t>
                                    </m:r>
                                  </m:e>
                                </m:acc>
                              </m:num>
                              <m:den>
                                <m:sSup>
                                  <m:sSupPr>
                                    <m:ctrlPr>
                                      <a:rPr lang="en-IN" sz="1400" b="0" i="1" smtClean="0">
                                        <a:solidFill>
                                          <a:schemeClr val="tx1">
                                            <a:lumMod val="50000"/>
                                            <a:lumOff val="50000"/>
                                          </a:schemeClr>
                                        </a:solidFill>
                                        <a:latin typeface="Cambria Math" panose="02040503050406030204" pitchFamily="18" charset="0"/>
                                      </a:rPr>
                                    </m:ctrlPr>
                                  </m:sSupPr>
                                  <m:e>
                                    <m:acc>
                                      <m:accPr>
                                        <m:chr m:val="̂"/>
                                        <m:ctrlPr>
                                          <a:rPr lang="en-IN" sz="1400" i="1">
                                            <a:solidFill>
                                              <a:schemeClr val="tx1">
                                                <a:lumMod val="50000"/>
                                                <a:lumOff val="50000"/>
                                              </a:schemeClr>
                                            </a:solidFill>
                                            <a:latin typeface="Cambria Math" panose="02040503050406030204" pitchFamily="18" charset="0"/>
                                          </a:rPr>
                                        </m:ctrlPr>
                                      </m:accPr>
                                      <m:e>
                                        <m:r>
                                          <a:rPr lang="en-IN" sz="1400" i="1">
                                            <a:solidFill>
                                              <a:schemeClr val="tx1">
                                                <a:lumMod val="50000"/>
                                                <a:lumOff val="50000"/>
                                              </a:schemeClr>
                                            </a:solidFill>
                                            <a:latin typeface="Cambria Math" panose="02040503050406030204" pitchFamily="18" charset="0"/>
                                            <a:ea typeface="Cambria Math" panose="02040503050406030204" pitchFamily="18" charset="0"/>
                                          </a:rPr>
                                          <m:t>𝜌</m:t>
                                        </m:r>
                                      </m:e>
                                    </m:acc>
                                  </m:e>
                                  <m:sup>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𝛾</m:t>
                                    </m:r>
                                  </m:sup>
                                </m:sSup>
                              </m:den>
                            </m:f>
                          </m:e>
                        </m:d>
                      </m:e>
                    </m:func>
                  </m:oMath>
                </a14:m>
                <a:r>
                  <a:rPr lang="en-IN" sz="1400" dirty="0">
                    <a:solidFill>
                      <a:schemeClr val="tx1">
                        <a:lumMod val="50000"/>
                        <a:lumOff val="50000"/>
                      </a:schemeClr>
                    </a:solidFill>
                  </a:rPr>
                  <a:t> </a:t>
                </a:r>
              </a:p>
              <a:p>
                <a:pPr>
                  <a:lnSpc>
                    <a:spcPct val="120000"/>
                  </a:lnSpc>
                </a:pPr>
                <a:r>
                  <a:rPr lang="en-IN" sz="1400" b="0" dirty="0">
                    <a:solidFill>
                      <a:schemeClr val="tx1">
                        <a:lumMod val="50000"/>
                        <a:lumOff val="50000"/>
                      </a:schemeClr>
                    </a:solidFill>
                    <a:latin typeface="Times New Roman" panose="02020603050405020304" pitchFamily="18" charset="0"/>
                    <a:cs typeface="Times New Roman" panose="02020603050405020304" pitchFamily="18" charset="0"/>
                  </a:rPr>
                  <a:t>Output</a:t>
                </a:r>
                <a:r>
                  <a:rPr lang="en-IN" sz="1400" b="0" dirty="0">
                    <a:solidFill>
                      <a:schemeClr val="tx1">
                        <a:lumMod val="50000"/>
                        <a:lumOff val="50000"/>
                      </a:schemeClr>
                    </a:solidFill>
                  </a:rPr>
                  <a:t>	</a:t>
                </a:r>
                <a14:m>
                  <m:oMath xmlns:m="http://schemas.openxmlformats.org/officeDocument/2006/math">
                    <m:func>
                      <m:funcPr>
                        <m:ctrlPr>
                          <a:rPr lang="en-IN" sz="1400" b="0" i="1" smtClean="0">
                            <a:solidFill>
                              <a:schemeClr val="tx1">
                                <a:lumMod val="50000"/>
                                <a:lumOff val="50000"/>
                              </a:schemeClr>
                            </a:solidFill>
                            <a:latin typeface="Cambria Math" panose="02040503050406030204" pitchFamily="18" charset="0"/>
                          </a:rPr>
                        </m:ctrlPr>
                      </m:funcPr>
                      <m:fName>
                        <m:r>
                          <m:rPr>
                            <m:sty m:val="p"/>
                          </m:rPr>
                          <a:rPr lang="en-IN" sz="1400" b="0" i="0" smtClean="0">
                            <a:solidFill>
                              <a:schemeClr val="tx1">
                                <a:lumMod val="50000"/>
                                <a:lumOff val="50000"/>
                              </a:schemeClr>
                            </a:solidFill>
                            <a:latin typeface="Cambria Math" panose="02040503050406030204" pitchFamily="18" charset="0"/>
                          </a:rPr>
                          <m:t>max</m:t>
                        </m:r>
                      </m:fName>
                      <m:e>
                        <m:d>
                          <m:dPr>
                            <m:ctrlPr>
                              <a:rPr lang="en-IN" sz="1400" b="0" i="1" smtClean="0">
                                <a:solidFill>
                                  <a:schemeClr val="tx1">
                                    <a:lumMod val="50000"/>
                                    <a:lumOff val="50000"/>
                                  </a:schemeClr>
                                </a:solidFill>
                                <a:latin typeface="Cambria Math" panose="02040503050406030204" pitchFamily="18" charset="0"/>
                              </a:rPr>
                            </m:ctrlPr>
                          </m:dPr>
                          <m:e>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𝛼</m:t>
                            </m:r>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m:t>
                            </m:r>
                            <m:acc>
                              <m:accPr>
                                <m:chr m:val="̂"/>
                                <m:ctrlP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ctrlPr>
                              </m:accPr>
                              <m:e>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𝜌</m:t>
                                </m:r>
                              </m:e>
                            </m:acc>
                          </m:e>
                        </m:d>
                      </m:e>
                    </m:func>
                    <m:r>
                      <a:rPr lang="en-IN" sz="1400" b="0" i="1" smtClean="0">
                        <a:solidFill>
                          <a:schemeClr val="tx1">
                            <a:lumMod val="50000"/>
                            <a:lumOff val="50000"/>
                          </a:schemeClr>
                        </a:solidFill>
                        <a:latin typeface="Cambria Math" panose="02040503050406030204" pitchFamily="18" charset="0"/>
                      </a:rPr>
                      <m:t>,</m:t>
                    </m:r>
                    <m:func>
                      <m:funcPr>
                        <m:ctrlPr>
                          <a:rPr lang="en-IN" sz="1400" b="0" i="1" smtClean="0">
                            <a:solidFill>
                              <a:schemeClr val="tx1">
                                <a:lumMod val="50000"/>
                                <a:lumOff val="50000"/>
                              </a:schemeClr>
                            </a:solidFill>
                            <a:latin typeface="Cambria Math" panose="02040503050406030204" pitchFamily="18" charset="0"/>
                          </a:rPr>
                        </m:ctrlPr>
                      </m:funcPr>
                      <m:fName>
                        <m:r>
                          <m:rPr>
                            <m:sty m:val="p"/>
                          </m:rPr>
                          <a:rPr lang="en-IN" sz="1400" b="0" i="0" smtClean="0">
                            <a:solidFill>
                              <a:schemeClr val="tx1">
                                <a:lumMod val="50000"/>
                                <a:lumOff val="50000"/>
                              </a:schemeClr>
                            </a:solidFill>
                            <a:latin typeface="Cambria Math" panose="02040503050406030204" pitchFamily="18" charset="0"/>
                          </a:rPr>
                          <m:t>max</m:t>
                        </m:r>
                      </m:fName>
                      <m:e>
                        <m:d>
                          <m:dPr>
                            <m:ctrlPr>
                              <a:rPr lang="en-IN" sz="1400" b="0" i="1" smtClean="0">
                                <a:solidFill>
                                  <a:schemeClr val="tx1">
                                    <a:lumMod val="50000"/>
                                    <a:lumOff val="50000"/>
                                  </a:schemeClr>
                                </a:solidFill>
                                <a:latin typeface="Cambria Math" panose="02040503050406030204" pitchFamily="18" charset="0"/>
                              </a:rPr>
                            </m:ctrlPr>
                          </m:dPr>
                          <m:e>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𝛼</m:t>
                            </m:r>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m:t>
                            </m:r>
                            <m:acc>
                              <m:accPr>
                                <m:chr m:val="̂"/>
                                <m:ctrlP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ctrlPr>
                              </m:accPr>
                              <m:e>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𝑝</m:t>
                                </m:r>
                              </m:e>
                            </m:acc>
                          </m:e>
                        </m:d>
                      </m:e>
                    </m:func>
                  </m:oMath>
                </a14:m>
                <a:r>
                  <a:rPr lang="en-IN" sz="1400" dirty="0"/>
                  <a:t>  </a:t>
                </a:r>
              </a:p>
            </p:txBody>
          </p:sp>
        </mc:Choice>
        <mc:Fallback xmlns="">
          <p:sp>
            <p:nvSpPr>
              <p:cNvPr id="15" name="TextBox 14">
                <a:extLst>
                  <a:ext uri="{FF2B5EF4-FFF2-40B4-BE49-F238E27FC236}">
                    <a16:creationId xmlns:a16="http://schemas.microsoft.com/office/drawing/2014/main" id="{6F9CA51D-6F1B-3121-4C49-1FDA9346E878}"/>
                  </a:ext>
                </a:extLst>
              </p:cNvPr>
              <p:cNvSpPr txBox="1">
                <a:spLocks noRot="1" noChangeAspect="1" noMove="1" noResize="1" noEditPoints="1" noAdjustHandles="1" noChangeArrowheads="1" noChangeShapeType="1" noTextEdit="1"/>
              </p:cNvSpPr>
              <p:nvPr/>
            </p:nvSpPr>
            <p:spPr>
              <a:xfrm>
                <a:off x="922375" y="3636010"/>
                <a:ext cx="6594015" cy="3234412"/>
              </a:xfrm>
              <a:prstGeom prst="rect">
                <a:avLst/>
              </a:prstGeom>
              <a:blipFill>
                <a:blip r:embed="rId7"/>
                <a:stretch>
                  <a:fillRect l="-462"/>
                </a:stretch>
              </a:blipFill>
            </p:spPr>
            <p:txBody>
              <a:bodyPr/>
              <a:lstStyle/>
              <a:p>
                <a:r>
                  <a:rPr lang="en-IN">
                    <a:noFill/>
                  </a:rPr>
                  <a:t> </a:t>
                </a:r>
              </a:p>
            </p:txBody>
          </p:sp>
        </mc:Fallback>
      </mc:AlternateContent>
    </p:spTree>
    <p:extLst>
      <p:ext uri="{BB962C8B-B14F-4D97-AF65-F5344CB8AC3E}">
        <p14:creationId xmlns:p14="http://schemas.microsoft.com/office/powerpoint/2010/main" val="4244741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62152BF-AD95-561F-1711-B28B8C0BADD5}"/>
              </a:ext>
            </a:extLst>
          </p:cNvPr>
          <p:cNvSpPr/>
          <p:nvPr/>
        </p:nvSpPr>
        <p:spPr>
          <a:xfrm>
            <a:off x="1011468" y="511113"/>
            <a:ext cx="8091469" cy="1108732"/>
          </a:xfrm>
          <a:prstGeom prst="rect">
            <a:avLst/>
          </a:prstGeom>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13</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10886"/>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Expansion Fan Problem</a:t>
            </a:r>
          </a:p>
        </p:txBody>
      </p:sp>
      <p:grpSp>
        <p:nvGrpSpPr>
          <p:cNvPr id="539" name="Group 538">
            <a:extLst>
              <a:ext uri="{FF2B5EF4-FFF2-40B4-BE49-F238E27FC236}">
                <a16:creationId xmlns:a16="http://schemas.microsoft.com/office/drawing/2014/main" id="{DB852A11-DAB5-6664-9381-8A259921C446}"/>
              </a:ext>
            </a:extLst>
          </p:cNvPr>
          <p:cNvGrpSpPr/>
          <p:nvPr/>
        </p:nvGrpSpPr>
        <p:grpSpPr>
          <a:xfrm>
            <a:off x="87775" y="2803258"/>
            <a:ext cx="8172305" cy="4039994"/>
            <a:chOff x="95877" y="2717603"/>
            <a:chExt cx="8172305" cy="3983727"/>
          </a:xfrm>
        </p:grpSpPr>
        <p:sp>
          <p:nvSpPr>
            <p:cNvPr id="241" name="Rectangle 240">
              <a:extLst>
                <a:ext uri="{FF2B5EF4-FFF2-40B4-BE49-F238E27FC236}">
                  <a16:creationId xmlns:a16="http://schemas.microsoft.com/office/drawing/2014/main" id="{D3E05F73-A33A-169A-33CD-9253C45146E9}"/>
                </a:ext>
              </a:extLst>
            </p:cNvPr>
            <p:cNvSpPr/>
            <p:nvPr/>
          </p:nvSpPr>
          <p:spPr>
            <a:xfrm>
              <a:off x="95877" y="2717603"/>
              <a:ext cx="3379471" cy="2860412"/>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242" name="Rectangle: Rounded Corners 241">
              <a:extLst>
                <a:ext uri="{FF2B5EF4-FFF2-40B4-BE49-F238E27FC236}">
                  <a16:creationId xmlns:a16="http://schemas.microsoft.com/office/drawing/2014/main" id="{B3B59C38-3E2C-AF4C-44D4-D8A2800DD40A}"/>
                </a:ext>
              </a:extLst>
            </p:cNvPr>
            <p:cNvSpPr/>
            <p:nvPr/>
          </p:nvSpPr>
          <p:spPr>
            <a:xfrm>
              <a:off x="2356127" y="2855252"/>
              <a:ext cx="5912055" cy="2587796"/>
            </a:xfrm>
            <a:prstGeom prst="roundRect">
              <a:avLst/>
            </a:prstGeom>
            <a:ln w="38100">
              <a:solidFill>
                <a:srgbClr val="FF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243" name="TextBox 242">
              <a:extLst>
                <a:ext uri="{FF2B5EF4-FFF2-40B4-BE49-F238E27FC236}">
                  <a16:creationId xmlns:a16="http://schemas.microsoft.com/office/drawing/2014/main" id="{F610058E-4895-589E-DEB6-E7E371C36619}"/>
                </a:ext>
              </a:extLst>
            </p:cNvPr>
            <p:cNvSpPr txBox="1"/>
            <p:nvPr/>
          </p:nvSpPr>
          <p:spPr>
            <a:xfrm>
              <a:off x="5001607" y="3089679"/>
              <a:ext cx="3175135" cy="307777"/>
            </a:xfrm>
            <a:prstGeom prst="rect">
              <a:avLst/>
            </a:prstGeom>
            <a:noFill/>
          </p:spPr>
          <p:txBody>
            <a:bodyPr wrap="square">
              <a:spAutoFit/>
            </a:bodyPr>
            <a:lstStyle/>
            <a:p>
              <a:pPr algn="ctr"/>
              <a:r>
                <a:rPr lang="en-IN" sz="1400" dirty="0">
                  <a:solidFill>
                    <a:srgbClr val="FF0000"/>
                  </a:solidFill>
                  <a:latin typeface="Baskerville Old Face" panose="02020602080505020303" pitchFamily="18" charset="0"/>
                </a:rPr>
                <a:t>Physics Part for 2D Euler Equation</a:t>
              </a:r>
              <a:endParaRPr lang="en-IN" sz="1400"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44" name="Oval 243">
                  <a:extLst>
                    <a:ext uri="{FF2B5EF4-FFF2-40B4-BE49-F238E27FC236}">
                      <a16:creationId xmlns:a16="http://schemas.microsoft.com/office/drawing/2014/main" id="{70C436CF-8CCB-7443-B496-EA89868A8AB0}"/>
                    </a:ext>
                  </a:extLst>
                </p:cNvPr>
                <p:cNvSpPr/>
                <p:nvPr/>
              </p:nvSpPr>
              <p:spPr>
                <a:xfrm>
                  <a:off x="4129362" y="3093027"/>
                  <a:ext cx="605625" cy="554558"/>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IN" sz="1000" i="1" smtClean="0">
                            <a:latin typeface="Cambria Math" panose="02040503050406030204" pitchFamily="18" charset="0"/>
                            <a:ea typeface="Cambria Math" panose="02040503050406030204" pitchFamily="18" charset="0"/>
                          </a:rPr>
                          <m:t>∇</m:t>
                        </m:r>
                        <m:r>
                          <a:rPr lang="en-IN" sz="1000" i="1" smtClean="0">
                            <a:latin typeface="Cambria Math" panose="02040503050406030204" pitchFamily="18" charset="0"/>
                            <a:ea typeface="Cambria Math" panose="02040503050406030204" pitchFamily="18" charset="0"/>
                          </a:rPr>
                          <m:t>∙</m:t>
                        </m:r>
                      </m:oMath>
                    </m:oMathPara>
                  </a14:m>
                  <a:endParaRPr lang="en-IN" sz="1000" dirty="0"/>
                </a:p>
              </p:txBody>
            </p:sp>
          </mc:Choice>
          <mc:Fallback xmlns="">
            <p:sp>
              <p:nvSpPr>
                <p:cNvPr id="244" name="Oval 243">
                  <a:extLst>
                    <a:ext uri="{FF2B5EF4-FFF2-40B4-BE49-F238E27FC236}">
                      <a16:creationId xmlns:a16="http://schemas.microsoft.com/office/drawing/2014/main" id="{70C436CF-8CCB-7443-B496-EA89868A8AB0}"/>
                    </a:ext>
                  </a:extLst>
                </p:cNvPr>
                <p:cNvSpPr>
                  <a:spLocks noRot="1" noChangeAspect="1" noMove="1" noResize="1" noEditPoints="1" noAdjustHandles="1" noChangeArrowheads="1" noChangeShapeType="1" noTextEdit="1"/>
                </p:cNvSpPr>
                <p:nvPr/>
              </p:nvSpPr>
              <p:spPr>
                <a:xfrm>
                  <a:off x="4129362" y="3093027"/>
                  <a:ext cx="605625" cy="554558"/>
                </a:xfrm>
                <a:prstGeom prst="ellipse">
                  <a:avLst/>
                </a:prstGeom>
                <a:blipFill>
                  <a:blip r:embed="rId3"/>
                  <a:stretch>
                    <a:fillRect/>
                  </a:stretch>
                </a:blipFill>
                <a:ln/>
              </p:spPr>
              <p:txBody>
                <a:bodyPr/>
                <a:lstStyle/>
                <a:p>
                  <a:r>
                    <a:rPr lang="en-IN">
                      <a:noFill/>
                    </a:rPr>
                    <a:t> </a:t>
                  </a:r>
                </a:p>
              </p:txBody>
            </p:sp>
          </mc:Fallback>
        </mc:AlternateContent>
        <p:sp>
          <p:nvSpPr>
            <p:cNvPr id="245" name="Oval 244">
              <a:extLst>
                <a:ext uri="{FF2B5EF4-FFF2-40B4-BE49-F238E27FC236}">
                  <a16:creationId xmlns:a16="http://schemas.microsoft.com/office/drawing/2014/main" id="{943AF592-920E-3914-DC00-EB0CEDE38BFC}"/>
                </a:ext>
              </a:extLst>
            </p:cNvPr>
            <p:cNvSpPr/>
            <p:nvPr/>
          </p:nvSpPr>
          <p:spPr>
            <a:xfrm>
              <a:off x="4129361" y="4524896"/>
              <a:ext cx="605625" cy="554794"/>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200" dirty="0">
                  <a:latin typeface="Baskerville Old Face" panose="02020602080505020303" pitchFamily="18" charset="0"/>
                </a:rPr>
                <a:t>I</a:t>
              </a:r>
            </a:p>
          </p:txBody>
        </p:sp>
        <p:cxnSp>
          <p:nvCxnSpPr>
            <p:cNvPr id="246" name="Straight Arrow Connector 245">
              <a:extLst>
                <a:ext uri="{FF2B5EF4-FFF2-40B4-BE49-F238E27FC236}">
                  <a16:creationId xmlns:a16="http://schemas.microsoft.com/office/drawing/2014/main" id="{9A1D4B99-F16C-8AAE-6A2C-893CCEAF68E1}"/>
                </a:ext>
              </a:extLst>
            </p:cNvPr>
            <p:cNvCxnSpPr>
              <a:cxnSpLocks/>
              <a:stCxn id="268" idx="6"/>
              <a:endCxn id="244" idx="2"/>
            </p:cNvCxnSpPr>
            <p:nvPr/>
          </p:nvCxnSpPr>
          <p:spPr>
            <a:xfrm flipV="1">
              <a:off x="3585243" y="3370306"/>
              <a:ext cx="544119" cy="4564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87131F64-ABC3-CAB3-F3A3-49DBACAD7C80}"/>
                </a:ext>
              </a:extLst>
            </p:cNvPr>
            <p:cNvCxnSpPr>
              <a:cxnSpLocks/>
              <a:stCxn id="268" idx="6"/>
              <a:endCxn id="245" idx="2"/>
            </p:cNvCxnSpPr>
            <p:nvPr/>
          </p:nvCxnSpPr>
          <p:spPr>
            <a:xfrm>
              <a:off x="3585243" y="3826785"/>
              <a:ext cx="544118" cy="97550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8" name="Rectangle 247">
                  <a:extLst>
                    <a:ext uri="{FF2B5EF4-FFF2-40B4-BE49-F238E27FC236}">
                      <a16:creationId xmlns:a16="http://schemas.microsoft.com/office/drawing/2014/main" id="{E7C726B5-988B-5DF1-D80A-9CBAD003BF44}"/>
                    </a:ext>
                  </a:extLst>
                </p:cNvPr>
                <p:cNvSpPr/>
                <p:nvPr/>
              </p:nvSpPr>
              <p:spPr>
                <a:xfrm>
                  <a:off x="5001607" y="3404864"/>
                  <a:ext cx="3175135" cy="1374133"/>
                </a:xfrm>
                <a:prstGeom prst="rect">
                  <a:avLst/>
                </a:prstGeom>
                <a:solidFill>
                  <a:schemeClr val="bg1"/>
                </a:solid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sz="1400" i="1" smtClean="0">
                                <a:latin typeface="Cambria Math" panose="02040503050406030204" pitchFamily="18" charset="0"/>
                                <a:cs typeface="Times New Roman" panose="02020603050405020304" pitchFamily="18" charset="0"/>
                              </a:rPr>
                            </m:ctrlPr>
                          </m:sSubPr>
                          <m:e>
                            <m:r>
                              <a:rPr lang="en-IN" sz="1400" i="1">
                                <a:latin typeface="Cambria Math" panose="02040503050406030204" pitchFamily="18" charset="0"/>
                                <a:cs typeface="Times New Roman" panose="02020603050405020304" pitchFamily="18" charset="0"/>
                              </a:rPr>
                              <m:t>𝑀𝑆𝐸</m:t>
                            </m:r>
                          </m:e>
                          <m:sub>
                            <m:r>
                              <a:rPr lang="en-IN" sz="1400" i="1">
                                <a:latin typeface="Cambria Math" panose="02040503050406030204" pitchFamily="18" charset="0"/>
                                <a:cs typeface="Times New Roman" panose="02020603050405020304" pitchFamily="18" charset="0"/>
                              </a:rPr>
                              <m:t>𝑇𝑜𝑡𝑎𝑙</m:t>
                            </m:r>
                            <m:r>
                              <a:rPr lang="en-IN" sz="1400" i="1">
                                <a:latin typeface="Cambria Math" panose="02040503050406030204" pitchFamily="18" charset="0"/>
                                <a:cs typeface="Times New Roman" panose="02020603050405020304" pitchFamily="18" charset="0"/>
                              </a:rPr>
                              <m:t> </m:t>
                            </m:r>
                            <m:r>
                              <a:rPr lang="en-IN" sz="1400" i="1">
                                <a:latin typeface="Cambria Math" panose="02040503050406030204" pitchFamily="18" charset="0"/>
                                <a:cs typeface="Times New Roman" panose="02020603050405020304" pitchFamily="18" charset="0"/>
                              </a:rPr>
                              <m:t>𝐿𝑜𝑠𝑠</m:t>
                            </m:r>
                          </m:sub>
                        </m:sSub>
                        <m:r>
                          <a:rPr lang="en-IN" sz="1400" b="0" i="1" smtClean="0">
                            <a:latin typeface="Cambria Math" panose="02040503050406030204" pitchFamily="18" charset="0"/>
                            <a:cs typeface="Times New Roman" panose="02020603050405020304" pitchFamily="18" charset="0"/>
                          </a:rPr>
                          <m:t>=</m:t>
                        </m:r>
                        <m:limLow>
                          <m:limLowPr>
                            <m:ctrlPr>
                              <a:rPr lang="en-IN" sz="1400" b="0" i="1" smtClean="0">
                                <a:latin typeface="Cambria Math" panose="02040503050406030204" pitchFamily="18" charset="0"/>
                                <a:cs typeface="Times New Roman" panose="02020603050405020304" pitchFamily="18" charset="0"/>
                              </a:rPr>
                            </m:ctrlPr>
                          </m:limLowPr>
                          <m:e>
                            <m:groupChr>
                              <m:groupChrPr>
                                <m:chr m:val="⏟"/>
                                <m:ctrlPr>
                                  <a:rPr lang="en-IN" sz="1400" b="0" i="1" smtClean="0">
                                    <a:latin typeface="Cambria Math" panose="02040503050406030204" pitchFamily="18" charset="0"/>
                                    <a:cs typeface="Times New Roman" panose="02020603050405020304" pitchFamily="18" charset="0"/>
                                  </a:rPr>
                                </m:ctrlPr>
                              </m:groupChrPr>
                              <m:e>
                                <m:f>
                                  <m:fPr>
                                    <m:ctrlPr>
                                      <a:rPr lang="en-IN" sz="1400" b="0" i="1" smtClean="0">
                                        <a:latin typeface="Cambria Math" panose="02040503050406030204" pitchFamily="18" charset="0"/>
                                        <a:cs typeface="Times New Roman" panose="02020603050405020304" pitchFamily="18" charset="0"/>
                                      </a:rPr>
                                    </m:ctrlPr>
                                  </m:fPr>
                                  <m:num>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1" i="1" smtClean="0">
                                        <a:latin typeface="Cambria Math" panose="02040503050406030204" pitchFamily="18" charset="0"/>
                                        <a:ea typeface="Cambria Math" panose="02040503050406030204" pitchFamily="18" charset="0"/>
                                        <a:cs typeface="Times New Roman" panose="02020603050405020304" pitchFamily="18" charset="0"/>
                                      </a:rPr>
                                      <m:t>𝑼</m:t>
                                    </m:r>
                                  </m:num>
                                  <m:den>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𝑡</m:t>
                                    </m:r>
                                  </m:den>
                                </m:f>
                                <m:r>
                                  <a:rPr lang="en-IN" sz="1400" b="0" i="1" smtClean="0">
                                    <a:latin typeface="Cambria Math" panose="02040503050406030204" pitchFamily="18" charset="0"/>
                                    <a:cs typeface="Times New Roman" panose="02020603050405020304" pitchFamily="18" charset="0"/>
                                  </a:rPr>
                                  <m:t>+</m:t>
                                </m:r>
                                <m:r>
                                  <m:rPr>
                                    <m:sty m:val="p"/>
                                  </m:rP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1" i="1" smtClean="0">
                                    <a:latin typeface="Cambria Math" panose="02040503050406030204" pitchFamily="18" charset="0"/>
                                    <a:ea typeface="Cambria Math" panose="02040503050406030204" pitchFamily="18" charset="0"/>
                                    <a:cs typeface="Times New Roman" panose="02020603050405020304" pitchFamily="18" charset="0"/>
                                  </a:rPr>
                                  <m:t>𝑮</m:t>
                                </m:r>
                                <m:d>
                                  <m:dPr>
                                    <m:ctrlPr>
                                      <a:rPr lang="en-IN" sz="14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400" b="1" i="1" smtClean="0">
                                        <a:latin typeface="Cambria Math" panose="02040503050406030204" pitchFamily="18" charset="0"/>
                                        <a:ea typeface="Cambria Math" panose="02040503050406030204" pitchFamily="18" charset="0"/>
                                        <a:cs typeface="Times New Roman" panose="02020603050405020304" pitchFamily="18" charset="0"/>
                                      </a:rPr>
                                      <m:t>𝑼</m:t>
                                    </m:r>
                                  </m:e>
                                </m:d>
                                <m:r>
                                  <a:rPr lang="en-IN" sz="1400" b="0" i="1" smtClean="0">
                                    <a:latin typeface="Cambria Math" panose="02040503050406030204" pitchFamily="18" charset="0"/>
                                    <a:ea typeface="Cambria Math" panose="02040503050406030204" pitchFamily="18" charset="0"/>
                                    <a:cs typeface="Times New Roman" panose="02020603050405020304" pitchFamily="18" charset="0"/>
                                  </a:rPr>
                                  <m:t>=0</m:t>
                                </m:r>
                              </m:e>
                            </m:groupChr>
                          </m:e>
                          <m:lim>
                            <m:r>
                              <a:rPr lang="en-IN" sz="1400" b="0" i="1" smtClean="0">
                                <a:latin typeface="Cambria Math" panose="02040503050406030204" pitchFamily="18" charset="0"/>
                                <a:cs typeface="Times New Roman" panose="02020603050405020304" pitchFamily="18" charset="0"/>
                              </a:rPr>
                              <m:t>𝐸𝑢𝑙𝑒𝑟</m:t>
                            </m:r>
                            <m:r>
                              <a:rPr lang="en-IN" sz="1400" b="0" i="1" smtClean="0">
                                <a:latin typeface="Cambria Math" panose="02040503050406030204" pitchFamily="18" charset="0"/>
                                <a:cs typeface="Times New Roman" panose="02020603050405020304" pitchFamily="18" charset="0"/>
                              </a:rPr>
                              <m:t> </m:t>
                            </m:r>
                            <m:r>
                              <a:rPr lang="en-IN" sz="1400" b="0" i="1" smtClean="0">
                                <a:latin typeface="Cambria Math" panose="02040503050406030204" pitchFamily="18" charset="0"/>
                                <a:cs typeface="Times New Roman" panose="02020603050405020304" pitchFamily="18" charset="0"/>
                              </a:rPr>
                              <m:t>𝐸𝑞𝑢𝑎𝑡𝑖𝑜𝑛</m:t>
                            </m:r>
                          </m:lim>
                        </m:limLow>
                      </m:oMath>
                    </m:oMathPara>
                  </a14:m>
                  <a:endParaRPr lang="en-IN" sz="1400" b="0" i="1" dirty="0">
                    <a:latin typeface="Cambria Math" panose="020405030504060302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cs typeface="Times New Roman" panose="02020603050405020304" pitchFamily="18" charset="0"/>
                          </a:rPr>
                          <m:t>+</m:t>
                        </m:r>
                        <m:limLow>
                          <m:limLowPr>
                            <m:ctrlPr>
                              <a:rPr lang="en-IN" sz="1400" b="0" i="1" smtClean="0">
                                <a:solidFill>
                                  <a:srgbClr val="FF0000"/>
                                </a:solidFill>
                                <a:latin typeface="Cambria Math" panose="02040503050406030204" pitchFamily="18" charset="0"/>
                                <a:cs typeface="Times New Roman" panose="02020603050405020304" pitchFamily="18" charset="0"/>
                              </a:rPr>
                            </m:ctrlPr>
                          </m:limLowPr>
                          <m:e>
                            <m:groupChr>
                              <m:groupChrPr>
                                <m:chr m:val="⏟"/>
                                <m:ctrlPr>
                                  <a:rPr lang="en-IN" sz="1400" b="0" i="1" smtClean="0">
                                    <a:solidFill>
                                      <a:srgbClr val="FF0000"/>
                                    </a:solidFill>
                                    <a:latin typeface="Cambria Math" panose="02040503050406030204" pitchFamily="18" charset="0"/>
                                    <a:cs typeface="Times New Roman" panose="02020603050405020304" pitchFamily="18" charset="0"/>
                                  </a:rPr>
                                </m:ctrlPr>
                              </m:groupChrPr>
                              <m:e>
                                <m:sSub>
                                  <m:sSubPr>
                                    <m:ctrlPr>
                                      <a:rPr lang="en-IN" sz="1400" b="0" i="1" smtClean="0">
                                        <a:solidFill>
                                          <a:srgbClr val="FF0000"/>
                                        </a:solidFill>
                                        <a:latin typeface="Cambria Math" panose="02040503050406030204" pitchFamily="18" charset="0"/>
                                        <a:cs typeface="Times New Roman" panose="02020603050405020304" pitchFamily="18" charset="0"/>
                                      </a:rPr>
                                    </m:ctrlPr>
                                  </m:sSubPr>
                                  <m:e>
                                    <m:r>
                                      <a:rPr lang="en-IN" sz="1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𝜂</m:t>
                                    </m:r>
                                  </m:e>
                                  <m:sub>
                                    <m:r>
                                      <a:rPr lang="en-IN" sz="1400" b="0" i="1" smtClean="0">
                                        <a:solidFill>
                                          <a:srgbClr val="FF0000"/>
                                        </a:solidFill>
                                        <a:latin typeface="Cambria Math" panose="02040503050406030204" pitchFamily="18" charset="0"/>
                                        <a:cs typeface="Times New Roman" panose="02020603050405020304" pitchFamily="18" charset="0"/>
                                      </a:rPr>
                                      <m:t>𝑡</m:t>
                                    </m:r>
                                  </m:sub>
                                </m:sSub>
                                <m:r>
                                  <a:rPr lang="en-IN" sz="1400" b="0" i="1" smtClean="0">
                                    <a:solidFill>
                                      <a:srgbClr val="FF0000"/>
                                    </a:solidFill>
                                    <a:latin typeface="Cambria Math" panose="02040503050406030204" pitchFamily="18" charset="0"/>
                                    <a:cs typeface="Times New Roman" panose="02020603050405020304" pitchFamily="18" charset="0"/>
                                  </a:rPr>
                                  <m:t>+</m:t>
                                </m:r>
                                <m:sSub>
                                  <m:sSubPr>
                                    <m:ctrlPr>
                                      <a:rPr lang="en-IN" sz="1400" b="0" i="1" smtClean="0">
                                        <a:solidFill>
                                          <a:srgbClr val="FF0000"/>
                                        </a:solidFill>
                                        <a:latin typeface="Cambria Math" panose="02040503050406030204" pitchFamily="18" charset="0"/>
                                        <a:cs typeface="Times New Roman" panose="02020603050405020304" pitchFamily="18" charset="0"/>
                                      </a:rPr>
                                    </m:ctrlPr>
                                  </m:sSubPr>
                                  <m:e>
                                    <m:r>
                                      <a:rPr lang="en-IN" sz="1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𝜙</m:t>
                                    </m:r>
                                  </m:e>
                                  <m:sub>
                                    <m:r>
                                      <a:rPr lang="en-IN" sz="1400" b="0" i="1" smtClean="0">
                                        <a:solidFill>
                                          <a:srgbClr val="FF0000"/>
                                        </a:solidFill>
                                        <a:latin typeface="Cambria Math" panose="02040503050406030204" pitchFamily="18" charset="0"/>
                                        <a:cs typeface="Times New Roman" panose="02020603050405020304" pitchFamily="18" charset="0"/>
                                      </a:rPr>
                                      <m:t>1</m:t>
                                    </m:r>
                                    <m:r>
                                      <a:rPr lang="en-IN" sz="1400" b="0" i="1" smtClean="0">
                                        <a:solidFill>
                                          <a:srgbClr val="FF0000"/>
                                        </a:solidFill>
                                        <a:latin typeface="Cambria Math" panose="02040503050406030204" pitchFamily="18" charset="0"/>
                                        <a:cs typeface="Times New Roman" panose="02020603050405020304" pitchFamily="18" charset="0"/>
                                      </a:rPr>
                                      <m:t>𝑥</m:t>
                                    </m:r>
                                  </m:sub>
                                </m:sSub>
                                <m:r>
                                  <a:rPr lang="en-IN" sz="1400" b="0" i="1" smtClean="0">
                                    <a:solidFill>
                                      <a:srgbClr val="FF0000"/>
                                    </a:solidFill>
                                    <a:latin typeface="Cambria Math" panose="02040503050406030204" pitchFamily="18" charset="0"/>
                                    <a:cs typeface="Times New Roman" panose="02020603050405020304" pitchFamily="18" charset="0"/>
                                  </a:rPr>
                                  <m:t>+</m:t>
                                </m:r>
                                <m:sSub>
                                  <m:sSubPr>
                                    <m:ctrlPr>
                                      <a:rPr lang="en-IN" sz="1400" b="0" i="1" smtClean="0">
                                        <a:solidFill>
                                          <a:srgbClr val="FF0000"/>
                                        </a:solidFill>
                                        <a:latin typeface="Cambria Math" panose="02040503050406030204" pitchFamily="18" charset="0"/>
                                        <a:cs typeface="Times New Roman" panose="02020603050405020304" pitchFamily="18" charset="0"/>
                                      </a:rPr>
                                    </m:ctrlPr>
                                  </m:sSubPr>
                                  <m:e>
                                    <m:r>
                                      <a:rPr lang="en-IN" sz="1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𝜙</m:t>
                                    </m:r>
                                  </m:e>
                                  <m:sub>
                                    <m:r>
                                      <a:rPr lang="en-IN" sz="1400" b="0" i="1" smtClean="0">
                                        <a:solidFill>
                                          <a:srgbClr val="FF0000"/>
                                        </a:solidFill>
                                        <a:latin typeface="Cambria Math" panose="02040503050406030204" pitchFamily="18" charset="0"/>
                                        <a:cs typeface="Times New Roman" panose="02020603050405020304" pitchFamily="18" charset="0"/>
                                      </a:rPr>
                                      <m:t>2</m:t>
                                    </m:r>
                                    <m:r>
                                      <a:rPr lang="en-IN" sz="1400" b="0" i="1" smtClean="0">
                                        <a:solidFill>
                                          <a:srgbClr val="FF0000"/>
                                        </a:solidFill>
                                        <a:latin typeface="Cambria Math" panose="02040503050406030204" pitchFamily="18" charset="0"/>
                                        <a:cs typeface="Times New Roman" panose="02020603050405020304" pitchFamily="18" charset="0"/>
                                      </a:rPr>
                                      <m:t>𝑦</m:t>
                                    </m:r>
                                  </m:sub>
                                </m:sSub>
                                <m:r>
                                  <a:rPr lang="en-IN" sz="1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≤0</m:t>
                                </m:r>
                              </m:e>
                            </m:groupChr>
                          </m:e>
                          <m:lim>
                            <m:r>
                              <a:rPr lang="en-IN" sz="1400" b="0" i="1" smtClean="0">
                                <a:solidFill>
                                  <a:srgbClr val="FF0000"/>
                                </a:solidFill>
                                <a:latin typeface="Cambria Math" panose="02040503050406030204" pitchFamily="18" charset="0"/>
                                <a:cs typeface="Times New Roman" panose="02020603050405020304" pitchFamily="18" charset="0"/>
                              </a:rPr>
                              <m:t>𝐸𝑛𝑡𝑟𝑜𝑝𝑦</m:t>
                            </m:r>
                            <m:r>
                              <a:rPr lang="en-IN" sz="1400" b="0" i="1" smtClean="0">
                                <a:solidFill>
                                  <a:srgbClr val="FF0000"/>
                                </a:solidFill>
                                <a:latin typeface="Cambria Math" panose="02040503050406030204" pitchFamily="18" charset="0"/>
                                <a:cs typeface="Times New Roman" panose="02020603050405020304" pitchFamily="18" charset="0"/>
                              </a:rPr>
                              <m:t> </m:t>
                            </m:r>
                            <m:r>
                              <a:rPr lang="en-IN" sz="1400" b="0" i="1" smtClean="0">
                                <a:solidFill>
                                  <a:srgbClr val="FF0000"/>
                                </a:solidFill>
                                <a:latin typeface="Cambria Math" panose="02040503050406030204" pitchFamily="18" charset="0"/>
                                <a:cs typeface="Times New Roman" panose="02020603050405020304" pitchFamily="18" charset="0"/>
                              </a:rPr>
                              <m:t>𝐶𝑜𝑛𝑑𝑖𝑡𝑖𝑜𝑛</m:t>
                            </m:r>
                          </m:lim>
                        </m:limLow>
                      </m:oMath>
                    </m:oMathPara>
                  </a14:m>
                  <a:endParaRPr lang="en-IN" sz="1400" dirty="0">
                    <a:latin typeface="Baskerville Old Face" panose="02020602080505020303" pitchFamily="18" charset="0"/>
                  </a:endParaRPr>
                </a:p>
              </p:txBody>
            </p:sp>
          </mc:Choice>
          <mc:Fallback xmlns="">
            <p:sp>
              <p:nvSpPr>
                <p:cNvPr id="248" name="Rectangle 247">
                  <a:extLst>
                    <a:ext uri="{FF2B5EF4-FFF2-40B4-BE49-F238E27FC236}">
                      <a16:creationId xmlns:a16="http://schemas.microsoft.com/office/drawing/2014/main" id="{E7C726B5-988B-5DF1-D80A-9CBAD003BF44}"/>
                    </a:ext>
                  </a:extLst>
                </p:cNvPr>
                <p:cNvSpPr>
                  <a:spLocks noRot="1" noChangeAspect="1" noMove="1" noResize="1" noEditPoints="1" noAdjustHandles="1" noChangeArrowheads="1" noChangeShapeType="1" noTextEdit="1"/>
                </p:cNvSpPr>
                <p:nvPr/>
              </p:nvSpPr>
              <p:spPr>
                <a:xfrm>
                  <a:off x="5001607" y="3404864"/>
                  <a:ext cx="3175135" cy="1374133"/>
                </a:xfrm>
                <a:prstGeom prst="rect">
                  <a:avLst/>
                </a:prstGeom>
                <a:blipFill>
                  <a:blip r:embed="rId4"/>
                  <a:stretch>
                    <a:fillRect/>
                  </a:stretch>
                </a:blipFill>
                <a:ln w="28575">
                  <a:solidFill>
                    <a:srgbClr val="FF0000"/>
                  </a:solidFill>
                </a:ln>
              </p:spPr>
              <p:txBody>
                <a:bodyPr/>
                <a:lstStyle/>
                <a:p>
                  <a:r>
                    <a:rPr lang="en-IN">
                      <a:noFill/>
                    </a:rPr>
                    <a:t> </a:t>
                  </a:r>
                </a:p>
              </p:txBody>
            </p:sp>
          </mc:Fallback>
        </mc:AlternateContent>
        <p:cxnSp>
          <p:nvCxnSpPr>
            <p:cNvPr id="249" name="Straight Arrow Connector 248">
              <a:extLst>
                <a:ext uri="{FF2B5EF4-FFF2-40B4-BE49-F238E27FC236}">
                  <a16:creationId xmlns:a16="http://schemas.microsoft.com/office/drawing/2014/main" id="{2C77DACE-3D5B-C83D-4890-AB5B461D5095}"/>
                </a:ext>
              </a:extLst>
            </p:cNvPr>
            <p:cNvCxnSpPr>
              <a:cxnSpLocks/>
              <a:stCxn id="244" idx="6"/>
              <a:endCxn id="248" idx="1"/>
            </p:cNvCxnSpPr>
            <p:nvPr/>
          </p:nvCxnSpPr>
          <p:spPr>
            <a:xfrm>
              <a:off x="4734987" y="3370306"/>
              <a:ext cx="266620" cy="72162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C5F00286-2E9D-66C1-3808-BEC404B79DE3}"/>
                </a:ext>
              </a:extLst>
            </p:cNvPr>
            <p:cNvCxnSpPr>
              <a:cxnSpLocks/>
              <a:stCxn id="245" idx="6"/>
              <a:endCxn id="248" idx="1"/>
            </p:cNvCxnSpPr>
            <p:nvPr/>
          </p:nvCxnSpPr>
          <p:spPr>
            <a:xfrm flipV="1">
              <a:off x="4734986" y="4091931"/>
              <a:ext cx="266621" cy="7103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1" name="Rectangle: Rounded Corners 250">
              <a:extLst>
                <a:ext uri="{FF2B5EF4-FFF2-40B4-BE49-F238E27FC236}">
                  <a16:creationId xmlns:a16="http://schemas.microsoft.com/office/drawing/2014/main" id="{4182351B-AB1D-6B49-5514-91BF4DE0D0F1}"/>
                </a:ext>
              </a:extLst>
            </p:cNvPr>
            <p:cNvSpPr/>
            <p:nvPr/>
          </p:nvSpPr>
          <p:spPr>
            <a:xfrm>
              <a:off x="3596497" y="5587848"/>
              <a:ext cx="664296" cy="59574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252" name="Oval 251">
              <a:extLst>
                <a:ext uri="{FF2B5EF4-FFF2-40B4-BE49-F238E27FC236}">
                  <a16:creationId xmlns:a16="http://schemas.microsoft.com/office/drawing/2014/main" id="{5769B1ED-83EB-E02B-D111-EF3FDE15CCE1}"/>
                </a:ext>
              </a:extLst>
            </p:cNvPr>
            <p:cNvSpPr/>
            <p:nvPr/>
          </p:nvSpPr>
          <p:spPr>
            <a:xfrm>
              <a:off x="6257026" y="5605360"/>
              <a:ext cx="664296" cy="596612"/>
            </a:xfrm>
            <a:prstGeom prst="ellipse">
              <a:avLst/>
            </a:prstGeom>
            <a:solidFill>
              <a:srgbClr val="00B050"/>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200" dirty="0">
                  <a:latin typeface="Baskerville Old Face" panose="02020602080505020303" pitchFamily="18" charset="0"/>
                </a:rPr>
                <a:t>Loss</a:t>
              </a:r>
            </a:p>
          </p:txBody>
        </p:sp>
        <p:sp>
          <p:nvSpPr>
            <p:cNvPr id="253" name="TextBox 252">
              <a:extLst>
                <a:ext uri="{FF2B5EF4-FFF2-40B4-BE49-F238E27FC236}">
                  <a16:creationId xmlns:a16="http://schemas.microsoft.com/office/drawing/2014/main" id="{50EC9E9A-0926-7A82-7FF0-47935243B2CB}"/>
                </a:ext>
              </a:extLst>
            </p:cNvPr>
            <p:cNvSpPr txBox="1"/>
            <p:nvPr/>
          </p:nvSpPr>
          <p:spPr>
            <a:xfrm>
              <a:off x="2448197" y="5882059"/>
              <a:ext cx="606865" cy="276999"/>
            </a:xfrm>
            <a:prstGeom prst="rect">
              <a:avLst/>
            </a:prstGeom>
            <a:noFill/>
          </p:spPr>
          <p:txBody>
            <a:bodyPr wrap="square" rtlCol="0">
              <a:spAutoFit/>
            </a:bodyPr>
            <a:lstStyle/>
            <a:p>
              <a:pPr algn="ctr"/>
              <a:r>
                <a:rPr lang="en-IN" sz="1200" dirty="0">
                  <a:latin typeface="Baskerville Old Face" panose="02020602080505020303" pitchFamily="18" charset="0"/>
                </a:rPr>
                <a:t>NO</a:t>
              </a:r>
            </a:p>
          </p:txBody>
        </p:sp>
        <p:sp>
          <p:nvSpPr>
            <p:cNvPr id="254" name="TextBox 253">
              <a:extLst>
                <a:ext uri="{FF2B5EF4-FFF2-40B4-BE49-F238E27FC236}">
                  <a16:creationId xmlns:a16="http://schemas.microsoft.com/office/drawing/2014/main" id="{5138E946-FDE1-E44E-B116-8F73B85B1EB9}"/>
                </a:ext>
              </a:extLst>
            </p:cNvPr>
            <p:cNvSpPr txBox="1"/>
            <p:nvPr/>
          </p:nvSpPr>
          <p:spPr>
            <a:xfrm>
              <a:off x="4177960" y="6136519"/>
              <a:ext cx="496408" cy="276999"/>
            </a:xfrm>
            <a:prstGeom prst="rect">
              <a:avLst/>
            </a:prstGeom>
            <a:noFill/>
          </p:spPr>
          <p:txBody>
            <a:bodyPr wrap="square">
              <a:spAutoFit/>
            </a:bodyPr>
            <a:lstStyle/>
            <a:p>
              <a:pPr algn="ctr"/>
              <a:r>
                <a:rPr lang="en-IN" sz="1200" dirty="0">
                  <a:latin typeface="Baskerville Old Face" panose="02020602080505020303" pitchFamily="18" charset="0"/>
                </a:rPr>
                <a:t>YES</a:t>
              </a:r>
            </a:p>
          </p:txBody>
        </p:sp>
        <p:sp>
          <p:nvSpPr>
            <p:cNvPr id="255" name="TextBox 254">
              <a:extLst>
                <a:ext uri="{FF2B5EF4-FFF2-40B4-BE49-F238E27FC236}">
                  <a16:creationId xmlns:a16="http://schemas.microsoft.com/office/drawing/2014/main" id="{E67D491C-6AB1-9AB8-54B7-976A001D445A}"/>
                </a:ext>
              </a:extLst>
            </p:cNvPr>
            <p:cNvSpPr txBox="1"/>
            <p:nvPr/>
          </p:nvSpPr>
          <p:spPr>
            <a:xfrm>
              <a:off x="3201838" y="6393553"/>
              <a:ext cx="1491445" cy="307777"/>
            </a:xfrm>
            <a:prstGeom prst="rect">
              <a:avLst/>
            </a:prstGeom>
            <a:noFill/>
          </p:spPr>
          <p:txBody>
            <a:bodyPr wrap="square" rtlCol="0">
              <a:spAutoFit/>
            </a:bodyPr>
            <a:lstStyle/>
            <a:p>
              <a:pPr algn="ctr"/>
              <a:r>
                <a:rPr lang="en-IN" sz="1400" b="1" dirty="0">
                  <a:latin typeface="Times New Roman" panose="02020603050405020304" pitchFamily="18" charset="0"/>
                  <a:cs typeface="Times New Roman" panose="02020603050405020304" pitchFamily="18" charset="0"/>
                </a:rPr>
                <a:t>DONE</a:t>
              </a:r>
            </a:p>
          </p:txBody>
        </p:sp>
        <p:cxnSp>
          <p:nvCxnSpPr>
            <p:cNvPr id="256" name="Straight Arrow Connector 255">
              <a:extLst>
                <a:ext uri="{FF2B5EF4-FFF2-40B4-BE49-F238E27FC236}">
                  <a16:creationId xmlns:a16="http://schemas.microsoft.com/office/drawing/2014/main" id="{FAAEBBEB-F8B5-E1CD-C2C4-C1D78AEA345C}"/>
                </a:ext>
              </a:extLst>
            </p:cNvPr>
            <p:cNvCxnSpPr>
              <a:cxnSpLocks/>
              <a:stCxn id="248" idx="2"/>
              <a:endCxn id="252" idx="0"/>
            </p:cNvCxnSpPr>
            <p:nvPr/>
          </p:nvCxnSpPr>
          <p:spPr>
            <a:xfrm flipH="1">
              <a:off x="6589174" y="4778997"/>
              <a:ext cx="1" cy="8263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7" name="Straight Arrow Connector 256">
              <a:extLst>
                <a:ext uri="{FF2B5EF4-FFF2-40B4-BE49-F238E27FC236}">
                  <a16:creationId xmlns:a16="http://schemas.microsoft.com/office/drawing/2014/main" id="{D4C61B77-1644-295F-2D4C-4E85FC4538CC}"/>
                </a:ext>
              </a:extLst>
            </p:cNvPr>
            <p:cNvCxnSpPr>
              <a:cxnSpLocks/>
              <a:stCxn id="252" idx="2"/>
              <a:endCxn id="251" idx="3"/>
            </p:cNvCxnSpPr>
            <p:nvPr/>
          </p:nvCxnSpPr>
          <p:spPr>
            <a:xfrm flipH="1" flipV="1">
              <a:off x="4260793" y="5885722"/>
              <a:ext cx="1996233" cy="179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8" name="Connector: Elbow 257">
              <a:extLst>
                <a:ext uri="{FF2B5EF4-FFF2-40B4-BE49-F238E27FC236}">
                  <a16:creationId xmlns:a16="http://schemas.microsoft.com/office/drawing/2014/main" id="{AF05BFB6-A615-46A4-D3F6-E7850EF739E6}"/>
                </a:ext>
              </a:extLst>
            </p:cNvPr>
            <p:cNvCxnSpPr>
              <a:cxnSpLocks/>
              <a:stCxn id="251" idx="1"/>
              <a:endCxn id="241" idx="2"/>
            </p:cNvCxnSpPr>
            <p:nvPr/>
          </p:nvCxnSpPr>
          <p:spPr>
            <a:xfrm rot="10800000">
              <a:off x="1785613" y="5578016"/>
              <a:ext cx="1810884" cy="307707"/>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9" name="Straight Arrow Connector 258">
              <a:extLst>
                <a:ext uri="{FF2B5EF4-FFF2-40B4-BE49-F238E27FC236}">
                  <a16:creationId xmlns:a16="http://schemas.microsoft.com/office/drawing/2014/main" id="{C19045EC-9702-B7AF-6529-94E0B3D3620F}"/>
                </a:ext>
              </a:extLst>
            </p:cNvPr>
            <p:cNvCxnSpPr>
              <a:cxnSpLocks/>
              <a:stCxn id="251" idx="2"/>
              <a:endCxn id="255" idx="0"/>
            </p:cNvCxnSpPr>
            <p:nvPr/>
          </p:nvCxnSpPr>
          <p:spPr>
            <a:xfrm>
              <a:off x="3928645" y="6183595"/>
              <a:ext cx="18916" cy="2099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0" name="TextBox 259">
                  <a:extLst>
                    <a:ext uri="{FF2B5EF4-FFF2-40B4-BE49-F238E27FC236}">
                      <a16:creationId xmlns:a16="http://schemas.microsoft.com/office/drawing/2014/main" id="{1F0D0BD7-4B7B-D074-43DA-0F578D357F1E}"/>
                    </a:ext>
                  </a:extLst>
                </p:cNvPr>
                <p:cNvSpPr txBox="1"/>
                <p:nvPr/>
              </p:nvSpPr>
              <p:spPr>
                <a:xfrm>
                  <a:off x="3062311" y="5649751"/>
                  <a:ext cx="1763173" cy="507831"/>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IN" sz="900" i="1" smtClean="0">
                            <a:latin typeface="Cambria Math" panose="02040503050406030204" pitchFamily="18" charset="0"/>
                            <a:ea typeface="Cambria Math" panose="02040503050406030204" pitchFamily="18" charset="0"/>
                          </a:rPr>
                          <m:t>&gt;</m:t>
                        </m:r>
                        <m:sSup>
                          <m:sSupPr>
                            <m:ctrlPr>
                              <a:rPr lang="en-IN" sz="900" i="1" smtClean="0">
                                <a:latin typeface="Cambria Math" panose="02040503050406030204" pitchFamily="18" charset="0"/>
                                <a:ea typeface="Cambria Math" panose="02040503050406030204" pitchFamily="18" charset="0"/>
                              </a:rPr>
                            </m:ctrlPr>
                          </m:sSupPr>
                          <m:e>
                            <m:r>
                              <a:rPr lang="en-IN" sz="900" b="0" i="1" smtClean="0">
                                <a:latin typeface="Cambria Math" panose="02040503050406030204" pitchFamily="18" charset="0"/>
                                <a:ea typeface="Cambria Math" panose="02040503050406030204" pitchFamily="18" charset="0"/>
                              </a:rPr>
                              <m:t>10</m:t>
                            </m:r>
                          </m:e>
                          <m:sup>
                            <m:r>
                              <a:rPr lang="en-IN" sz="900" b="0" i="1" smtClean="0">
                                <a:latin typeface="Cambria Math" panose="02040503050406030204" pitchFamily="18" charset="0"/>
                                <a:ea typeface="Cambria Math" panose="02040503050406030204" pitchFamily="18" charset="0"/>
                              </a:rPr>
                              <m:t>−5</m:t>
                            </m:r>
                          </m:sup>
                        </m:sSup>
                      </m:oMath>
                    </m:oMathPara>
                  </a14:m>
                  <a:endParaRPr lang="en-IN" sz="900" dirty="0">
                    <a:latin typeface="Baskerville Old Face" panose="02020602080505020303" pitchFamily="18" charset="0"/>
                  </a:endParaRPr>
                </a:p>
                <a:p>
                  <a:pPr algn="ctr"/>
                  <a14:m>
                    <m:oMathPara xmlns:m="http://schemas.openxmlformats.org/officeDocument/2006/math">
                      <m:oMathParaPr>
                        <m:jc m:val="centerGroup"/>
                      </m:oMathParaPr>
                      <m:oMath xmlns:m="http://schemas.openxmlformats.org/officeDocument/2006/math">
                        <m:r>
                          <a:rPr lang="en-IN" sz="900" i="1" dirty="0" smtClean="0">
                            <a:latin typeface="Cambria Math" panose="02040503050406030204" pitchFamily="18" charset="0"/>
                          </a:rPr>
                          <m:t>𝑂</m:t>
                        </m:r>
                        <m:r>
                          <a:rPr lang="en-IN" sz="900" i="1" dirty="0">
                            <a:latin typeface="Cambria Math" panose="02040503050406030204" pitchFamily="18" charset="0"/>
                          </a:rPr>
                          <m:t>𝑅</m:t>
                        </m:r>
                      </m:oMath>
                    </m:oMathPara>
                  </a14:m>
                  <a:endParaRPr lang="en-IN" sz="900" dirty="0">
                    <a:latin typeface="Baskerville Old Face" panose="02020602080505020303" pitchFamily="18" charset="0"/>
                  </a:endParaRPr>
                </a:p>
                <a:p>
                  <a:pPr algn="ctr"/>
                  <a14:m>
                    <m:oMathPara xmlns:m="http://schemas.openxmlformats.org/officeDocument/2006/math">
                      <m:oMathParaPr>
                        <m:jc m:val="centerGroup"/>
                      </m:oMathParaPr>
                      <m:oMath xmlns:m="http://schemas.openxmlformats.org/officeDocument/2006/math">
                        <m:r>
                          <a:rPr lang="en-IN" sz="900" b="0" i="1" dirty="0" smtClean="0">
                            <a:latin typeface="Cambria Math" panose="02040503050406030204" pitchFamily="18" charset="0"/>
                          </a:rPr>
                          <m:t>𝑖𝑡𝑒𝑟</m:t>
                        </m:r>
                        <m:r>
                          <a:rPr lang="en-IN" sz="900" b="0" i="1" dirty="0" smtClean="0">
                            <a:latin typeface="Cambria Math" panose="02040503050406030204" pitchFamily="18" charset="0"/>
                          </a:rPr>
                          <m:t>=8000</m:t>
                        </m:r>
                      </m:oMath>
                    </m:oMathPara>
                  </a14:m>
                  <a:endParaRPr lang="en-IN" sz="900" dirty="0"/>
                </a:p>
              </p:txBody>
            </p:sp>
          </mc:Choice>
          <mc:Fallback xmlns="">
            <p:sp>
              <p:nvSpPr>
                <p:cNvPr id="260" name="TextBox 259">
                  <a:extLst>
                    <a:ext uri="{FF2B5EF4-FFF2-40B4-BE49-F238E27FC236}">
                      <a16:creationId xmlns:a16="http://schemas.microsoft.com/office/drawing/2014/main" id="{1F0D0BD7-4B7B-D074-43DA-0F578D357F1E}"/>
                    </a:ext>
                  </a:extLst>
                </p:cNvPr>
                <p:cNvSpPr txBox="1">
                  <a:spLocks noRot="1" noChangeAspect="1" noMove="1" noResize="1" noEditPoints="1" noAdjustHandles="1" noChangeArrowheads="1" noChangeShapeType="1" noTextEdit="1"/>
                </p:cNvSpPr>
                <p:nvPr/>
              </p:nvSpPr>
              <p:spPr>
                <a:xfrm>
                  <a:off x="3062311" y="5649751"/>
                  <a:ext cx="1763173" cy="507831"/>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1" name="Oval 260">
                  <a:extLst>
                    <a:ext uri="{FF2B5EF4-FFF2-40B4-BE49-F238E27FC236}">
                      <a16:creationId xmlns:a16="http://schemas.microsoft.com/office/drawing/2014/main" id="{85D61B45-3FEC-4215-3050-370B90792B28}"/>
                    </a:ext>
                  </a:extLst>
                </p:cNvPr>
                <p:cNvSpPr/>
                <p:nvPr/>
              </p:nvSpPr>
              <p:spPr>
                <a:xfrm>
                  <a:off x="239283" y="3388097"/>
                  <a:ext cx="375517" cy="310483"/>
                </a:xfrm>
                <a:prstGeom prst="ellipse">
                  <a:avLst/>
                </a:prstGeom>
                <a:ln w="12700"/>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rPr>
                          <m:t> </m:t>
                        </m:r>
                        <m:r>
                          <a:rPr lang="en-IN" sz="1400" b="0" i="1" smtClean="0">
                            <a:latin typeface="Cambria Math" panose="02040503050406030204" pitchFamily="18" charset="0"/>
                          </a:rPr>
                          <m:t>𝑥</m:t>
                        </m:r>
                      </m:oMath>
                    </m:oMathPara>
                  </a14:m>
                  <a:endParaRPr lang="en-IN" sz="1400" dirty="0"/>
                </a:p>
              </p:txBody>
            </p:sp>
          </mc:Choice>
          <mc:Fallback xmlns="">
            <p:sp>
              <p:nvSpPr>
                <p:cNvPr id="261" name="Oval 260">
                  <a:extLst>
                    <a:ext uri="{FF2B5EF4-FFF2-40B4-BE49-F238E27FC236}">
                      <a16:creationId xmlns:a16="http://schemas.microsoft.com/office/drawing/2014/main" id="{85D61B45-3FEC-4215-3050-370B90792B28}"/>
                    </a:ext>
                  </a:extLst>
                </p:cNvPr>
                <p:cNvSpPr>
                  <a:spLocks noRot="1" noChangeAspect="1" noMove="1" noResize="1" noEditPoints="1" noAdjustHandles="1" noChangeArrowheads="1" noChangeShapeType="1" noTextEdit="1"/>
                </p:cNvSpPr>
                <p:nvPr/>
              </p:nvSpPr>
              <p:spPr>
                <a:xfrm>
                  <a:off x="239283" y="3388097"/>
                  <a:ext cx="375517" cy="310483"/>
                </a:xfrm>
                <a:prstGeom prst="ellipse">
                  <a:avLst/>
                </a:prstGeom>
                <a:blipFill>
                  <a:blip r:embed="rId6"/>
                  <a:stretch>
                    <a:fillRect/>
                  </a:stretch>
                </a:blipFill>
                <a:ln w="12700"/>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2" name="Oval 261">
                  <a:extLst>
                    <a:ext uri="{FF2B5EF4-FFF2-40B4-BE49-F238E27FC236}">
                      <a16:creationId xmlns:a16="http://schemas.microsoft.com/office/drawing/2014/main" id="{FDD2A550-91E1-8971-0EB9-6AB7B24F4D88}"/>
                    </a:ext>
                  </a:extLst>
                </p:cNvPr>
                <p:cNvSpPr/>
                <p:nvPr/>
              </p:nvSpPr>
              <p:spPr>
                <a:xfrm>
                  <a:off x="236507" y="4478947"/>
                  <a:ext cx="375517" cy="310483"/>
                </a:xfrm>
                <a:prstGeom prst="ellipse">
                  <a:avLst/>
                </a:prstGeom>
                <a:ln w="12700"/>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rPr>
                          <m:t> </m:t>
                        </m:r>
                        <m:r>
                          <a:rPr lang="en-IN" sz="1400" b="0" i="1" smtClean="0">
                            <a:latin typeface="Cambria Math" panose="02040503050406030204" pitchFamily="18" charset="0"/>
                          </a:rPr>
                          <m:t>𝑦</m:t>
                        </m:r>
                      </m:oMath>
                    </m:oMathPara>
                  </a14:m>
                  <a:endParaRPr lang="en-IN" sz="1400" dirty="0"/>
                </a:p>
              </p:txBody>
            </p:sp>
          </mc:Choice>
          <mc:Fallback xmlns="">
            <p:sp>
              <p:nvSpPr>
                <p:cNvPr id="262" name="Oval 261">
                  <a:extLst>
                    <a:ext uri="{FF2B5EF4-FFF2-40B4-BE49-F238E27FC236}">
                      <a16:creationId xmlns:a16="http://schemas.microsoft.com/office/drawing/2014/main" id="{FDD2A550-91E1-8971-0EB9-6AB7B24F4D88}"/>
                    </a:ext>
                  </a:extLst>
                </p:cNvPr>
                <p:cNvSpPr>
                  <a:spLocks noRot="1" noChangeAspect="1" noMove="1" noResize="1" noEditPoints="1" noAdjustHandles="1" noChangeArrowheads="1" noChangeShapeType="1" noTextEdit="1"/>
                </p:cNvSpPr>
                <p:nvPr/>
              </p:nvSpPr>
              <p:spPr>
                <a:xfrm>
                  <a:off x="236507" y="4478947"/>
                  <a:ext cx="375517" cy="310483"/>
                </a:xfrm>
                <a:prstGeom prst="ellipse">
                  <a:avLst/>
                </a:prstGeom>
                <a:blipFill>
                  <a:blip r:embed="rId7"/>
                  <a:stretch>
                    <a:fillRect/>
                  </a:stretch>
                </a:blipFill>
                <a:ln w="12700"/>
              </p:spPr>
              <p:txBody>
                <a:bodyPr/>
                <a:lstStyle/>
                <a:p>
                  <a:r>
                    <a:rPr lang="en-IN">
                      <a:noFill/>
                    </a:rPr>
                    <a:t> </a:t>
                  </a:r>
                </a:p>
              </p:txBody>
            </p:sp>
          </mc:Fallback>
        </mc:AlternateContent>
        <p:sp>
          <p:nvSpPr>
            <p:cNvPr id="263" name="Oval 262">
              <a:extLst>
                <a:ext uri="{FF2B5EF4-FFF2-40B4-BE49-F238E27FC236}">
                  <a16:creationId xmlns:a16="http://schemas.microsoft.com/office/drawing/2014/main" id="{159C3A2D-9508-48B3-FADA-AB989AD660A0}"/>
                </a:ext>
              </a:extLst>
            </p:cNvPr>
            <p:cNvSpPr/>
            <p:nvPr/>
          </p:nvSpPr>
          <p:spPr>
            <a:xfrm>
              <a:off x="1831962" y="2815729"/>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4" name="Oval 263">
              <a:extLst>
                <a:ext uri="{FF2B5EF4-FFF2-40B4-BE49-F238E27FC236}">
                  <a16:creationId xmlns:a16="http://schemas.microsoft.com/office/drawing/2014/main" id="{66949F1B-BEFF-7343-676A-B01717222693}"/>
                </a:ext>
              </a:extLst>
            </p:cNvPr>
            <p:cNvSpPr/>
            <p:nvPr/>
          </p:nvSpPr>
          <p:spPr>
            <a:xfrm>
              <a:off x="1840534" y="3374605"/>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5" name="Oval 264">
              <a:extLst>
                <a:ext uri="{FF2B5EF4-FFF2-40B4-BE49-F238E27FC236}">
                  <a16:creationId xmlns:a16="http://schemas.microsoft.com/office/drawing/2014/main" id="{E298F0C0-810D-6E69-049A-8DA042329338}"/>
                </a:ext>
              </a:extLst>
            </p:cNvPr>
            <p:cNvSpPr/>
            <p:nvPr/>
          </p:nvSpPr>
          <p:spPr>
            <a:xfrm>
              <a:off x="1886521" y="3931421"/>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6" name="Oval 265">
              <a:extLst>
                <a:ext uri="{FF2B5EF4-FFF2-40B4-BE49-F238E27FC236}">
                  <a16:creationId xmlns:a16="http://schemas.microsoft.com/office/drawing/2014/main" id="{745F70C6-2169-4B0F-A25A-685C05A91093}"/>
                </a:ext>
              </a:extLst>
            </p:cNvPr>
            <p:cNvSpPr/>
            <p:nvPr/>
          </p:nvSpPr>
          <p:spPr>
            <a:xfrm>
              <a:off x="1858083" y="4498183"/>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7" name="Oval 266">
              <a:extLst>
                <a:ext uri="{FF2B5EF4-FFF2-40B4-BE49-F238E27FC236}">
                  <a16:creationId xmlns:a16="http://schemas.microsoft.com/office/drawing/2014/main" id="{934FA9BC-7F00-3775-25C5-253209CF1E98}"/>
                </a:ext>
              </a:extLst>
            </p:cNvPr>
            <p:cNvSpPr/>
            <p:nvPr/>
          </p:nvSpPr>
          <p:spPr>
            <a:xfrm>
              <a:off x="1867493" y="5057940"/>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68" name="Oval 267">
                  <a:extLst>
                    <a:ext uri="{FF2B5EF4-FFF2-40B4-BE49-F238E27FC236}">
                      <a16:creationId xmlns:a16="http://schemas.microsoft.com/office/drawing/2014/main" id="{63C1348B-FD3F-749F-DBEC-8DE3CF2BB52C}"/>
                    </a:ext>
                  </a:extLst>
                </p:cNvPr>
                <p:cNvSpPr/>
                <p:nvPr/>
              </p:nvSpPr>
              <p:spPr>
                <a:xfrm>
                  <a:off x="2997266" y="3549384"/>
                  <a:ext cx="587977" cy="554802"/>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rPr>
                          <m:t> </m:t>
                        </m:r>
                        <m:acc>
                          <m:accPr>
                            <m:chr m:val="̂"/>
                            <m:ctrlPr>
                              <a:rPr lang="en-IN" sz="1400" i="1" smtClean="0">
                                <a:latin typeface="Cambria Math" panose="02040503050406030204" pitchFamily="18" charset="0"/>
                              </a:rPr>
                            </m:ctrlPr>
                          </m:accPr>
                          <m:e>
                            <m:r>
                              <a:rPr lang="en-IN" sz="1400" b="0" i="1" smtClean="0">
                                <a:latin typeface="Cambria Math" panose="02040503050406030204" pitchFamily="18" charset="0"/>
                              </a:rPr>
                              <m:t>𝑢</m:t>
                            </m:r>
                          </m:e>
                        </m:acc>
                      </m:oMath>
                    </m:oMathPara>
                  </a14:m>
                  <a:endParaRPr lang="en-IN" sz="1400" dirty="0"/>
                </a:p>
              </p:txBody>
            </p:sp>
          </mc:Choice>
          <mc:Fallback xmlns="">
            <p:sp>
              <p:nvSpPr>
                <p:cNvPr id="268" name="Oval 267">
                  <a:extLst>
                    <a:ext uri="{FF2B5EF4-FFF2-40B4-BE49-F238E27FC236}">
                      <a16:creationId xmlns:a16="http://schemas.microsoft.com/office/drawing/2014/main" id="{63C1348B-FD3F-749F-DBEC-8DE3CF2BB52C}"/>
                    </a:ext>
                  </a:extLst>
                </p:cNvPr>
                <p:cNvSpPr>
                  <a:spLocks noRot="1" noChangeAspect="1" noMove="1" noResize="1" noEditPoints="1" noAdjustHandles="1" noChangeArrowheads="1" noChangeShapeType="1" noTextEdit="1"/>
                </p:cNvSpPr>
                <p:nvPr/>
              </p:nvSpPr>
              <p:spPr>
                <a:xfrm>
                  <a:off x="2997266" y="3549384"/>
                  <a:ext cx="587977" cy="554802"/>
                </a:xfrm>
                <a:prstGeom prst="ellipse">
                  <a:avLst/>
                </a:prstGeom>
                <a:blipFill>
                  <a:blip r:embed="rId8"/>
                  <a:stretch>
                    <a:fillRect/>
                  </a:stretch>
                </a:blipFill>
                <a:ln/>
              </p:spPr>
              <p:txBody>
                <a:bodyPr/>
                <a:lstStyle/>
                <a:p>
                  <a:r>
                    <a:rPr lang="en-IN">
                      <a:noFill/>
                    </a:rPr>
                    <a:t> </a:t>
                  </a:r>
                </a:p>
              </p:txBody>
            </p:sp>
          </mc:Fallback>
        </mc:AlternateContent>
        <p:cxnSp>
          <p:nvCxnSpPr>
            <p:cNvPr id="269" name="Straight Arrow Connector 268">
              <a:extLst>
                <a:ext uri="{FF2B5EF4-FFF2-40B4-BE49-F238E27FC236}">
                  <a16:creationId xmlns:a16="http://schemas.microsoft.com/office/drawing/2014/main" id="{96673F86-69A4-F3D4-8338-ED169DB4F42D}"/>
                </a:ext>
              </a:extLst>
            </p:cNvPr>
            <p:cNvCxnSpPr>
              <a:cxnSpLocks/>
              <a:stCxn id="261" idx="6"/>
              <a:endCxn id="284" idx="2"/>
            </p:cNvCxnSpPr>
            <p:nvPr/>
          </p:nvCxnSpPr>
          <p:spPr>
            <a:xfrm flipV="1">
              <a:off x="614800" y="2981827"/>
              <a:ext cx="426061" cy="5615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88EA5EA0-D7AF-749B-8802-D456CF000748}"/>
                </a:ext>
              </a:extLst>
            </p:cNvPr>
            <p:cNvCxnSpPr>
              <a:cxnSpLocks/>
              <a:stCxn id="261" idx="6"/>
              <a:endCxn id="285" idx="2"/>
            </p:cNvCxnSpPr>
            <p:nvPr/>
          </p:nvCxnSpPr>
          <p:spPr>
            <a:xfrm flipV="1">
              <a:off x="614800" y="3536879"/>
              <a:ext cx="420826" cy="64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1" name="Straight Arrow Connector 270">
              <a:extLst>
                <a:ext uri="{FF2B5EF4-FFF2-40B4-BE49-F238E27FC236}">
                  <a16:creationId xmlns:a16="http://schemas.microsoft.com/office/drawing/2014/main" id="{30ECFAFB-E001-CB9A-9943-E57906AA9D58}"/>
                </a:ext>
              </a:extLst>
            </p:cNvPr>
            <p:cNvCxnSpPr>
              <a:cxnSpLocks/>
              <a:stCxn id="261" idx="6"/>
              <a:endCxn id="286" idx="2"/>
            </p:cNvCxnSpPr>
            <p:nvPr/>
          </p:nvCxnSpPr>
          <p:spPr>
            <a:xfrm>
              <a:off x="614800" y="3543339"/>
              <a:ext cx="413100" cy="54859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2" name="Straight Arrow Connector 271">
              <a:extLst>
                <a:ext uri="{FF2B5EF4-FFF2-40B4-BE49-F238E27FC236}">
                  <a16:creationId xmlns:a16="http://schemas.microsoft.com/office/drawing/2014/main" id="{643CC575-C4D3-9025-6110-8906F5D14186}"/>
                </a:ext>
              </a:extLst>
            </p:cNvPr>
            <p:cNvCxnSpPr>
              <a:cxnSpLocks/>
              <a:stCxn id="261" idx="6"/>
              <a:endCxn id="287" idx="2"/>
            </p:cNvCxnSpPr>
            <p:nvPr/>
          </p:nvCxnSpPr>
          <p:spPr>
            <a:xfrm>
              <a:off x="614800" y="3543339"/>
              <a:ext cx="407547" cy="110191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644045EF-F8ED-419F-937A-78AA9FFBC3C4}"/>
                </a:ext>
              </a:extLst>
            </p:cNvPr>
            <p:cNvCxnSpPr>
              <a:cxnSpLocks/>
              <a:stCxn id="261" idx="6"/>
              <a:endCxn id="288" idx="2"/>
            </p:cNvCxnSpPr>
            <p:nvPr/>
          </p:nvCxnSpPr>
          <p:spPr>
            <a:xfrm>
              <a:off x="614800" y="3543339"/>
              <a:ext cx="404771" cy="16783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4" name="Straight Arrow Connector 273">
              <a:extLst>
                <a:ext uri="{FF2B5EF4-FFF2-40B4-BE49-F238E27FC236}">
                  <a16:creationId xmlns:a16="http://schemas.microsoft.com/office/drawing/2014/main" id="{F62BCF44-E5DC-4016-2448-0D6048A5D77B}"/>
                </a:ext>
              </a:extLst>
            </p:cNvPr>
            <p:cNvCxnSpPr>
              <a:cxnSpLocks/>
              <a:stCxn id="262" idx="6"/>
              <a:endCxn id="287" idx="2"/>
            </p:cNvCxnSpPr>
            <p:nvPr/>
          </p:nvCxnSpPr>
          <p:spPr>
            <a:xfrm>
              <a:off x="612024" y="4634189"/>
              <a:ext cx="410323" cy="110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93B411A9-45C9-9274-2977-B0EB8A449921}"/>
                </a:ext>
              </a:extLst>
            </p:cNvPr>
            <p:cNvCxnSpPr>
              <a:cxnSpLocks/>
              <a:stCxn id="262" idx="6"/>
              <a:endCxn id="284" idx="2"/>
            </p:cNvCxnSpPr>
            <p:nvPr/>
          </p:nvCxnSpPr>
          <p:spPr>
            <a:xfrm flipV="1">
              <a:off x="612024" y="2981827"/>
              <a:ext cx="428837" cy="16523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965436FB-058C-7534-F1C6-8196C7071712}"/>
                </a:ext>
              </a:extLst>
            </p:cNvPr>
            <p:cNvCxnSpPr>
              <a:cxnSpLocks/>
              <a:stCxn id="262" idx="6"/>
              <a:endCxn id="285" idx="2"/>
            </p:cNvCxnSpPr>
            <p:nvPr/>
          </p:nvCxnSpPr>
          <p:spPr>
            <a:xfrm flipV="1">
              <a:off x="612024" y="3536879"/>
              <a:ext cx="423602" cy="10973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7" name="Straight Arrow Connector 276">
              <a:extLst>
                <a:ext uri="{FF2B5EF4-FFF2-40B4-BE49-F238E27FC236}">
                  <a16:creationId xmlns:a16="http://schemas.microsoft.com/office/drawing/2014/main" id="{C94CA64B-1407-3D10-1EEC-B60BCDFC5445}"/>
                </a:ext>
              </a:extLst>
            </p:cNvPr>
            <p:cNvCxnSpPr>
              <a:cxnSpLocks/>
              <a:stCxn id="262" idx="6"/>
              <a:endCxn id="286" idx="2"/>
            </p:cNvCxnSpPr>
            <p:nvPr/>
          </p:nvCxnSpPr>
          <p:spPr>
            <a:xfrm flipV="1">
              <a:off x="612024" y="4091932"/>
              <a:ext cx="415876" cy="5422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8" name="Straight Arrow Connector 277">
              <a:extLst>
                <a:ext uri="{FF2B5EF4-FFF2-40B4-BE49-F238E27FC236}">
                  <a16:creationId xmlns:a16="http://schemas.microsoft.com/office/drawing/2014/main" id="{3E55F1A9-C109-6C1C-792B-13E18D397FC1}"/>
                </a:ext>
              </a:extLst>
            </p:cNvPr>
            <p:cNvCxnSpPr>
              <a:cxnSpLocks/>
              <a:stCxn id="267" idx="6"/>
              <a:endCxn id="268" idx="2"/>
            </p:cNvCxnSpPr>
            <p:nvPr/>
          </p:nvCxnSpPr>
          <p:spPr>
            <a:xfrm flipV="1">
              <a:off x="2243010" y="3826785"/>
              <a:ext cx="754256" cy="138639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2F1EB9CD-23DF-59F9-EFEB-B4FA92F48C52}"/>
                </a:ext>
              </a:extLst>
            </p:cNvPr>
            <p:cNvCxnSpPr>
              <a:cxnSpLocks/>
              <a:stCxn id="266" idx="6"/>
              <a:endCxn id="268" idx="2"/>
            </p:cNvCxnSpPr>
            <p:nvPr/>
          </p:nvCxnSpPr>
          <p:spPr>
            <a:xfrm flipV="1">
              <a:off x="2233600" y="3826785"/>
              <a:ext cx="763666" cy="8266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Straight Arrow Connector 279">
              <a:extLst>
                <a:ext uri="{FF2B5EF4-FFF2-40B4-BE49-F238E27FC236}">
                  <a16:creationId xmlns:a16="http://schemas.microsoft.com/office/drawing/2014/main" id="{BB4FB00A-0B48-FE46-10DE-959D08DDB3E6}"/>
                </a:ext>
              </a:extLst>
            </p:cNvPr>
            <p:cNvCxnSpPr>
              <a:cxnSpLocks/>
              <a:stCxn id="265" idx="6"/>
              <a:endCxn id="268" idx="2"/>
            </p:cNvCxnSpPr>
            <p:nvPr/>
          </p:nvCxnSpPr>
          <p:spPr>
            <a:xfrm flipV="1">
              <a:off x="2262038" y="3826785"/>
              <a:ext cx="735228" cy="2598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Straight Arrow Connector 280">
              <a:extLst>
                <a:ext uri="{FF2B5EF4-FFF2-40B4-BE49-F238E27FC236}">
                  <a16:creationId xmlns:a16="http://schemas.microsoft.com/office/drawing/2014/main" id="{918F149D-0F0E-26B6-7876-5A2CDD8EA195}"/>
                </a:ext>
              </a:extLst>
            </p:cNvPr>
            <p:cNvCxnSpPr>
              <a:cxnSpLocks/>
              <a:stCxn id="264" idx="6"/>
              <a:endCxn id="268" idx="2"/>
            </p:cNvCxnSpPr>
            <p:nvPr/>
          </p:nvCxnSpPr>
          <p:spPr>
            <a:xfrm>
              <a:off x="2216051" y="3529847"/>
              <a:ext cx="781215" cy="29693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Straight Arrow Connector 281">
              <a:extLst>
                <a:ext uri="{FF2B5EF4-FFF2-40B4-BE49-F238E27FC236}">
                  <a16:creationId xmlns:a16="http://schemas.microsoft.com/office/drawing/2014/main" id="{5475F740-FBE3-BF62-D1DD-C59B219FEC22}"/>
                </a:ext>
              </a:extLst>
            </p:cNvPr>
            <p:cNvCxnSpPr>
              <a:cxnSpLocks/>
              <a:stCxn id="263" idx="6"/>
              <a:endCxn id="268" idx="2"/>
            </p:cNvCxnSpPr>
            <p:nvPr/>
          </p:nvCxnSpPr>
          <p:spPr>
            <a:xfrm>
              <a:off x="2207479" y="2970971"/>
              <a:ext cx="789787" cy="85581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3" name="Straight Arrow Connector 282">
              <a:extLst>
                <a:ext uri="{FF2B5EF4-FFF2-40B4-BE49-F238E27FC236}">
                  <a16:creationId xmlns:a16="http://schemas.microsoft.com/office/drawing/2014/main" id="{5E421447-9A36-65C0-68B0-F886B2A653DE}"/>
                </a:ext>
              </a:extLst>
            </p:cNvPr>
            <p:cNvCxnSpPr>
              <a:cxnSpLocks/>
              <a:stCxn id="262" idx="6"/>
              <a:endCxn id="288" idx="2"/>
            </p:cNvCxnSpPr>
            <p:nvPr/>
          </p:nvCxnSpPr>
          <p:spPr>
            <a:xfrm>
              <a:off x="612024" y="4634189"/>
              <a:ext cx="407547" cy="58749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4" name="Oval 283">
              <a:extLst>
                <a:ext uri="{FF2B5EF4-FFF2-40B4-BE49-F238E27FC236}">
                  <a16:creationId xmlns:a16="http://schemas.microsoft.com/office/drawing/2014/main" id="{C66AA5D2-6EA6-D732-3676-E971D8F717B7}"/>
                </a:ext>
              </a:extLst>
            </p:cNvPr>
            <p:cNvSpPr/>
            <p:nvPr/>
          </p:nvSpPr>
          <p:spPr>
            <a:xfrm>
              <a:off x="1040860" y="2826585"/>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5" name="Oval 284">
              <a:extLst>
                <a:ext uri="{FF2B5EF4-FFF2-40B4-BE49-F238E27FC236}">
                  <a16:creationId xmlns:a16="http://schemas.microsoft.com/office/drawing/2014/main" id="{57C87853-BEF3-C32B-82C4-C88EA2760764}"/>
                </a:ext>
              </a:extLst>
            </p:cNvPr>
            <p:cNvSpPr/>
            <p:nvPr/>
          </p:nvSpPr>
          <p:spPr>
            <a:xfrm>
              <a:off x="1035626" y="3381637"/>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6" name="Oval 285">
              <a:extLst>
                <a:ext uri="{FF2B5EF4-FFF2-40B4-BE49-F238E27FC236}">
                  <a16:creationId xmlns:a16="http://schemas.microsoft.com/office/drawing/2014/main" id="{16CED08A-6BDF-3654-C16F-49FE2A58BE82}"/>
                </a:ext>
              </a:extLst>
            </p:cNvPr>
            <p:cNvSpPr/>
            <p:nvPr/>
          </p:nvSpPr>
          <p:spPr>
            <a:xfrm>
              <a:off x="1027900" y="3936690"/>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7" name="Oval 286">
              <a:extLst>
                <a:ext uri="{FF2B5EF4-FFF2-40B4-BE49-F238E27FC236}">
                  <a16:creationId xmlns:a16="http://schemas.microsoft.com/office/drawing/2014/main" id="{2DA34D0D-FE96-C3E3-0BD8-A5000DA8B215}"/>
                </a:ext>
              </a:extLst>
            </p:cNvPr>
            <p:cNvSpPr/>
            <p:nvPr/>
          </p:nvSpPr>
          <p:spPr>
            <a:xfrm>
              <a:off x="1022347" y="4490010"/>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8" name="Oval 287">
              <a:extLst>
                <a:ext uri="{FF2B5EF4-FFF2-40B4-BE49-F238E27FC236}">
                  <a16:creationId xmlns:a16="http://schemas.microsoft.com/office/drawing/2014/main" id="{44DD05BE-5BC3-C997-F19D-DF652E2ED7AE}"/>
                </a:ext>
              </a:extLst>
            </p:cNvPr>
            <p:cNvSpPr/>
            <p:nvPr/>
          </p:nvSpPr>
          <p:spPr>
            <a:xfrm>
              <a:off x="1019571" y="5066443"/>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89" name="Oval 288">
                  <a:extLst>
                    <a:ext uri="{FF2B5EF4-FFF2-40B4-BE49-F238E27FC236}">
                      <a16:creationId xmlns:a16="http://schemas.microsoft.com/office/drawing/2014/main" id="{0CF3B8CD-8ED8-4934-D0C6-1AC07757A4E6}"/>
                    </a:ext>
                  </a:extLst>
                </p:cNvPr>
                <p:cNvSpPr/>
                <p:nvPr/>
              </p:nvSpPr>
              <p:spPr>
                <a:xfrm>
                  <a:off x="4129362" y="3805338"/>
                  <a:ext cx="605625" cy="559546"/>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IN" sz="1000" b="0" i="1" smtClean="0">
                                <a:latin typeface="Cambria Math" panose="02040503050406030204" pitchFamily="18" charset="0"/>
                              </a:rPr>
                            </m:ctrlPr>
                          </m:sSupPr>
                          <m:e>
                            <m:r>
                              <m:rPr>
                                <m:sty m:val="p"/>
                              </m:rPr>
                              <a:rPr lang="en-IN" sz="1000" b="0" i="1" smtClean="0">
                                <a:latin typeface="Cambria Math" panose="02040503050406030204" pitchFamily="18" charset="0"/>
                                <a:ea typeface="Cambria Math" panose="02040503050406030204" pitchFamily="18" charset="0"/>
                              </a:rPr>
                              <m:t>∇</m:t>
                            </m:r>
                          </m:e>
                          <m:sup>
                            <m:r>
                              <a:rPr lang="en-IN" sz="1000" b="0" i="1" smtClean="0">
                                <a:latin typeface="Cambria Math" panose="02040503050406030204" pitchFamily="18" charset="0"/>
                              </a:rPr>
                              <m:t>2</m:t>
                            </m:r>
                          </m:sup>
                        </m:sSup>
                        <m:r>
                          <a:rPr lang="en-IN" sz="1000" b="0" i="1" smtClean="0">
                            <a:latin typeface="Cambria Math" panose="02040503050406030204" pitchFamily="18" charset="0"/>
                            <a:ea typeface="Cambria Math" panose="02040503050406030204" pitchFamily="18" charset="0"/>
                          </a:rPr>
                          <m:t>∙</m:t>
                        </m:r>
                      </m:oMath>
                    </m:oMathPara>
                  </a14:m>
                  <a:endParaRPr lang="en-IN" sz="1000" dirty="0"/>
                </a:p>
              </p:txBody>
            </p:sp>
          </mc:Choice>
          <mc:Fallback xmlns="">
            <p:sp>
              <p:nvSpPr>
                <p:cNvPr id="289" name="Oval 288">
                  <a:extLst>
                    <a:ext uri="{FF2B5EF4-FFF2-40B4-BE49-F238E27FC236}">
                      <a16:creationId xmlns:a16="http://schemas.microsoft.com/office/drawing/2014/main" id="{0CF3B8CD-8ED8-4934-D0C6-1AC07757A4E6}"/>
                    </a:ext>
                  </a:extLst>
                </p:cNvPr>
                <p:cNvSpPr>
                  <a:spLocks noRot="1" noChangeAspect="1" noMove="1" noResize="1" noEditPoints="1" noAdjustHandles="1" noChangeArrowheads="1" noChangeShapeType="1" noTextEdit="1"/>
                </p:cNvSpPr>
                <p:nvPr/>
              </p:nvSpPr>
              <p:spPr>
                <a:xfrm>
                  <a:off x="4129362" y="3805338"/>
                  <a:ext cx="605625" cy="559546"/>
                </a:xfrm>
                <a:prstGeom prst="ellipse">
                  <a:avLst/>
                </a:prstGeom>
                <a:blipFill>
                  <a:blip r:embed="rId9"/>
                  <a:stretch>
                    <a:fillRect/>
                  </a:stretch>
                </a:blipFill>
                <a:ln/>
              </p:spPr>
              <p:txBody>
                <a:bodyPr/>
                <a:lstStyle/>
                <a:p>
                  <a:r>
                    <a:rPr lang="en-IN">
                      <a:noFill/>
                    </a:rPr>
                    <a:t> </a:t>
                  </a:r>
                </a:p>
              </p:txBody>
            </p:sp>
          </mc:Fallback>
        </mc:AlternateContent>
        <p:cxnSp>
          <p:nvCxnSpPr>
            <p:cNvPr id="290" name="Straight Arrow Connector 289">
              <a:extLst>
                <a:ext uri="{FF2B5EF4-FFF2-40B4-BE49-F238E27FC236}">
                  <a16:creationId xmlns:a16="http://schemas.microsoft.com/office/drawing/2014/main" id="{6BFA6BA3-82EB-89B3-1720-6948F4ED0901}"/>
                </a:ext>
              </a:extLst>
            </p:cNvPr>
            <p:cNvCxnSpPr>
              <a:cxnSpLocks/>
              <a:stCxn id="268" idx="6"/>
              <a:endCxn id="289" idx="2"/>
            </p:cNvCxnSpPr>
            <p:nvPr/>
          </p:nvCxnSpPr>
          <p:spPr>
            <a:xfrm>
              <a:off x="3585243" y="3826785"/>
              <a:ext cx="544119" cy="25832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CD36DBBA-1CF3-2163-6E67-50127955FAC5}"/>
                </a:ext>
              </a:extLst>
            </p:cNvPr>
            <p:cNvCxnSpPr>
              <a:cxnSpLocks/>
              <a:stCxn id="289" idx="6"/>
              <a:endCxn id="248" idx="1"/>
            </p:cNvCxnSpPr>
            <p:nvPr/>
          </p:nvCxnSpPr>
          <p:spPr>
            <a:xfrm>
              <a:off x="4734987" y="4085111"/>
              <a:ext cx="266620" cy="68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2" name="TextBox 291">
                  <a:extLst>
                    <a:ext uri="{FF2B5EF4-FFF2-40B4-BE49-F238E27FC236}">
                      <a16:creationId xmlns:a16="http://schemas.microsoft.com/office/drawing/2014/main" id="{1D815773-8090-1185-EEB7-029DDA387CFA}"/>
                    </a:ext>
                  </a:extLst>
                </p:cNvPr>
                <p:cNvSpPr txBox="1"/>
                <p:nvPr/>
              </p:nvSpPr>
              <p:spPr>
                <a:xfrm>
                  <a:off x="1394258" y="3947219"/>
                  <a:ext cx="4489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292" name="TextBox 291">
                  <a:extLst>
                    <a:ext uri="{FF2B5EF4-FFF2-40B4-BE49-F238E27FC236}">
                      <a16:creationId xmlns:a16="http://schemas.microsoft.com/office/drawing/2014/main" id="{1D815773-8090-1185-EEB7-029DDA387CFA}"/>
                    </a:ext>
                  </a:extLst>
                </p:cNvPr>
                <p:cNvSpPr txBox="1">
                  <a:spLocks noRot="1" noChangeAspect="1" noMove="1" noResize="1" noEditPoints="1" noAdjustHandles="1" noChangeArrowheads="1" noChangeShapeType="1" noTextEdit="1"/>
                </p:cNvSpPr>
                <p:nvPr/>
              </p:nvSpPr>
              <p:spPr>
                <a:xfrm>
                  <a:off x="1394258" y="3947219"/>
                  <a:ext cx="448938" cy="36933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3" name="Oval 292">
                  <a:extLst>
                    <a:ext uri="{FF2B5EF4-FFF2-40B4-BE49-F238E27FC236}">
                      <a16:creationId xmlns:a16="http://schemas.microsoft.com/office/drawing/2014/main" id="{110DF6D3-CAE2-1E4B-3A37-B9CF1C49B4B0}"/>
                    </a:ext>
                  </a:extLst>
                </p:cNvPr>
                <p:cNvSpPr/>
                <p:nvPr/>
              </p:nvSpPr>
              <p:spPr>
                <a:xfrm>
                  <a:off x="2987830" y="4209580"/>
                  <a:ext cx="570429" cy="554802"/>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rPr>
                          <m:t> </m:t>
                        </m:r>
                        <m:acc>
                          <m:accPr>
                            <m:chr m:val="̂"/>
                            <m:ctrlPr>
                              <a:rPr lang="en-IN" sz="1400" i="1" smtClean="0">
                                <a:latin typeface="Cambria Math" panose="02040503050406030204" pitchFamily="18" charset="0"/>
                              </a:rPr>
                            </m:ctrlPr>
                          </m:accPr>
                          <m:e>
                            <m:r>
                              <a:rPr lang="en-IN" sz="1400" b="0" i="1" smtClean="0">
                                <a:latin typeface="Cambria Math" panose="02040503050406030204" pitchFamily="18" charset="0"/>
                              </a:rPr>
                              <m:t>𝑣</m:t>
                            </m:r>
                          </m:e>
                        </m:acc>
                      </m:oMath>
                    </m:oMathPara>
                  </a14:m>
                  <a:endParaRPr lang="en-IN" sz="1400" dirty="0"/>
                </a:p>
              </p:txBody>
            </p:sp>
          </mc:Choice>
          <mc:Fallback xmlns="">
            <p:sp>
              <p:nvSpPr>
                <p:cNvPr id="293" name="Oval 292">
                  <a:extLst>
                    <a:ext uri="{FF2B5EF4-FFF2-40B4-BE49-F238E27FC236}">
                      <a16:creationId xmlns:a16="http://schemas.microsoft.com/office/drawing/2014/main" id="{110DF6D3-CAE2-1E4B-3A37-B9CF1C49B4B0}"/>
                    </a:ext>
                  </a:extLst>
                </p:cNvPr>
                <p:cNvSpPr>
                  <a:spLocks noRot="1" noChangeAspect="1" noMove="1" noResize="1" noEditPoints="1" noAdjustHandles="1" noChangeArrowheads="1" noChangeShapeType="1" noTextEdit="1"/>
                </p:cNvSpPr>
                <p:nvPr/>
              </p:nvSpPr>
              <p:spPr>
                <a:xfrm>
                  <a:off x="2987830" y="4209580"/>
                  <a:ext cx="570429" cy="554802"/>
                </a:xfrm>
                <a:prstGeom prst="ellipse">
                  <a:avLst/>
                </a:prstGeom>
                <a:blipFill>
                  <a:blip r:embed="rId11"/>
                  <a:stretch>
                    <a:fillRect/>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4" name="Oval 293">
                  <a:extLst>
                    <a:ext uri="{FF2B5EF4-FFF2-40B4-BE49-F238E27FC236}">
                      <a16:creationId xmlns:a16="http://schemas.microsoft.com/office/drawing/2014/main" id="{227C851D-8825-1243-125B-1182FED36A0B}"/>
                    </a:ext>
                  </a:extLst>
                </p:cNvPr>
                <p:cNvSpPr/>
                <p:nvPr/>
              </p:nvSpPr>
              <p:spPr>
                <a:xfrm>
                  <a:off x="2997266" y="2900451"/>
                  <a:ext cx="591831" cy="549657"/>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000" b="0" i="1" smtClean="0">
                            <a:latin typeface="Cambria Math" panose="02040503050406030204" pitchFamily="18" charset="0"/>
                          </a:rPr>
                          <m:t> </m:t>
                        </m:r>
                        <m:r>
                          <a:rPr lang="en-IN" sz="1000" b="0" i="1" smtClean="0">
                            <a:latin typeface="Cambria Math" panose="02040503050406030204" pitchFamily="18" charset="0"/>
                          </a:rPr>
                          <m:t>𝑚𝑎𝑥</m:t>
                        </m:r>
                        <m:r>
                          <a:rPr lang="en-IN" sz="1000" b="0" i="1" smtClean="0">
                            <a:latin typeface="Cambria Math" panose="02040503050406030204" pitchFamily="18" charset="0"/>
                          </a:rPr>
                          <m:t>(</m:t>
                        </m:r>
                        <m:r>
                          <a:rPr lang="en-IN" sz="1000" b="0" i="1" smtClean="0">
                            <a:latin typeface="Cambria Math" panose="02040503050406030204" pitchFamily="18" charset="0"/>
                            <a:ea typeface="Cambria Math" panose="02040503050406030204" pitchFamily="18" charset="0"/>
                          </a:rPr>
                          <m:t>𝛼</m:t>
                        </m:r>
                        <m:r>
                          <a:rPr lang="en-IN" sz="1000" b="0" i="1" smtClean="0">
                            <a:latin typeface="Cambria Math" panose="02040503050406030204" pitchFamily="18" charset="0"/>
                          </a:rPr>
                          <m:t>,</m:t>
                        </m:r>
                        <m:acc>
                          <m:accPr>
                            <m:chr m:val="̂"/>
                            <m:ctrlPr>
                              <a:rPr lang="en-IN" sz="1000" i="1">
                                <a:latin typeface="Cambria Math" panose="02040503050406030204" pitchFamily="18" charset="0"/>
                              </a:rPr>
                            </m:ctrlPr>
                          </m:accPr>
                          <m:e>
                            <m:r>
                              <a:rPr lang="en-IN" sz="1000" b="0" i="1" smtClean="0">
                                <a:latin typeface="Cambria Math" panose="02040503050406030204" pitchFamily="18" charset="0"/>
                              </a:rPr>
                              <m:t>𝑝</m:t>
                            </m:r>
                          </m:e>
                        </m:acc>
                        <m:r>
                          <a:rPr lang="en-IN" sz="1000" b="0" i="1" smtClean="0">
                            <a:latin typeface="Cambria Math" panose="02040503050406030204" pitchFamily="18" charset="0"/>
                          </a:rPr>
                          <m:t>)</m:t>
                        </m:r>
                      </m:oMath>
                    </m:oMathPara>
                  </a14:m>
                  <a:endParaRPr lang="en-IN" sz="1000" dirty="0"/>
                </a:p>
              </p:txBody>
            </p:sp>
          </mc:Choice>
          <mc:Fallback xmlns="">
            <p:sp>
              <p:nvSpPr>
                <p:cNvPr id="294" name="Oval 293">
                  <a:extLst>
                    <a:ext uri="{FF2B5EF4-FFF2-40B4-BE49-F238E27FC236}">
                      <a16:creationId xmlns:a16="http://schemas.microsoft.com/office/drawing/2014/main" id="{227C851D-8825-1243-125B-1182FED36A0B}"/>
                    </a:ext>
                  </a:extLst>
                </p:cNvPr>
                <p:cNvSpPr>
                  <a:spLocks noRot="1" noChangeAspect="1" noMove="1" noResize="1" noEditPoints="1" noAdjustHandles="1" noChangeArrowheads="1" noChangeShapeType="1" noTextEdit="1"/>
                </p:cNvSpPr>
                <p:nvPr/>
              </p:nvSpPr>
              <p:spPr>
                <a:xfrm>
                  <a:off x="2997266" y="2900451"/>
                  <a:ext cx="591831" cy="549657"/>
                </a:xfrm>
                <a:prstGeom prst="ellipse">
                  <a:avLst/>
                </a:prstGeom>
                <a:blipFill>
                  <a:blip r:embed="rId12"/>
                  <a:stretch>
                    <a:fillRect l="-2041" r="-21429"/>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7" name="Oval 196">
                  <a:extLst>
                    <a:ext uri="{FF2B5EF4-FFF2-40B4-BE49-F238E27FC236}">
                      <a16:creationId xmlns:a16="http://schemas.microsoft.com/office/drawing/2014/main" id="{C7ACA965-FACB-8895-FEA2-F24806F1DD98}"/>
                    </a:ext>
                  </a:extLst>
                </p:cNvPr>
                <p:cNvSpPr/>
                <p:nvPr/>
              </p:nvSpPr>
              <p:spPr>
                <a:xfrm>
                  <a:off x="2982367" y="4844452"/>
                  <a:ext cx="570429" cy="554802"/>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000" b="0" i="1" smtClean="0">
                            <a:latin typeface="Cambria Math" panose="02040503050406030204" pitchFamily="18" charset="0"/>
                          </a:rPr>
                          <m:t> </m:t>
                        </m:r>
                        <m:r>
                          <m:rPr>
                            <m:sty m:val="p"/>
                          </m:rPr>
                          <a:rPr lang="en-IN" sz="1000" b="0" i="0" smtClean="0">
                            <a:latin typeface="Cambria Math" panose="02040503050406030204" pitchFamily="18" charset="0"/>
                          </a:rPr>
                          <m:t>max</m:t>
                        </m:r>
                        <m:r>
                          <a:rPr lang="en-IN" sz="1000" b="0" i="1" smtClean="0">
                            <a:latin typeface="Cambria Math" panose="02040503050406030204" pitchFamily="18" charset="0"/>
                          </a:rPr>
                          <m:t>⁡(</m:t>
                        </m:r>
                        <m:r>
                          <a:rPr lang="en-IN" sz="1000" b="0" i="1" smtClean="0">
                            <a:latin typeface="Cambria Math" panose="02040503050406030204" pitchFamily="18" charset="0"/>
                            <a:ea typeface="Cambria Math" panose="02040503050406030204" pitchFamily="18" charset="0"/>
                          </a:rPr>
                          <m:t>𝛼</m:t>
                        </m:r>
                        <m:r>
                          <a:rPr lang="en-IN" sz="1000" b="0" i="1" smtClean="0">
                            <a:latin typeface="Cambria Math" panose="02040503050406030204" pitchFamily="18" charset="0"/>
                            <a:ea typeface="Cambria Math" panose="02040503050406030204" pitchFamily="18" charset="0"/>
                          </a:rPr>
                          <m:t>,</m:t>
                        </m:r>
                        <m:acc>
                          <m:accPr>
                            <m:chr m:val="̂"/>
                            <m:ctrlPr>
                              <a:rPr lang="en-IN" sz="1000" b="0" i="1" smtClean="0">
                                <a:latin typeface="Cambria Math" panose="02040503050406030204" pitchFamily="18" charset="0"/>
                                <a:ea typeface="Cambria Math" panose="02040503050406030204" pitchFamily="18" charset="0"/>
                              </a:rPr>
                            </m:ctrlPr>
                          </m:accPr>
                          <m:e>
                            <m:r>
                              <a:rPr lang="en-IN" sz="1000" b="0" i="1" smtClean="0">
                                <a:latin typeface="Cambria Math" panose="02040503050406030204" pitchFamily="18" charset="0"/>
                                <a:ea typeface="Cambria Math" panose="02040503050406030204" pitchFamily="18" charset="0"/>
                              </a:rPr>
                              <m:t>𝜌</m:t>
                            </m:r>
                          </m:e>
                        </m:acc>
                        <m:r>
                          <a:rPr lang="en-IN" sz="1000" b="0" i="1" smtClean="0">
                            <a:latin typeface="Cambria Math" panose="02040503050406030204" pitchFamily="18" charset="0"/>
                          </a:rPr>
                          <m:t>)</m:t>
                        </m:r>
                      </m:oMath>
                    </m:oMathPara>
                  </a14:m>
                  <a:endParaRPr lang="en-IN" sz="1000" dirty="0"/>
                </a:p>
              </p:txBody>
            </p:sp>
          </mc:Choice>
          <mc:Fallback xmlns="">
            <p:sp>
              <p:nvSpPr>
                <p:cNvPr id="197" name="Oval 196">
                  <a:extLst>
                    <a:ext uri="{FF2B5EF4-FFF2-40B4-BE49-F238E27FC236}">
                      <a16:creationId xmlns:a16="http://schemas.microsoft.com/office/drawing/2014/main" id="{C7ACA965-FACB-8895-FEA2-F24806F1DD98}"/>
                    </a:ext>
                  </a:extLst>
                </p:cNvPr>
                <p:cNvSpPr>
                  <a:spLocks noRot="1" noChangeAspect="1" noMove="1" noResize="1" noEditPoints="1" noAdjustHandles="1" noChangeArrowheads="1" noChangeShapeType="1" noTextEdit="1"/>
                </p:cNvSpPr>
                <p:nvPr/>
              </p:nvSpPr>
              <p:spPr>
                <a:xfrm>
                  <a:off x="2982367" y="4844452"/>
                  <a:ext cx="570429" cy="554802"/>
                </a:xfrm>
                <a:prstGeom prst="ellipse">
                  <a:avLst/>
                </a:prstGeom>
                <a:blipFill>
                  <a:blip r:embed="rId13"/>
                  <a:stretch>
                    <a:fillRect l="-3191" r="-23404"/>
                  </a:stretch>
                </a:blipFill>
                <a:ln/>
              </p:spPr>
              <p:txBody>
                <a:bodyPr/>
                <a:lstStyle/>
                <a:p>
                  <a:r>
                    <a:rPr lang="en-IN">
                      <a:noFill/>
                    </a:rPr>
                    <a:t> </a:t>
                  </a:r>
                </a:p>
              </p:txBody>
            </p:sp>
          </mc:Fallback>
        </mc:AlternateContent>
        <p:cxnSp>
          <p:nvCxnSpPr>
            <p:cNvPr id="205" name="Straight Arrow Connector 204">
              <a:extLst>
                <a:ext uri="{FF2B5EF4-FFF2-40B4-BE49-F238E27FC236}">
                  <a16:creationId xmlns:a16="http://schemas.microsoft.com/office/drawing/2014/main" id="{70DCE155-A8EC-FB55-B815-A1BE3C217C7E}"/>
                </a:ext>
              </a:extLst>
            </p:cNvPr>
            <p:cNvCxnSpPr>
              <a:cxnSpLocks/>
              <a:stCxn id="263" idx="6"/>
              <a:endCxn id="294" idx="2"/>
            </p:cNvCxnSpPr>
            <p:nvPr/>
          </p:nvCxnSpPr>
          <p:spPr>
            <a:xfrm>
              <a:off x="2207479" y="2970971"/>
              <a:ext cx="789787" cy="20430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207">
              <a:extLst>
                <a:ext uri="{FF2B5EF4-FFF2-40B4-BE49-F238E27FC236}">
                  <a16:creationId xmlns:a16="http://schemas.microsoft.com/office/drawing/2014/main" id="{1A20B565-F775-F401-CC5D-F8F8A35A5056}"/>
                </a:ext>
              </a:extLst>
            </p:cNvPr>
            <p:cNvCxnSpPr>
              <a:cxnSpLocks/>
              <a:stCxn id="263" idx="6"/>
              <a:endCxn id="268" idx="2"/>
            </p:cNvCxnSpPr>
            <p:nvPr/>
          </p:nvCxnSpPr>
          <p:spPr>
            <a:xfrm>
              <a:off x="2207479" y="2970971"/>
              <a:ext cx="789787" cy="85581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575744E9-FAC6-DF09-4227-E42A9A7263CE}"/>
                </a:ext>
              </a:extLst>
            </p:cNvPr>
            <p:cNvCxnSpPr>
              <a:cxnSpLocks/>
              <a:stCxn id="263" idx="6"/>
              <a:endCxn id="293" idx="2"/>
            </p:cNvCxnSpPr>
            <p:nvPr/>
          </p:nvCxnSpPr>
          <p:spPr>
            <a:xfrm>
              <a:off x="2207479" y="2970971"/>
              <a:ext cx="780351" cy="15160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Straight Arrow Connector 213">
              <a:extLst>
                <a:ext uri="{FF2B5EF4-FFF2-40B4-BE49-F238E27FC236}">
                  <a16:creationId xmlns:a16="http://schemas.microsoft.com/office/drawing/2014/main" id="{FA735A47-1A09-D49B-AB3A-B72C1FDEC87E}"/>
                </a:ext>
              </a:extLst>
            </p:cNvPr>
            <p:cNvCxnSpPr>
              <a:cxnSpLocks/>
              <a:stCxn id="263" idx="6"/>
              <a:endCxn id="197" idx="2"/>
            </p:cNvCxnSpPr>
            <p:nvPr/>
          </p:nvCxnSpPr>
          <p:spPr>
            <a:xfrm>
              <a:off x="2207479" y="2970971"/>
              <a:ext cx="774888" cy="21508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Straight Arrow Connector 216">
              <a:extLst>
                <a:ext uri="{FF2B5EF4-FFF2-40B4-BE49-F238E27FC236}">
                  <a16:creationId xmlns:a16="http://schemas.microsoft.com/office/drawing/2014/main" id="{B9C62088-0197-7C2F-0B59-5252C3BFCBFB}"/>
                </a:ext>
              </a:extLst>
            </p:cNvPr>
            <p:cNvCxnSpPr>
              <a:cxnSpLocks/>
              <a:stCxn id="267" idx="6"/>
              <a:endCxn id="197" idx="2"/>
            </p:cNvCxnSpPr>
            <p:nvPr/>
          </p:nvCxnSpPr>
          <p:spPr>
            <a:xfrm flipV="1">
              <a:off x="2243010" y="5121853"/>
              <a:ext cx="739357" cy="913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Straight Arrow Connector 219">
              <a:extLst>
                <a:ext uri="{FF2B5EF4-FFF2-40B4-BE49-F238E27FC236}">
                  <a16:creationId xmlns:a16="http://schemas.microsoft.com/office/drawing/2014/main" id="{506D65D8-5A07-7C84-FE4C-49281B8DDDA2}"/>
                </a:ext>
              </a:extLst>
            </p:cNvPr>
            <p:cNvCxnSpPr>
              <a:cxnSpLocks/>
              <a:stCxn id="267" idx="6"/>
              <a:endCxn id="293" idx="2"/>
            </p:cNvCxnSpPr>
            <p:nvPr/>
          </p:nvCxnSpPr>
          <p:spPr>
            <a:xfrm flipV="1">
              <a:off x="2243010" y="4486981"/>
              <a:ext cx="744820" cy="72620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3" name="Straight Arrow Connector 222">
              <a:extLst>
                <a:ext uri="{FF2B5EF4-FFF2-40B4-BE49-F238E27FC236}">
                  <a16:creationId xmlns:a16="http://schemas.microsoft.com/office/drawing/2014/main" id="{5071EAA3-A90A-2BB1-663E-3C3621D57F43}"/>
                </a:ext>
              </a:extLst>
            </p:cNvPr>
            <p:cNvCxnSpPr>
              <a:cxnSpLocks/>
              <a:stCxn id="267" idx="6"/>
              <a:endCxn id="294" idx="2"/>
            </p:cNvCxnSpPr>
            <p:nvPr/>
          </p:nvCxnSpPr>
          <p:spPr>
            <a:xfrm flipV="1">
              <a:off x="2243010" y="3175280"/>
              <a:ext cx="754256" cy="203790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Straight Arrow Connector 225">
              <a:extLst>
                <a:ext uri="{FF2B5EF4-FFF2-40B4-BE49-F238E27FC236}">
                  <a16:creationId xmlns:a16="http://schemas.microsoft.com/office/drawing/2014/main" id="{DF90731E-8C0C-F2C6-67ED-EF58EB091BC1}"/>
                </a:ext>
              </a:extLst>
            </p:cNvPr>
            <p:cNvCxnSpPr>
              <a:cxnSpLocks/>
              <a:stCxn id="266" idx="6"/>
              <a:endCxn id="294" idx="2"/>
            </p:cNvCxnSpPr>
            <p:nvPr/>
          </p:nvCxnSpPr>
          <p:spPr>
            <a:xfrm flipV="1">
              <a:off x="2233600" y="3175280"/>
              <a:ext cx="763666" cy="147814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866067BB-F5FD-BAED-5A97-9E9600EC1143}"/>
                </a:ext>
              </a:extLst>
            </p:cNvPr>
            <p:cNvCxnSpPr>
              <a:cxnSpLocks/>
              <a:stCxn id="266" idx="6"/>
              <a:endCxn id="293" idx="2"/>
            </p:cNvCxnSpPr>
            <p:nvPr/>
          </p:nvCxnSpPr>
          <p:spPr>
            <a:xfrm flipV="1">
              <a:off x="2233600" y="4486981"/>
              <a:ext cx="754230" cy="1664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2" name="Straight Arrow Connector 231">
              <a:extLst>
                <a:ext uri="{FF2B5EF4-FFF2-40B4-BE49-F238E27FC236}">
                  <a16:creationId xmlns:a16="http://schemas.microsoft.com/office/drawing/2014/main" id="{CC76BB63-B92E-35FE-F22B-BC533AEDB904}"/>
                </a:ext>
              </a:extLst>
            </p:cNvPr>
            <p:cNvCxnSpPr>
              <a:cxnSpLocks/>
              <a:stCxn id="266" idx="6"/>
              <a:endCxn id="197" idx="2"/>
            </p:cNvCxnSpPr>
            <p:nvPr/>
          </p:nvCxnSpPr>
          <p:spPr>
            <a:xfrm>
              <a:off x="2233600" y="4653425"/>
              <a:ext cx="748767" cy="4684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6" name="Straight Arrow Connector 235">
              <a:extLst>
                <a:ext uri="{FF2B5EF4-FFF2-40B4-BE49-F238E27FC236}">
                  <a16:creationId xmlns:a16="http://schemas.microsoft.com/office/drawing/2014/main" id="{FA791210-DEED-A0E3-6556-553F4F71DA3F}"/>
                </a:ext>
              </a:extLst>
            </p:cNvPr>
            <p:cNvCxnSpPr>
              <a:cxnSpLocks/>
              <a:stCxn id="265" idx="6"/>
              <a:endCxn id="197" idx="2"/>
            </p:cNvCxnSpPr>
            <p:nvPr/>
          </p:nvCxnSpPr>
          <p:spPr>
            <a:xfrm>
              <a:off x="2262038" y="4086663"/>
              <a:ext cx="720329" cy="10351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5" name="Straight Arrow Connector 294">
              <a:extLst>
                <a:ext uri="{FF2B5EF4-FFF2-40B4-BE49-F238E27FC236}">
                  <a16:creationId xmlns:a16="http://schemas.microsoft.com/office/drawing/2014/main" id="{BFA3A8B8-1B15-D07B-4DC2-9726668FB9A8}"/>
                </a:ext>
              </a:extLst>
            </p:cNvPr>
            <p:cNvCxnSpPr>
              <a:cxnSpLocks/>
              <a:stCxn id="265" idx="6"/>
              <a:endCxn id="293" idx="2"/>
            </p:cNvCxnSpPr>
            <p:nvPr/>
          </p:nvCxnSpPr>
          <p:spPr>
            <a:xfrm>
              <a:off x="2262038" y="4086663"/>
              <a:ext cx="725792" cy="40031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8" name="Straight Arrow Connector 297">
              <a:extLst>
                <a:ext uri="{FF2B5EF4-FFF2-40B4-BE49-F238E27FC236}">
                  <a16:creationId xmlns:a16="http://schemas.microsoft.com/office/drawing/2014/main" id="{381E2A9B-56AE-6DD2-397D-B8CCEFAD096D}"/>
                </a:ext>
              </a:extLst>
            </p:cNvPr>
            <p:cNvCxnSpPr>
              <a:cxnSpLocks/>
              <a:stCxn id="265" idx="6"/>
              <a:endCxn id="294" idx="2"/>
            </p:cNvCxnSpPr>
            <p:nvPr/>
          </p:nvCxnSpPr>
          <p:spPr>
            <a:xfrm flipV="1">
              <a:off x="2262038" y="3175280"/>
              <a:ext cx="735228" cy="9113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1" name="Straight Arrow Connector 300">
              <a:extLst>
                <a:ext uri="{FF2B5EF4-FFF2-40B4-BE49-F238E27FC236}">
                  <a16:creationId xmlns:a16="http://schemas.microsoft.com/office/drawing/2014/main" id="{228FD0EB-0482-0BB8-B199-B90BF974548B}"/>
                </a:ext>
              </a:extLst>
            </p:cNvPr>
            <p:cNvCxnSpPr>
              <a:cxnSpLocks/>
              <a:stCxn id="264" idx="6"/>
              <a:endCxn id="294" idx="2"/>
            </p:cNvCxnSpPr>
            <p:nvPr/>
          </p:nvCxnSpPr>
          <p:spPr>
            <a:xfrm flipV="1">
              <a:off x="2216051" y="3175280"/>
              <a:ext cx="781215" cy="3545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4" name="Straight Arrow Connector 303">
              <a:extLst>
                <a:ext uri="{FF2B5EF4-FFF2-40B4-BE49-F238E27FC236}">
                  <a16:creationId xmlns:a16="http://schemas.microsoft.com/office/drawing/2014/main" id="{BBD489E3-CA88-F5DC-2CD2-EFE13B1FD664}"/>
                </a:ext>
              </a:extLst>
            </p:cNvPr>
            <p:cNvCxnSpPr>
              <a:cxnSpLocks/>
              <a:stCxn id="264" idx="6"/>
              <a:endCxn id="197" idx="2"/>
            </p:cNvCxnSpPr>
            <p:nvPr/>
          </p:nvCxnSpPr>
          <p:spPr>
            <a:xfrm>
              <a:off x="2216051" y="3529847"/>
              <a:ext cx="766316" cy="15920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7" name="Straight Arrow Connector 306">
              <a:extLst>
                <a:ext uri="{FF2B5EF4-FFF2-40B4-BE49-F238E27FC236}">
                  <a16:creationId xmlns:a16="http://schemas.microsoft.com/office/drawing/2014/main" id="{AAB2B113-41DB-F9D0-4E0E-F3140B061039}"/>
                </a:ext>
              </a:extLst>
            </p:cNvPr>
            <p:cNvCxnSpPr>
              <a:cxnSpLocks/>
              <a:stCxn id="264" idx="6"/>
              <a:endCxn id="293" idx="2"/>
            </p:cNvCxnSpPr>
            <p:nvPr/>
          </p:nvCxnSpPr>
          <p:spPr>
            <a:xfrm>
              <a:off x="2216051" y="3529847"/>
              <a:ext cx="771779" cy="95713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9" name="Straight Arrow Connector 368">
              <a:extLst>
                <a:ext uri="{FF2B5EF4-FFF2-40B4-BE49-F238E27FC236}">
                  <a16:creationId xmlns:a16="http://schemas.microsoft.com/office/drawing/2014/main" id="{361B8C93-5077-A871-5268-F7DF320AFD55}"/>
                </a:ext>
              </a:extLst>
            </p:cNvPr>
            <p:cNvCxnSpPr>
              <a:cxnSpLocks/>
              <a:stCxn id="294" idx="6"/>
              <a:endCxn id="244" idx="2"/>
            </p:cNvCxnSpPr>
            <p:nvPr/>
          </p:nvCxnSpPr>
          <p:spPr>
            <a:xfrm>
              <a:off x="3589097" y="3175280"/>
              <a:ext cx="540265" cy="19502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5" name="Straight Arrow Connector 374">
              <a:extLst>
                <a:ext uri="{FF2B5EF4-FFF2-40B4-BE49-F238E27FC236}">
                  <a16:creationId xmlns:a16="http://schemas.microsoft.com/office/drawing/2014/main" id="{040E3F49-D395-32C1-8047-77E010D51DB8}"/>
                </a:ext>
              </a:extLst>
            </p:cNvPr>
            <p:cNvCxnSpPr>
              <a:cxnSpLocks/>
              <a:stCxn id="294" idx="6"/>
              <a:endCxn id="289" idx="2"/>
            </p:cNvCxnSpPr>
            <p:nvPr/>
          </p:nvCxnSpPr>
          <p:spPr>
            <a:xfrm>
              <a:off x="3589097" y="3175280"/>
              <a:ext cx="540265" cy="9098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8" name="Straight Arrow Connector 377">
              <a:extLst>
                <a:ext uri="{FF2B5EF4-FFF2-40B4-BE49-F238E27FC236}">
                  <a16:creationId xmlns:a16="http://schemas.microsoft.com/office/drawing/2014/main" id="{EA7F0246-F2AF-2039-5E8A-8AF7DF3B1FE6}"/>
                </a:ext>
              </a:extLst>
            </p:cNvPr>
            <p:cNvCxnSpPr>
              <a:cxnSpLocks/>
              <a:stCxn id="294" idx="6"/>
              <a:endCxn id="245" idx="2"/>
            </p:cNvCxnSpPr>
            <p:nvPr/>
          </p:nvCxnSpPr>
          <p:spPr>
            <a:xfrm>
              <a:off x="3589097" y="3175280"/>
              <a:ext cx="540264" cy="16270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1" name="Straight Arrow Connector 380">
              <a:extLst>
                <a:ext uri="{FF2B5EF4-FFF2-40B4-BE49-F238E27FC236}">
                  <a16:creationId xmlns:a16="http://schemas.microsoft.com/office/drawing/2014/main" id="{6D732521-CA35-3C9C-4A63-22EC25CCCA2A}"/>
                </a:ext>
              </a:extLst>
            </p:cNvPr>
            <p:cNvCxnSpPr>
              <a:cxnSpLocks/>
              <a:stCxn id="293" idx="6"/>
              <a:endCxn id="245" idx="2"/>
            </p:cNvCxnSpPr>
            <p:nvPr/>
          </p:nvCxnSpPr>
          <p:spPr>
            <a:xfrm>
              <a:off x="3558259" y="4486981"/>
              <a:ext cx="571102" cy="3153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4" name="Straight Arrow Connector 383">
              <a:extLst>
                <a:ext uri="{FF2B5EF4-FFF2-40B4-BE49-F238E27FC236}">
                  <a16:creationId xmlns:a16="http://schemas.microsoft.com/office/drawing/2014/main" id="{809D3028-A7E0-D188-9E4D-B47882600A6C}"/>
                </a:ext>
              </a:extLst>
            </p:cNvPr>
            <p:cNvCxnSpPr>
              <a:cxnSpLocks/>
              <a:stCxn id="197" idx="6"/>
              <a:endCxn id="245" idx="2"/>
            </p:cNvCxnSpPr>
            <p:nvPr/>
          </p:nvCxnSpPr>
          <p:spPr>
            <a:xfrm flipV="1">
              <a:off x="3552796" y="4802293"/>
              <a:ext cx="576565" cy="3195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7" name="Straight Arrow Connector 386">
              <a:extLst>
                <a:ext uri="{FF2B5EF4-FFF2-40B4-BE49-F238E27FC236}">
                  <a16:creationId xmlns:a16="http://schemas.microsoft.com/office/drawing/2014/main" id="{5CA95F47-5431-E09D-29C2-97714012855D}"/>
                </a:ext>
              </a:extLst>
            </p:cNvPr>
            <p:cNvCxnSpPr>
              <a:cxnSpLocks/>
              <a:stCxn id="197" idx="6"/>
              <a:endCxn id="289" idx="2"/>
            </p:cNvCxnSpPr>
            <p:nvPr/>
          </p:nvCxnSpPr>
          <p:spPr>
            <a:xfrm flipV="1">
              <a:off x="3552796" y="4085111"/>
              <a:ext cx="576566" cy="10367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3" name="Straight Arrow Connector 392">
              <a:extLst>
                <a:ext uri="{FF2B5EF4-FFF2-40B4-BE49-F238E27FC236}">
                  <a16:creationId xmlns:a16="http://schemas.microsoft.com/office/drawing/2014/main" id="{E22F0EB2-7EDA-E2BD-7641-96FA8BB1DBA5}"/>
                </a:ext>
              </a:extLst>
            </p:cNvPr>
            <p:cNvCxnSpPr>
              <a:cxnSpLocks/>
              <a:stCxn id="197" idx="6"/>
              <a:endCxn id="244" idx="2"/>
            </p:cNvCxnSpPr>
            <p:nvPr/>
          </p:nvCxnSpPr>
          <p:spPr>
            <a:xfrm flipV="1">
              <a:off x="3552796" y="3370306"/>
              <a:ext cx="576566" cy="17515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6" name="Straight Arrow Connector 395">
              <a:extLst>
                <a:ext uri="{FF2B5EF4-FFF2-40B4-BE49-F238E27FC236}">
                  <a16:creationId xmlns:a16="http://schemas.microsoft.com/office/drawing/2014/main" id="{C256121F-9ED6-B32B-7C08-D825E8AD9640}"/>
                </a:ext>
              </a:extLst>
            </p:cNvPr>
            <p:cNvCxnSpPr>
              <a:cxnSpLocks/>
              <a:stCxn id="293" idx="6"/>
              <a:endCxn id="244" idx="2"/>
            </p:cNvCxnSpPr>
            <p:nvPr/>
          </p:nvCxnSpPr>
          <p:spPr>
            <a:xfrm flipV="1">
              <a:off x="3558259" y="3370306"/>
              <a:ext cx="571103" cy="11166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2" name="Straight Arrow Connector 401">
              <a:extLst>
                <a:ext uri="{FF2B5EF4-FFF2-40B4-BE49-F238E27FC236}">
                  <a16:creationId xmlns:a16="http://schemas.microsoft.com/office/drawing/2014/main" id="{7F7782C1-2E1F-6D9D-C98D-7A14B7CD87E1}"/>
                </a:ext>
              </a:extLst>
            </p:cNvPr>
            <p:cNvCxnSpPr>
              <a:cxnSpLocks/>
              <a:stCxn id="293" idx="6"/>
              <a:endCxn id="289" idx="2"/>
            </p:cNvCxnSpPr>
            <p:nvPr/>
          </p:nvCxnSpPr>
          <p:spPr>
            <a:xfrm flipV="1">
              <a:off x="3558259" y="4085111"/>
              <a:ext cx="571103" cy="40187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541" name="Picture 540">
            <a:extLst>
              <a:ext uri="{FF2B5EF4-FFF2-40B4-BE49-F238E27FC236}">
                <a16:creationId xmlns:a16="http://schemas.microsoft.com/office/drawing/2014/main" id="{3998DDB0-FC36-D428-FA05-B2D436AB8EF8}"/>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102937" y="3467166"/>
            <a:ext cx="2788166" cy="2705892"/>
          </a:xfrm>
          <a:prstGeom prst="rect">
            <a:avLst/>
          </a:prstGeom>
        </p:spPr>
      </p:pic>
      <mc:AlternateContent xmlns:mc="http://schemas.openxmlformats.org/markup-compatibility/2006" xmlns:a14="http://schemas.microsoft.com/office/drawing/2010/main">
        <mc:Choice Requires="a14">
          <p:graphicFrame>
            <p:nvGraphicFramePr>
              <p:cNvPr id="542" name="Table 9">
                <a:extLst>
                  <a:ext uri="{FF2B5EF4-FFF2-40B4-BE49-F238E27FC236}">
                    <a16:creationId xmlns:a16="http://schemas.microsoft.com/office/drawing/2014/main" id="{AE2D4153-86FF-BABD-97E0-F59FED528563}"/>
                  </a:ext>
                </a:extLst>
              </p:cNvPr>
              <p:cNvGraphicFramePr>
                <a:graphicFrameLocks noGrp="1"/>
              </p:cNvGraphicFramePr>
              <p:nvPr>
                <p:extLst>
                  <p:ext uri="{D42A27DB-BD31-4B8C-83A1-F6EECF244321}">
                    <p14:modId xmlns:p14="http://schemas.microsoft.com/office/powerpoint/2010/main" val="2858991450"/>
                  </p:ext>
                </p:extLst>
              </p:nvPr>
            </p:nvGraphicFramePr>
            <p:xfrm>
              <a:off x="87775" y="1745803"/>
              <a:ext cx="6538455" cy="923503"/>
            </p:xfrm>
            <a:graphic>
              <a:graphicData uri="http://schemas.openxmlformats.org/drawingml/2006/table">
                <a:tbl>
                  <a:tblPr firstRow="1" bandRow="1">
                    <a:tableStyleId>{5940675A-B579-460E-94D1-54222C63F5DA}</a:tableStyleId>
                  </a:tblPr>
                  <a:tblGrid>
                    <a:gridCol w="1307691">
                      <a:extLst>
                        <a:ext uri="{9D8B030D-6E8A-4147-A177-3AD203B41FA5}">
                          <a16:colId xmlns:a16="http://schemas.microsoft.com/office/drawing/2014/main" val="823688102"/>
                        </a:ext>
                      </a:extLst>
                    </a:gridCol>
                    <a:gridCol w="1307691">
                      <a:extLst>
                        <a:ext uri="{9D8B030D-6E8A-4147-A177-3AD203B41FA5}">
                          <a16:colId xmlns:a16="http://schemas.microsoft.com/office/drawing/2014/main" val="2728146464"/>
                        </a:ext>
                      </a:extLst>
                    </a:gridCol>
                    <a:gridCol w="1307691">
                      <a:extLst>
                        <a:ext uri="{9D8B030D-6E8A-4147-A177-3AD203B41FA5}">
                          <a16:colId xmlns:a16="http://schemas.microsoft.com/office/drawing/2014/main" val="3718674403"/>
                        </a:ext>
                      </a:extLst>
                    </a:gridCol>
                    <a:gridCol w="1307691">
                      <a:extLst>
                        <a:ext uri="{9D8B030D-6E8A-4147-A177-3AD203B41FA5}">
                          <a16:colId xmlns:a16="http://schemas.microsoft.com/office/drawing/2014/main" val="672914455"/>
                        </a:ext>
                      </a:extLst>
                    </a:gridCol>
                    <a:gridCol w="1307691">
                      <a:extLst>
                        <a:ext uri="{9D8B030D-6E8A-4147-A177-3AD203B41FA5}">
                          <a16:colId xmlns:a16="http://schemas.microsoft.com/office/drawing/2014/main" val="3704592857"/>
                        </a:ext>
                      </a:extLst>
                    </a:gridCol>
                  </a:tblGrid>
                  <a:tr h="489195">
                    <a:tc>
                      <a:txBody>
                        <a:bodyPr/>
                        <a:lstStyle/>
                        <a:p>
                          <a:pPr algn="ctr"/>
                          <a:r>
                            <a:rPr lang="en-IN" sz="1200" dirty="0">
                              <a:latin typeface="Times New Roman" panose="02020603050405020304" pitchFamily="18" charset="0"/>
                              <a:cs typeface="Times New Roman" panose="02020603050405020304" pitchFamily="18" charset="0"/>
                            </a:rPr>
                            <a:t>Number of hidden layers</a:t>
                          </a:r>
                        </a:p>
                      </a:txBody>
                      <a:tcPr anchor="ctr"/>
                    </a:tc>
                    <a:tc>
                      <a:txBody>
                        <a:bodyPr/>
                        <a:lstStyle/>
                        <a:p>
                          <a:pPr algn="ctr"/>
                          <a:r>
                            <a:rPr lang="en-IN" sz="1200" dirty="0">
                              <a:latin typeface="Times New Roman" panose="02020603050405020304" pitchFamily="18" charset="0"/>
                              <a:cs typeface="Times New Roman" panose="02020603050405020304" pitchFamily="18" charset="0"/>
                            </a:rPr>
                            <a:t>Number of neurons in each hidden layer</a:t>
                          </a:r>
                        </a:p>
                      </a:txBody>
                      <a:tcPr anchor="ctr"/>
                    </a:tc>
                    <a:tc>
                      <a:txBody>
                        <a:bodyPr/>
                        <a:lstStyle/>
                        <a:p>
                          <a:pPr algn="ctr"/>
                          <a:r>
                            <a:rPr lang="en-IN" sz="1200" dirty="0">
                              <a:latin typeface="Times New Roman" panose="02020603050405020304" pitchFamily="18" charset="0"/>
                              <a:cs typeface="Times New Roman" panose="02020603050405020304" pitchFamily="18" charset="0"/>
                            </a:rPr>
                            <a:t>Optimization 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Learning Rate</a:t>
                          </a:r>
                        </a:p>
                        <a:p>
                          <a:pPr algn="ct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latin typeface="Times New Roman" panose="02020603050405020304" pitchFamily="18" charset="0"/>
                              <a:cs typeface="Times New Roman" panose="02020603050405020304" pitchFamily="18" charset="0"/>
                            </a:rPr>
                            <a:t>Activation function</a:t>
                          </a:r>
                        </a:p>
                      </a:txBody>
                      <a:tcPr anchor="ctr"/>
                    </a:tc>
                    <a:extLst>
                      <a:ext uri="{0D108BD9-81ED-4DB2-BD59-A6C34878D82A}">
                        <a16:rowId xmlns:a16="http://schemas.microsoft.com/office/drawing/2014/main" val="1145901188"/>
                      </a:ext>
                    </a:extLst>
                  </a:tr>
                  <a:tr h="283423">
                    <a:tc>
                      <a:txBody>
                        <a:bodyP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cs typeface="Times New Roman" panose="02020603050405020304" pitchFamily="18" charset="0"/>
                                  </a:rPr>
                                  <m:t>6</m:t>
                                </m:r>
                              </m:oMath>
                            </m:oMathPara>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60</m:t>
                                </m:r>
                              </m:oMath>
                            </m:oMathPara>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𝐿</m:t>
                                </m:r>
                                <m:r>
                                  <a:rPr lang="en-IN" sz="1200" b="0" i="1" dirty="0" smtClean="0">
                                    <a:latin typeface="Cambria Math" panose="02040503050406030204" pitchFamily="18" charset="0"/>
                                    <a:cs typeface="Times New Roman" panose="02020603050405020304" pitchFamily="18" charset="0"/>
                                  </a:rPr>
                                  <m:t>−</m:t>
                                </m:r>
                                <m:r>
                                  <a:rPr lang="en-IN" sz="1200" i="1" dirty="0" smtClean="0">
                                    <a:latin typeface="Cambria Math" panose="02040503050406030204" pitchFamily="18" charset="0"/>
                                    <a:cs typeface="Times New Roman" panose="02020603050405020304" pitchFamily="18" charset="0"/>
                                  </a:rPr>
                                  <m:t>𝐵𝐹𝐺𝑆</m:t>
                                </m:r>
                              </m:oMath>
                            </m:oMathPara>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0.1</m:t>
                                </m:r>
                              </m:oMath>
                            </m:oMathPara>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dirty="0" smtClean="0">
                                    <a:latin typeface="Cambria Math" panose="02040503050406030204" pitchFamily="18" charset="0"/>
                                    <a:cs typeface="Times New Roman" panose="02020603050405020304" pitchFamily="18" charset="0"/>
                                  </a:rPr>
                                  <m:t>𝑡</m:t>
                                </m:r>
                                <m:r>
                                  <a:rPr lang="en-IN" sz="1200" i="1" dirty="0" smtClean="0">
                                    <a:latin typeface="Cambria Math" panose="02040503050406030204" pitchFamily="18" charset="0"/>
                                    <a:cs typeface="Times New Roman" panose="02020603050405020304" pitchFamily="18" charset="0"/>
                                  </a:rPr>
                                  <m:t>𝑎𝑛h</m:t>
                                </m:r>
                                <m:r>
                                  <a:rPr lang="en-IN" sz="1200" i="1" dirty="0" smtClean="0">
                                    <a:latin typeface="Cambria Math" panose="02040503050406030204" pitchFamily="18" charset="0"/>
                                    <a:cs typeface="Times New Roman" panose="02020603050405020304" pitchFamily="18" charset="0"/>
                                  </a:rPr>
                                  <m:t>(∙)</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96096386"/>
                      </a:ext>
                    </a:extLst>
                  </a:tr>
                </a:tbl>
              </a:graphicData>
            </a:graphic>
          </p:graphicFrame>
        </mc:Choice>
        <mc:Fallback xmlns="">
          <p:graphicFrame>
            <p:nvGraphicFramePr>
              <p:cNvPr id="542" name="Table 9">
                <a:extLst>
                  <a:ext uri="{FF2B5EF4-FFF2-40B4-BE49-F238E27FC236}">
                    <a16:creationId xmlns:a16="http://schemas.microsoft.com/office/drawing/2014/main" id="{AE2D4153-86FF-BABD-97E0-F59FED528563}"/>
                  </a:ext>
                </a:extLst>
              </p:cNvPr>
              <p:cNvGraphicFramePr>
                <a:graphicFrameLocks noGrp="1"/>
              </p:cNvGraphicFramePr>
              <p:nvPr>
                <p:extLst>
                  <p:ext uri="{D42A27DB-BD31-4B8C-83A1-F6EECF244321}">
                    <p14:modId xmlns:p14="http://schemas.microsoft.com/office/powerpoint/2010/main" val="2858991450"/>
                  </p:ext>
                </p:extLst>
              </p:nvPr>
            </p:nvGraphicFramePr>
            <p:xfrm>
              <a:off x="87775" y="1745803"/>
              <a:ext cx="6538455" cy="923503"/>
            </p:xfrm>
            <a:graphic>
              <a:graphicData uri="http://schemas.openxmlformats.org/drawingml/2006/table">
                <a:tbl>
                  <a:tblPr firstRow="1" bandRow="1">
                    <a:tableStyleId>{5940675A-B579-460E-94D1-54222C63F5DA}</a:tableStyleId>
                  </a:tblPr>
                  <a:tblGrid>
                    <a:gridCol w="1307691">
                      <a:extLst>
                        <a:ext uri="{9D8B030D-6E8A-4147-A177-3AD203B41FA5}">
                          <a16:colId xmlns:a16="http://schemas.microsoft.com/office/drawing/2014/main" val="823688102"/>
                        </a:ext>
                      </a:extLst>
                    </a:gridCol>
                    <a:gridCol w="1307691">
                      <a:extLst>
                        <a:ext uri="{9D8B030D-6E8A-4147-A177-3AD203B41FA5}">
                          <a16:colId xmlns:a16="http://schemas.microsoft.com/office/drawing/2014/main" val="2728146464"/>
                        </a:ext>
                      </a:extLst>
                    </a:gridCol>
                    <a:gridCol w="1307691">
                      <a:extLst>
                        <a:ext uri="{9D8B030D-6E8A-4147-A177-3AD203B41FA5}">
                          <a16:colId xmlns:a16="http://schemas.microsoft.com/office/drawing/2014/main" val="3718674403"/>
                        </a:ext>
                      </a:extLst>
                    </a:gridCol>
                    <a:gridCol w="1307691">
                      <a:extLst>
                        <a:ext uri="{9D8B030D-6E8A-4147-A177-3AD203B41FA5}">
                          <a16:colId xmlns:a16="http://schemas.microsoft.com/office/drawing/2014/main" val="672914455"/>
                        </a:ext>
                      </a:extLst>
                    </a:gridCol>
                    <a:gridCol w="1307691">
                      <a:extLst>
                        <a:ext uri="{9D8B030D-6E8A-4147-A177-3AD203B41FA5}">
                          <a16:colId xmlns:a16="http://schemas.microsoft.com/office/drawing/2014/main" val="3704592857"/>
                        </a:ext>
                      </a:extLst>
                    </a:gridCol>
                  </a:tblGrid>
                  <a:tr h="640080">
                    <a:tc>
                      <a:txBody>
                        <a:bodyPr/>
                        <a:lstStyle/>
                        <a:p>
                          <a:pPr algn="ctr"/>
                          <a:r>
                            <a:rPr lang="en-IN" sz="1200" dirty="0">
                              <a:latin typeface="Times New Roman" panose="02020603050405020304" pitchFamily="18" charset="0"/>
                              <a:cs typeface="Times New Roman" panose="02020603050405020304" pitchFamily="18" charset="0"/>
                            </a:rPr>
                            <a:t>Number of hidden layers</a:t>
                          </a:r>
                        </a:p>
                      </a:txBody>
                      <a:tcPr anchor="ctr"/>
                    </a:tc>
                    <a:tc>
                      <a:txBody>
                        <a:bodyPr/>
                        <a:lstStyle/>
                        <a:p>
                          <a:pPr algn="ctr"/>
                          <a:r>
                            <a:rPr lang="en-IN" sz="1200" dirty="0">
                              <a:latin typeface="Times New Roman" panose="02020603050405020304" pitchFamily="18" charset="0"/>
                              <a:cs typeface="Times New Roman" panose="02020603050405020304" pitchFamily="18" charset="0"/>
                            </a:rPr>
                            <a:t>Number of neurons in each hidden layer</a:t>
                          </a:r>
                        </a:p>
                      </a:txBody>
                      <a:tcPr anchor="ctr"/>
                    </a:tc>
                    <a:tc>
                      <a:txBody>
                        <a:bodyPr/>
                        <a:lstStyle/>
                        <a:p>
                          <a:pPr algn="ctr"/>
                          <a:r>
                            <a:rPr lang="en-IN" sz="1200" dirty="0">
                              <a:latin typeface="Times New Roman" panose="02020603050405020304" pitchFamily="18" charset="0"/>
                              <a:cs typeface="Times New Roman" panose="02020603050405020304" pitchFamily="18" charset="0"/>
                            </a:rPr>
                            <a:t>Optimization 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Learning Rate</a:t>
                          </a:r>
                        </a:p>
                        <a:p>
                          <a:pPr algn="ct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latin typeface="Times New Roman" panose="02020603050405020304" pitchFamily="18" charset="0"/>
                              <a:cs typeface="Times New Roman" panose="02020603050405020304" pitchFamily="18" charset="0"/>
                            </a:rPr>
                            <a:t>Activation function</a:t>
                          </a:r>
                        </a:p>
                      </a:txBody>
                      <a:tcPr anchor="ctr"/>
                    </a:tc>
                    <a:extLst>
                      <a:ext uri="{0D108BD9-81ED-4DB2-BD59-A6C34878D82A}">
                        <a16:rowId xmlns:a16="http://schemas.microsoft.com/office/drawing/2014/main" val="1145901188"/>
                      </a:ext>
                    </a:extLst>
                  </a:tr>
                  <a:tr h="283423">
                    <a:tc>
                      <a:txBody>
                        <a:bodyPr/>
                        <a:lstStyle/>
                        <a:p>
                          <a:endParaRPr lang="en-US"/>
                        </a:p>
                      </a:txBody>
                      <a:tcPr anchor="ctr">
                        <a:blipFill>
                          <a:blip r:embed="rId15"/>
                          <a:stretch>
                            <a:fillRect l="-465" t="-225532" r="-400465" b="-8511"/>
                          </a:stretch>
                        </a:blipFill>
                      </a:tcPr>
                    </a:tc>
                    <a:tc>
                      <a:txBody>
                        <a:bodyPr/>
                        <a:lstStyle/>
                        <a:p>
                          <a:endParaRPr lang="en-US"/>
                        </a:p>
                      </a:txBody>
                      <a:tcPr anchor="ctr">
                        <a:blipFill>
                          <a:blip r:embed="rId15"/>
                          <a:stretch>
                            <a:fillRect l="-100935" t="-225532" r="-302336" b="-8511"/>
                          </a:stretch>
                        </a:blipFill>
                      </a:tcPr>
                    </a:tc>
                    <a:tc>
                      <a:txBody>
                        <a:bodyPr/>
                        <a:lstStyle/>
                        <a:p>
                          <a:endParaRPr lang="en-US"/>
                        </a:p>
                      </a:txBody>
                      <a:tcPr anchor="ctr">
                        <a:blipFill>
                          <a:blip r:embed="rId15"/>
                          <a:stretch>
                            <a:fillRect l="-200000" t="-225532" r="-200930" b="-8511"/>
                          </a:stretch>
                        </a:blipFill>
                      </a:tcPr>
                    </a:tc>
                    <a:tc>
                      <a:txBody>
                        <a:bodyPr/>
                        <a:lstStyle/>
                        <a:p>
                          <a:endParaRPr lang="en-US"/>
                        </a:p>
                      </a:txBody>
                      <a:tcPr anchor="ctr">
                        <a:blipFill>
                          <a:blip r:embed="rId15"/>
                          <a:stretch>
                            <a:fillRect l="-301402" t="-225532" r="-101869" b="-8511"/>
                          </a:stretch>
                        </a:blipFill>
                      </a:tcPr>
                    </a:tc>
                    <a:tc>
                      <a:txBody>
                        <a:bodyPr/>
                        <a:lstStyle/>
                        <a:p>
                          <a:endParaRPr lang="en-US"/>
                        </a:p>
                      </a:txBody>
                      <a:tcPr anchor="ctr">
                        <a:blipFill>
                          <a:blip r:embed="rId15"/>
                          <a:stretch>
                            <a:fillRect l="-399535" t="-225532" r="-1395" b="-8511"/>
                          </a:stretch>
                        </a:blipFill>
                      </a:tcPr>
                    </a:tc>
                    <a:extLst>
                      <a:ext uri="{0D108BD9-81ED-4DB2-BD59-A6C34878D82A}">
                        <a16:rowId xmlns:a16="http://schemas.microsoft.com/office/drawing/2014/main" val="2796096386"/>
                      </a:ext>
                    </a:extLst>
                  </a:tr>
                </a:tbl>
              </a:graphicData>
            </a:graphic>
          </p:graphicFrame>
        </mc:Fallback>
      </mc:AlternateContent>
      <p:pic>
        <p:nvPicPr>
          <p:cNvPr id="2" name="Picture 1">
            <a:extLst>
              <a:ext uri="{FF2B5EF4-FFF2-40B4-BE49-F238E27FC236}">
                <a16:creationId xmlns:a16="http://schemas.microsoft.com/office/drawing/2014/main" id="{D9DC4244-AC31-2162-6620-53A9C59EE40C}"/>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9199084" y="480834"/>
            <a:ext cx="2595873" cy="2705892"/>
          </a:xfrm>
          <a:prstGeom prst="rect">
            <a:avLst/>
          </a:prstGeom>
        </p:spPr>
      </p:pic>
      <p:sp>
        <p:nvSpPr>
          <p:cNvPr id="6" name="TextBox 5">
            <a:extLst>
              <a:ext uri="{FF2B5EF4-FFF2-40B4-BE49-F238E27FC236}">
                <a16:creationId xmlns:a16="http://schemas.microsoft.com/office/drawing/2014/main" id="{482A9140-104C-EC09-C14F-323BD79A41CE}"/>
              </a:ext>
            </a:extLst>
          </p:cNvPr>
          <p:cNvSpPr txBox="1"/>
          <p:nvPr/>
        </p:nvSpPr>
        <p:spPr>
          <a:xfrm>
            <a:off x="9199083" y="3228387"/>
            <a:ext cx="2600064"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Distribution of Residual Points</a:t>
            </a:r>
          </a:p>
        </p:txBody>
      </p:sp>
      <p:sp>
        <p:nvSpPr>
          <p:cNvPr id="7" name="TextBox 6">
            <a:extLst>
              <a:ext uri="{FF2B5EF4-FFF2-40B4-BE49-F238E27FC236}">
                <a16:creationId xmlns:a16="http://schemas.microsoft.com/office/drawing/2014/main" id="{8AD057CF-B560-975C-7C27-99BFCA353ED4}"/>
              </a:ext>
            </a:extLst>
          </p:cNvPr>
          <p:cNvSpPr txBox="1"/>
          <p:nvPr/>
        </p:nvSpPr>
        <p:spPr>
          <a:xfrm>
            <a:off x="9199083" y="6151812"/>
            <a:ext cx="2692020" cy="446276"/>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Variation of Loss with Number of Iterations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8E7313C-600A-02B1-9516-88DC13050A93}"/>
                  </a:ext>
                </a:extLst>
              </p:cNvPr>
              <p:cNvSpPr txBox="1"/>
              <p:nvPr/>
            </p:nvSpPr>
            <p:spPr>
              <a:xfrm>
                <a:off x="967739" y="480834"/>
                <a:ext cx="8135197" cy="11468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200" i="1" dirty="0" smtClean="0">
                              <a:latin typeface="Cambria Math" panose="02040503050406030204" pitchFamily="18" charset="0"/>
                            </a:rPr>
                          </m:ctrlPr>
                        </m:sSubPr>
                        <m:e>
                          <m:r>
                            <a:rPr lang="en-IN" sz="1200" b="0" i="1" dirty="0" smtClean="0">
                              <a:latin typeface="Cambria Math" panose="02040503050406030204" pitchFamily="18" charset="0"/>
                            </a:rPr>
                            <m:t>𝑀𝑆𝐸</m:t>
                          </m:r>
                        </m:e>
                        <m:sub>
                          <m:r>
                            <a:rPr lang="en-IN" sz="1200" b="0" i="1" dirty="0" smtClean="0">
                              <a:latin typeface="Cambria Math" panose="02040503050406030204" pitchFamily="18" charset="0"/>
                            </a:rPr>
                            <m:t>𝑇𝑜𝑡𝑎𝑙</m:t>
                          </m:r>
                          <m:r>
                            <a:rPr lang="en-IN" sz="1200" b="0" i="1" dirty="0" smtClean="0">
                              <a:latin typeface="Cambria Math" panose="02040503050406030204" pitchFamily="18" charset="0"/>
                            </a:rPr>
                            <m:t> </m:t>
                          </m:r>
                          <m:r>
                            <a:rPr lang="en-IN" sz="1200" b="0" i="1" dirty="0" smtClean="0">
                              <a:latin typeface="Cambria Math" panose="02040503050406030204" pitchFamily="18" charset="0"/>
                            </a:rPr>
                            <m:t>𝐿𝑜𝑠𝑠</m:t>
                          </m:r>
                        </m:sub>
                      </m:sSub>
                      <m:r>
                        <a:rPr lang="en-IN" sz="1200" b="0" i="1" dirty="0" smtClean="0">
                          <a:latin typeface="Cambria Math" panose="02040503050406030204" pitchFamily="18" charset="0"/>
                        </a:rPr>
                        <m:t>=</m:t>
                      </m:r>
                      <m:f>
                        <m:fPr>
                          <m:ctrlPr>
                            <a:rPr lang="en-IN" sz="1200" i="1" dirty="0">
                              <a:latin typeface="Cambria Math" panose="02040503050406030204" pitchFamily="18" charset="0"/>
                              <a:cs typeface="Times New Roman" panose="02020603050405020304" pitchFamily="18" charset="0"/>
                            </a:rPr>
                          </m:ctrlPr>
                        </m:fPr>
                        <m:num>
                          <m:sSub>
                            <m:sSubPr>
                              <m:ctrlPr>
                                <a:rPr lang="en-IN" sz="1200" i="1" dirty="0">
                                  <a:latin typeface="Cambria Math" panose="02040503050406030204" pitchFamily="18" charset="0"/>
                                </a:rPr>
                              </m:ctrlPr>
                            </m:sSubPr>
                            <m:e>
                              <m:r>
                                <a:rPr lang="en-IN" sz="1200" i="1" dirty="0">
                                  <a:latin typeface="Cambria Math" panose="02040503050406030204" pitchFamily="18" charset="0"/>
                                  <a:ea typeface="Cambria Math" panose="02040503050406030204" pitchFamily="18" charset="0"/>
                                </a:rPr>
                                <m:t>𝜔</m:t>
                              </m:r>
                            </m:e>
                            <m:sub>
                              <m:r>
                                <a:rPr lang="en-IN" sz="1200" i="1" dirty="0">
                                  <a:latin typeface="Cambria Math" panose="02040503050406030204" pitchFamily="18" charset="0"/>
                                </a:rPr>
                                <m:t>𝑓</m:t>
                              </m:r>
                            </m:sub>
                          </m:sSub>
                        </m:num>
                        <m:den>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𝑓</m:t>
                              </m:r>
                            </m:sub>
                          </m:sSub>
                        </m:den>
                      </m:f>
                      <m:nary>
                        <m:naryPr>
                          <m:chr m:val="∑"/>
                          <m:ctrlPr>
                            <a:rPr lang="en-IN" sz="1200" i="1" dirty="0">
                              <a:latin typeface="Cambria Math" panose="02040503050406030204" pitchFamily="18" charset="0"/>
                              <a:cs typeface="Times New Roman" panose="02020603050405020304" pitchFamily="18" charset="0"/>
                            </a:rPr>
                          </m:ctrlPr>
                        </m:naryPr>
                        <m:sub>
                          <m:r>
                            <m:rPr>
                              <m:brk m:alnAt="23"/>
                            </m:rPr>
                            <a:rPr lang="en-IN" sz="1200" i="1" dirty="0">
                              <a:latin typeface="Cambria Math" panose="02040503050406030204" pitchFamily="18" charset="0"/>
                              <a:cs typeface="Times New Roman" panose="02020603050405020304" pitchFamily="18" charset="0"/>
                            </a:rPr>
                            <m:t>𝑖</m:t>
                          </m:r>
                          <m:r>
                            <a:rPr lang="en-IN" sz="1200" i="1" dirty="0">
                              <a:latin typeface="Cambria Math" panose="02040503050406030204" pitchFamily="18" charset="0"/>
                              <a:cs typeface="Times New Roman" panose="02020603050405020304" pitchFamily="18" charset="0"/>
                            </a:rPr>
                            <m:t>=1</m:t>
                          </m:r>
                        </m:sub>
                        <m:sup>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𝑓</m:t>
                              </m:r>
                            </m:sub>
                          </m:sSub>
                        </m:sup>
                        <m:e>
                          <m:sSup>
                            <m:sSupPr>
                              <m:ctrlPr>
                                <a:rPr lang="en-IN" sz="1200" i="1" dirty="0">
                                  <a:latin typeface="Cambria Math" panose="02040503050406030204" pitchFamily="18" charset="0"/>
                                  <a:cs typeface="Times New Roman" panose="02020603050405020304" pitchFamily="18" charset="0"/>
                                </a:rPr>
                              </m:ctrlPr>
                            </m:sSupPr>
                            <m:e>
                              <m:d>
                                <m:dPr>
                                  <m:begChr m:val="|"/>
                                  <m:endChr m:val="|"/>
                                  <m:ctrlPr>
                                    <a:rPr lang="en-IN" sz="1200" i="1" dirty="0">
                                      <a:latin typeface="Cambria Math" panose="02040503050406030204" pitchFamily="18" charset="0"/>
                                      <a:cs typeface="Times New Roman" panose="02020603050405020304" pitchFamily="18" charset="0"/>
                                    </a:rPr>
                                  </m:ctrlPr>
                                </m:dPr>
                                <m:e>
                                  <m:r>
                                    <m:rPr>
                                      <m:sty m:val="p"/>
                                    </m:rPr>
                                    <a:rPr lang="en-IN" sz="1200" i="1">
                                      <a:latin typeface="Cambria Math" panose="02040503050406030204" pitchFamily="18" charset="0"/>
                                      <a:ea typeface="Cambria Math" panose="02040503050406030204" pitchFamily="18" charset="0"/>
                                      <a:cs typeface="Times New Roman" panose="02020603050405020304" pitchFamily="18" charset="0"/>
                                    </a:rPr>
                                    <m:t>∇</m:t>
                                  </m:r>
                                  <m:r>
                                    <a:rPr lang="en-IN" sz="1200" i="1">
                                      <a:latin typeface="Cambria Math" panose="02040503050406030204" pitchFamily="18" charset="0"/>
                                      <a:ea typeface="Cambria Math" panose="02040503050406030204" pitchFamily="18" charset="0"/>
                                      <a:cs typeface="Times New Roman" panose="02020603050405020304" pitchFamily="18" charset="0"/>
                                    </a:rPr>
                                    <m:t>∙</m:t>
                                  </m:r>
                                  <m:r>
                                    <a:rPr lang="en-IN" sz="1200" b="1" i="1">
                                      <a:latin typeface="Cambria Math" panose="02040503050406030204" pitchFamily="18" charset="0"/>
                                      <a:ea typeface="Cambria Math" panose="02040503050406030204" pitchFamily="18" charset="0"/>
                                      <a:cs typeface="Times New Roman" panose="02020603050405020304" pitchFamily="18" charset="0"/>
                                    </a:rPr>
                                    <m:t>𝑮</m:t>
                                  </m:r>
                                  <m:r>
                                    <a:rPr lang="en-IN" sz="12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2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200" b="1" i="1">
                                          <a:latin typeface="Cambria Math" panose="02040503050406030204" pitchFamily="18" charset="0"/>
                                          <a:ea typeface="Cambria Math" panose="02040503050406030204" pitchFamily="18" charset="0"/>
                                          <a:cs typeface="Times New Roman" panose="02020603050405020304" pitchFamily="18" charset="0"/>
                                        </a:rPr>
                                        <m:t>𝑼</m:t>
                                      </m:r>
                                    </m:e>
                                  </m:acc>
                                  <m:r>
                                    <a:rPr lang="en-IN" sz="1200" i="1">
                                      <a:latin typeface="Cambria Math" panose="02040503050406030204" pitchFamily="18" charset="0"/>
                                      <a:ea typeface="Cambria Math" panose="02040503050406030204" pitchFamily="18" charset="0"/>
                                      <a:cs typeface="Times New Roman" panose="02020603050405020304" pitchFamily="18" charset="0"/>
                                    </a:rPr>
                                    <m:t>)−</m:t>
                                  </m:r>
                                  <m:r>
                                    <a:rPr lang="en-IN" sz="1200" i="1" dirty="0">
                                      <a:latin typeface="Cambria Math" panose="02040503050406030204" pitchFamily="18" charset="0"/>
                                    </a:rPr>
                                    <m:t>0</m:t>
                                  </m:r>
                                </m:e>
                              </m:d>
                            </m:e>
                            <m:sup>
                              <m:r>
                                <a:rPr lang="en-IN" sz="1200" i="1" dirty="0">
                                  <a:latin typeface="Cambria Math" panose="02040503050406030204" pitchFamily="18" charset="0"/>
                                  <a:cs typeface="Times New Roman" panose="02020603050405020304" pitchFamily="18" charset="0"/>
                                </a:rPr>
                                <m:t>2</m:t>
                              </m:r>
                            </m:sup>
                          </m:sSup>
                          <m:r>
                            <a:rPr lang="en-IN" sz="1200" b="0" i="1" dirty="0" smtClean="0">
                              <a:latin typeface="Cambria Math" panose="02040503050406030204" pitchFamily="18" charset="0"/>
                              <a:cs typeface="Times New Roman" panose="02020603050405020304" pitchFamily="18" charset="0"/>
                            </a:rPr>
                            <m:t>+</m:t>
                          </m:r>
                          <m:f>
                            <m:fPr>
                              <m:ctrlPr>
                                <a:rPr lang="en-IN" sz="1200" i="1" dirty="0">
                                  <a:latin typeface="Cambria Math" panose="02040503050406030204" pitchFamily="18" charset="0"/>
                                  <a:cs typeface="Times New Roman" panose="02020603050405020304" pitchFamily="18" charset="0"/>
                                </a:rPr>
                              </m:ctrlPr>
                            </m:fPr>
                            <m:num>
                              <m:sSub>
                                <m:sSubPr>
                                  <m:ctrlPr>
                                    <a:rPr lang="en-IN" sz="1200" i="1" dirty="0">
                                      <a:latin typeface="Cambria Math" panose="02040503050406030204" pitchFamily="18" charset="0"/>
                                    </a:rPr>
                                  </m:ctrlPr>
                                </m:sSubPr>
                                <m:e>
                                  <m:r>
                                    <a:rPr lang="en-IN" sz="1200" i="1" dirty="0">
                                      <a:latin typeface="Cambria Math" panose="02040503050406030204" pitchFamily="18" charset="0"/>
                                      <a:ea typeface="Cambria Math" panose="02040503050406030204" pitchFamily="18" charset="0"/>
                                    </a:rPr>
                                    <m:t>𝜔</m:t>
                                  </m:r>
                                </m:e>
                                <m:sub>
                                  <m:r>
                                    <a:rPr lang="en-IN" sz="1200" i="1" dirty="0">
                                      <a:latin typeface="Cambria Math" panose="02040503050406030204" pitchFamily="18" charset="0"/>
                                    </a:rPr>
                                    <m:t>𝑓</m:t>
                                  </m:r>
                                </m:sub>
                              </m:sSub>
                            </m:num>
                            <m:den>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b="0" i="1" dirty="0" smtClean="0">
                                      <a:latin typeface="Cambria Math" panose="02040503050406030204" pitchFamily="18" charset="0"/>
                                      <a:cs typeface="Times New Roman" panose="02020603050405020304" pitchFamily="18" charset="0"/>
                                    </a:rPr>
                                    <m:t>𝑓</m:t>
                                  </m:r>
                                </m:sub>
                              </m:sSub>
                            </m:den>
                          </m:f>
                          <m:nary>
                            <m:naryPr>
                              <m:chr m:val="∑"/>
                              <m:ctrlPr>
                                <a:rPr lang="en-IN" sz="1200" i="1" dirty="0">
                                  <a:latin typeface="Cambria Math" panose="02040503050406030204" pitchFamily="18" charset="0"/>
                                  <a:cs typeface="Times New Roman" panose="02020603050405020304" pitchFamily="18" charset="0"/>
                                </a:rPr>
                              </m:ctrlPr>
                            </m:naryPr>
                            <m:sub>
                              <m:r>
                                <m:rPr>
                                  <m:brk m:alnAt="23"/>
                                </m:rPr>
                                <a:rPr lang="en-IN" sz="1200" i="1" dirty="0">
                                  <a:latin typeface="Cambria Math" panose="02040503050406030204" pitchFamily="18" charset="0"/>
                                  <a:cs typeface="Times New Roman" panose="02020603050405020304" pitchFamily="18" charset="0"/>
                                </a:rPr>
                                <m:t>𝑖</m:t>
                              </m:r>
                              <m:r>
                                <a:rPr lang="en-IN" sz="1200" i="1" dirty="0">
                                  <a:latin typeface="Cambria Math" panose="02040503050406030204" pitchFamily="18" charset="0"/>
                                  <a:cs typeface="Times New Roman" panose="02020603050405020304" pitchFamily="18" charset="0"/>
                                </a:rPr>
                                <m:t>=1</m:t>
                              </m:r>
                            </m:sub>
                            <m:sup>
                              <m:sSub>
                                <m:sSubPr>
                                  <m:ctrlPr>
                                    <a:rPr lang="en-IN" sz="1200" i="1" dirty="0" smtClean="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b="0" i="1" dirty="0" smtClean="0">
                                      <a:latin typeface="Cambria Math" panose="02040503050406030204" pitchFamily="18" charset="0"/>
                                      <a:cs typeface="Times New Roman" panose="02020603050405020304" pitchFamily="18" charset="0"/>
                                    </a:rPr>
                                    <m:t>𝑓</m:t>
                                  </m:r>
                                </m:sub>
                              </m:sSub>
                            </m:sup>
                            <m:e>
                              <m:sSup>
                                <m:sSupPr>
                                  <m:ctrlPr>
                                    <a:rPr lang="en-IN" sz="1200" i="1" dirty="0">
                                      <a:latin typeface="Cambria Math" panose="02040503050406030204" pitchFamily="18" charset="0"/>
                                      <a:cs typeface="Times New Roman" panose="02020603050405020304" pitchFamily="18" charset="0"/>
                                    </a:rPr>
                                  </m:ctrlPr>
                                </m:sSupPr>
                                <m:e>
                                  <m:d>
                                    <m:dPr>
                                      <m:begChr m:val="|"/>
                                      <m:endChr m:val="|"/>
                                      <m:ctrlPr>
                                        <a:rPr lang="en-IN" sz="1200" i="1" dirty="0">
                                          <a:latin typeface="Cambria Math" panose="02040503050406030204" pitchFamily="18" charset="0"/>
                                          <a:cs typeface="Times New Roman" panose="02020603050405020304" pitchFamily="18" charset="0"/>
                                        </a:rPr>
                                      </m:ctrlPr>
                                    </m:dPr>
                                    <m:e>
                                      <m:sSub>
                                        <m:sSubPr>
                                          <m:ctrlPr>
                                            <a:rPr lang="en-IN" sz="1200" i="1">
                                              <a:latin typeface="Cambria Math" panose="02040503050406030204" pitchFamily="18" charset="0"/>
                                            </a:rPr>
                                          </m:ctrlPr>
                                        </m:sSubPr>
                                        <m:e>
                                          <m:r>
                                            <a:rPr lang="en-IN" sz="1200" i="1">
                                              <a:latin typeface="Cambria Math" panose="02040503050406030204" pitchFamily="18" charset="0"/>
                                              <a:ea typeface="Cambria Math" panose="02040503050406030204" pitchFamily="18" charset="0"/>
                                            </a:rPr>
                                            <m:t>𝜙</m:t>
                                          </m:r>
                                        </m:e>
                                        <m:sub>
                                          <m:r>
                                            <a:rPr lang="en-IN" sz="1200" i="1">
                                              <a:latin typeface="Cambria Math" panose="02040503050406030204" pitchFamily="18" charset="0"/>
                                            </a:rPr>
                                            <m:t>1</m:t>
                                          </m:r>
                                          <m:r>
                                            <a:rPr lang="en-IN" sz="1200" i="1">
                                              <a:latin typeface="Cambria Math" panose="02040503050406030204" pitchFamily="18" charset="0"/>
                                            </a:rPr>
                                            <m:t>𝑥</m:t>
                                          </m:r>
                                        </m:sub>
                                      </m:sSub>
                                      <m:r>
                                        <a:rPr lang="en-IN" sz="1200" i="1">
                                          <a:latin typeface="Cambria Math" panose="02040503050406030204" pitchFamily="18" charset="0"/>
                                        </a:rPr>
                                        <m:t>+</m:t>
                                      </m:r>
                                      <m:sSub>
                                        <m:sSubPr>
                                          <m:ctrlPr>
                                            <a:rPr lang="en-IN" sz="1200" i="1">
                                              <a:latin typeface="Cambria Math" panose="02040503050406030204" pitchFamily="18" charset="0"/>
                                            </a:rPr>
                                          </m:ctrlPr>
                                        </m:sSubPr>
                                        <m:e>
                                          <m:r>
                                            <a:rPr lang="en-IN" sz="1200" i="1">
                                              <a:latin typeface="Cambria Math" panose="02040503050406030204" pitchFamily="18" charset="0"/>
                                              <a:ea typeface="Cambria Math" panose="02040503050406030204" pitchFamily="18" charset="0"/>
                                            </a:rPr>
                                            <m:t>𝜙</m:t>
                                          </m:r>
                                        </m:e>
                                        <m:sub>
                                          <m:r>
                                            <a:rPr lang="en-IN" sz="1200" i="1">
                                              <a:latin typeface="Cambria Math" panose="02040503050406030204" pitchFamily="18" charset="0"/>
                                            </a:rPr>
                                            <m:t>2</m:t>
                                          </m:r>
                                          <m:r>
                                            <a:rPr lang="en-IN" sz="1200" i="1">
                                              <a:latin typeface="Cambria Math" panose="02040503050406030204" pitchFamily="18" charset="0"/>
                                            </a:rPr>
                                            <m:t>𝑦</m:t>
                                          </m:r>
                                        </m:sub>
                                      </m:sSub>
                                      <m:r>
                                        <a:rPr lang="en-IN" sz="1200" b="0" i="1" smtClean="0">
                                          <a:latin typeface="Cambria Math" panose="02040503050406030204" pitchFamily="18" charset="0"/>
                                        </a:rPr>
                                        <m:t>+</m:t>
                                      </m:r>
                                      <m:r>
                                        <m:rPr>
                                          <m:sty m:val="p"/>
                                        </m:rPr>
                                        <a:rPr lang="el-GR" sz="1200" b="0" i="1" smtClean="0">
                                          <a:latin typeface="Cambria Math" panose="02040503050406030204" pitchFamily="18" charset="0"/>
                                          <a:ea typeface="Cambria Math" panose="02040503050406030204" pitchFamily="18" charset="0"/>
                                        </a:rPr>
                                        <m:t>Λ</m:t>
                                      </m:r>
                                      <m:r>
                                        <a:rPr lang="en-IN" sz="1200" b="0" i="1" smtClean="0">
                                          <a:latin typeface="Cambria Math" panose="02040503050406030204" pitchFamily="18" charset="0"/>
                                          <a:ea typeface="Cambria Math" panose="02040503050406030204" pitchFamily="18" charset="0"/>
                                        </a:rPr>
                                        <m:t>−0</m:t>
                                      </m:r>
                                    </m:e>
                                  </m:d>
                                </m:e>
                                <m:sup>
                                  <m:r>
                                    <a:rPr lang="en-IN" sz="1200" i="1" dirty="0">
                                      <a:latin typeface="Cambria Math" panose="02040503050406030204" pitchFamily="18" charset="0"/>
                                      <a:cs typeface="Times New Roman" panose="02020603050405020304" pitchFamily="18" charset="0"/>
                                    </a:rPr>
                                    <m:t>2</m:t>
                                  </m:r>
                                </m:sup>
                              </m:sSup>
                            </m:e>
                          </m:nary>
                          <m:r>
                            <a:rPr lang="en-IN" sz="1200" b="0" i="1" dirty="0" smtClean="0">
                              <a:latin typeface="Cambria Math" panose="02040503050406030204" pitchFamily="18" charset="0"/>
                              <a:cs typeface="Times New Roman" panose="02020603050405020304" pitchFamily="18" charset="0"/>
                            </a:rPr>
                            <m:t>+</m:t>
                          </m:r>
                          <m:f>
                            <m:fPr>
                              <m:ctrlPr>
                                <a:rPr lang="en-IN" sz="1200" i="1" dirty="0">
                                  <a:latin typeface="Cambria Math" panose="02040503050406030204" pitchFamily="18" charset="0"/>
                                  <a:cs typeface="Times New Roman" panose="02020603050405020304" pitchFamily="18" charset="0"/>
                                </a:rPr>
                              </m:ctrlPr>
                            </m:fPr>
                            <m:num>
                              <m:sSub>
                                <m:sSubPr>
                                  <m:ctrlPr>
                                    <a:rPr lang="en-IN" sz="1200" i="1" dirty="0">
                                      <a:latin typeface="Cambria Math" panose="02040503050406030204" pitchFamily="18" charset="0"/>
                                    </a:rPr>
                                  </m:ctrlPr>
                                </m:sSubPr>
                                <m:e>
                                  <m:r>
                                    <a:rPr lang="en-IN" sz="1200" i="1" dirty="0">
                                      <a:latin typeface="Cambria Math" panose="02040503050406030204" pitchFamily="18" charset="0"/>
                                      <a:ea typeface="Cambria Math" panose="02040503050406030204" pitchFamily="18" charset="0"/>
                                    </a:rPr>
                                    <m:t>𝜔</m:t>
                                  </m:r>
                                </m:e>
                                <m:sub>
                                  <m:r>
                                    <a:rPr lang="en-IN" sz="1200" b="0" i="1" dirty="0" smtClean="0">
                                      <a:latin typeface="Cambria Math" panose="02040503050406030204" pitchFamily="18" charset="0"/>
                                      <a:ea typeface="Cambria Math" panose="02040503050406030204" pitchFamily="18" charset="0"/>
                                    </a:rPr>
                                    <m:t>𝑢</m:t>
                                  </m:r>
                                </m:sub>
                              </m:sSub>
                            </m:num>
                            <m:den>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𝑢</m:t>
                                  </m:r>
                                </m:sub>
                              </m:sSub>
                            </m:den>
                          </m:f>
                          <m:nary>
                            <m:naryPr>
                              <m:chr m:val="∑"/>
                              <m:ctrlPr>
                                <a:rPr lang="en-IN" sz="1200" i="1" dirty="0">
                                  <a:latin typeface="Cambria Math" panose="02040503050406030204" pitchFamily="18" charset="0"/>
                                  <a:cs typeface="Times New Roman" panose="02020603050405020304" pitchFamily="18" charset="0"/>
                                </a:rPr>
                              </m:ctrlPr>
                            </m:naryPr>
                            <m:sub>
                              <m:r>
                                <m:rPr>
                                  <m:brk m:alnAt="23"/>
                                </m:rPr>
                                <a:rPr lang="en-IN" sz="1200" i="1" dirty="0">
                                  <a:latin typeface="Cambria Math" panose="02040503050406030204" pitchFamily="18" charset="0"/>
                                  <a:cs typeface="Times New Roman" panose="02020603050405020304" pitchFamily="18" charset="0"/>
                                </a:rPr>
                                <m:t>𝑖</m:t>
                              </m:r>
                              <m:r>
                                <a:rPr lang="en-IN" sz="1200" i="1" dirty="0">
                                  <a:latin typeface="Cambria Math" panose="02040503050406030204" pitchFamily="18" charset="0"/>
                                  <a:cs typeface="Times New Roman" panose="02020603050405020304" pitchFamily="18" charset="0"/>
                                </a:rPr>
                                <m:t>=1</m:t>
                              </m:r>
                            </m:sub>
                            <m:sup>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𝑢</m:t>
                                  </m:r>
                                </m:sub>
                              </m:sSub>
                            </m:sup>
                            <m:e>
                              <m:sSup>
                                <m:sSupPr>
                                  <m:ctrlPr>
                                    <a:rPr lang="en-IN" sz="1200" i="1" dirty="0">
                                      <a:latin typeface="Cambria Math" panose="02040503050406030204" pitchFamily="18" charset="0"/>
                                      <a:cs typeface="Times New Roman" panose="02020603050405020304" pitchFamily="18" charset="0"/>
                                    </a:rPr>
                                  </m:ctrlPr>
                                </m:sSupPr>
                                <m:e>
                                  <m:d>
                                    <m:dPr>
                                      <m:begChr m:val="|"/>
                                      <m:endChr m:val="|"/>
                                      <m:ctrlPr>
                                        <a:rPr lang="en-IN" sz="1200" i="1" dirty="0">
                                          <a:latin typeface="Cambria Math" panose="02040503050406030204" pitchFamily="18" charset="0"/>
                                          <a:cs typeface="Times New Roman" panose="02020603050405020304" pitchFamily="18" charset="0"/>
                                        </a:rPr>
                                      </m:ctrlPr>
                                    </m:dPr>
                                    <m:e>
                                      <m:sSub>
                                        <m:sSubPr>
                                          <m:ctrlPr>
                                            <a:rPr lang="en-IN" sz="1200" i="1">
                                              <a:latin typeface="Cambria Math" panose="02040503050406030204" pitchFamily="18" charset="0"/>
                                            </a:rPr>
                                          </m:ctrlPr>
                                        </m:sSubPr>
                                        <m:e>
                                          <m:acc>
                                            <m:accPr>
                                              <m:chr m:val="̂"/>
                                              <m:ctrlPr>
                                                <a:rPr lang="en-IN" sz="1200" i="1">
                                                  <a:latin typeface="Cambria Math" panose="02040503050406030204" pitchFamily="18" charset="0"/>
                                                </a:rPr>
                                              </m:ctrlPr>
                                            </m:accPr>
                                            <m:e>
                                              <m:r>
                                                <a:rPr lang="en-IN" sz="1200" b="1" i="1">
                                                  <a:latin typeface="Cambria Math" panose="02040503050406030204" pitchFamily="18" charset="0"/>
                                                </a:rPr>
                                                <m:t>𝒖</m:t>
                                              </m:r>
                                            </m:e>
                                          </m:acc>
                                        </m:e>
                                        <m:sub>
                                          <m:r>
                                            <a:rPr lang="en-IN" sz="1200" i="1">
                                              <a:latin typeface="Cambria Math" panose="02040503050406030204" pitchFamily="18" charset="0"/>
                                            </a:rPr>
                                            <m:t>𝐼𝑛𝑓𝑙𝑜𝑤</m:t>
                                          </m:r>
                                        </m:sub>
                                      </m:sSub>
                                      <m:r>
                                        <a:rPr lang="en-IN" sz="1200" i="1">
                                          <a:latin typeface="Cambria Math" panose="02040503050406030204" pitchFamily="18" charset="0"/>
                                        </a:rPr>
                                        <m:t>−</m:t>
                                      </m:r>
                                      <m:sSub>
                                        <m:sSubPr>
                                          <m:ctrlPr>
                                            <a:rPr lang="en-IN" sz="1200" i="1">
                                              <a:latin typeface="Cambria Math" panose="02040503050406030204" pitchFamily="18" charset="0"/>
                                            </a:rPr>
                                          </m:ctrlPr>
                                        </m:sSubPr>
                                        <m:e>
                                          <m:r>
                                            <a:rPr lang="en-IN" sz="1200" b="1" i="1">
                                              <a:latin typeface="Cambria Math" panose="02040503050406030204" pitchFamily="18" charset="0"/>
                                            </a:rPr>
                                            <m:t>𝒖</m:t>
                                          </m:r>
                                        </m:e>
                                        <m:sub>
                                          <m:r>
                                            <a:rPr lang="en-IN" sz="1200" i="1">
                                              <a:latin typeface="Cambria Math" panose="02040503050406030204" pitchFamily="18" charset="0"/>
                                            </a:rPr>
                                            <m:t>𝐼𝑛𝑓𝑙𝑜𝑤</m:t>
                                          </m:r>
                                        </m:sub>
                                      </m:sSub>
                                    </m:e>
                                  </m:d>
                                </m:e>
                                <m:sup>
                                  <m:r>
                                    <a:rPr lang="en-IN" sz="1200" i="1" dirty="0">
                                      <a:latin typeface="Cambria Math" panose="02040503050406030204" pitchFamily="18" charset="0"/>
                                      <a:cs typeface="Times New Roman" panose="02020603050405020304" pitchFamily="18" charset="0"/>
                                    </a:rPr>
                                    <m:t>2</m:t>
                                  </m:r>
                                </m:sup>
                              </m:sSup>
                            </m:e>
                          </m:nary>
                          <m:r>
                            <a:rPr lang="en-IN" sz="1200" b="0" i="1" dirty="0" smtClean="0">
                              <a:latin typeface="Cambria Math" panose="02040503050406030204" pitchFamily="18" charset="0"/>
                              <a:cs typeface="Times New Roman" panose="02020603050405020304" pitchFamily="18" charset="0"/>
                            </a:rPr>
                            <m:t>+</m:t>
                          </m:r>
                          <m:f>
                            <m:fPr>
                              <m:ctrlPr>
                                <a:rPr lang="en-IN" sz="1200" i="1" dirty="0">
                                  <a:latin typeface="Cambria Math" panose="02040503050406030204" pitchFamily="18" charset="0"/>
                                  <a:cs typeface="Times New Roman" panose="02020603050405020304" pitchFamily="18" charset="0"/>
                                </a:rPr>
                              </m:ctrlPr>
                            </m:fPr>
                            <m:num>
                              <m:sSub>
                                <m:sSubPr>
                                  <m:ctrlPr>
                                    <a:rPr lang="en-IN" sz="1200" i="1" dirty="0">
                                      <a:latin typeface="Cambria Math" panose="02040503050406030204" pitchFamily="18" charset="0"/>
                                    </a:rPr>
                                  </m:ctrlPr>
                                </m:sSubPr>
                                <m:e>
                                  <m:r>
                                    <a:rPr lang="en-IN" sz="1200" i="1" dirty="0">
                                      <a:latin typeface="Cambria Math" panose="02040503050406030204" pitchFamily="18" charset="0"/>
                                      <a:ea typeface="Cambria Math" panose="02040503050406030204" pitchFamily="18" charset="0"/>
                                    </a:rPr>
                                    <m:t>𝜔</m:t>
                                  </m:r>
                                </m:e>
                                <m:sub>
                                  <m:r>
                                    <a:rPr lang="en-IN" sz="1200" i="1" dirty="0">
                                      <a:latin typeface="Cambria Math" panose="02040503050406030204" pitchFamily="18" charset="0"/>
                                      <a:ea typeface="Cambria Math" panose="02040503050406030204" pitchFamily="18" charset="0"/>
                                    </a:rPr>
                                    <m:t>𝑢</m:t>
                                  </m:r>
                                </m:sub>
                              </m:sSub>
                            </m:num>
                            <m:den>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𝑢</m:t>
                                  </m:r>
                                </m:sub>
                              </m:sSub>
                            </m:den>
                          </m:f>
                          <m:nary>
                            <m:naryPr>
                              <m:chr m:val="∑"/>
                              <m:ctrlPr>
                                <a:rPr lang="en-IN" sz="1200" i="1" dirty="0">
                                  <a:latin typeface="Cambria Math" panose="02040503050406030204" pitchFamily="18" charset="0"/>
                                  <a:cs typeface="Times New Roman" panose="02020603050405020304" pitchFamily="18" charset="0"/>
                                </a:rPr>
                              </m:ctrlPr>
                            </m:naryPr>
                            <m:sub>
                              <m:r>
                                <m:rPr>
                                  <m:brk m:alnAt="23"/>
                                </m:rPr>
                                <a:rPr lang="en-IN" sz="1200" i="1" dirty="0">
                                  <a:latin typeface="Cambria Math" panose="02040503050406030204" pitchFamily="18" charset="0"/>
                                  <a:cs typeface="Times New Roman" panose="02020603050405020304" pitchFamily="18" charset="0"/>
                                </a:rPr>
                                <m:t>𝑖</m:t>
                              </m:r>
                              <m:r>
                                <a:rPr lang="en-IN" sz="1200" i="1" dirty="0">
                                  <a:latin typeface="Cambria Math" panose="02040503050406030204" pitchFamily="18" charset="0"/>
                                  <a:cs typeface="Times New Roman" panose="02020603050405020304" pitchFamily="18" charset="0"/>
                                </a:rPr>
                                <m:t>=1</m:t>
                              </m:r>
                            </m:sub>
                            <m:sup>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𝑢</m:t>
                                  </m:r>
                                </m:sub>
                              </m:sSub>
                            </m:sup>
                            <m:e>
                              <m:sSup>
                                <m:sSupPr>
                                  <m:ctrlPr>
                                    <a:rPr lang="en-IN" sz="1200" i="1" dirty="0">
                                      <a:latin typeface="Cambria Math" panose="02040503050406030204" pitchFamily="18" charset="0"/>
                                      <a:cs typeface="Times New Roman" panose="02020603050405020304" pitchFamily="18" charset="0"/>
                                    </a:rPr>
                                  </m:ctrlPr>
                                </m:sSupPr>
                                <m:e>
                                  <m:d>
                                    <m:dPr>
                                      <m:begChr m:val="|"/>
                                      <m:endChr m:val="|"/>
                                      <m:ctrlPr>
                                        <a:rPr lang="en-IN" sz="1200" i="1" dirty="0">
                                          <a:latin typeface="Cambria Math" panose="02040503050406030204" pitchFamily="18" charset="0"/>
                                          <a:cs typeface="Times New Roman" panose="02020603050405020304" pitchFamily="18" charset="0"/>
                                        </a:rPr>
                                      </m:ctrlPr>
                                    </m:dPr>
                                    <m:e>
                                      <m:sSub>
                                        <m:sSubPr>
                                          <m:ctrlPr>
                                            <a:rPr lang="en-IN" sz="1200" i="1">
                                              <a:latin typeface="Cambria Math" panose="02040503050406030204" pitchFamily="18" charset="0"/>
                                            </a:rPr>
                                          </m:ctrlPr>
                                        </m:sSubPr>
                                        <m:e>
                                          <m:acc>
                                            <m:accPr>
                                              <m:chr m:val="̂"/>
                                              <m:ctrlPr>
                                                <a:rPr lang="en-IN" sz="1200" i="1">
                                                  <a:latin typeface="Cambria Math" panose="02040503050406030204" pitchFamily="18" charset="0"/>
                                                </a:rPr>
                                              </m:ctrlPr>
                                            </m:accPr>
                                            <m:e>
                                              <m:r>
                                                <a:rPr lang="en-IN" sz="1200" b="1" i="1">
                                                  <a:latin typeface="Cambria Math" panose="02040503050406030204" pitchFamily="18" charset="0"/>
                                                </a:rPr>
                                                <m:t>𝒖</m:t>
                                              </m:r>
                                            </m:e>
                                          </m:acc>
                                        </m:e>
                                        <m:sub>
                                          <m:r>
                                            <m:rPr>
                                              <m:sty m:val="p"/>
                                            </m:rPr>
                                            <a:rPr lang="en-IN" sz="1200" b="1" i="1">
                                              <a:latin typeface="Cambria Math" panose="02040503050406030204" pitchFamily="18" charset="0"/>
                                              <a:ea typeface="Cambria Math" panose="02040503050406030204" pitchFamily="18" charset="0"/>
                                            </a:rPr>
                                            <m:t>∇</m:t>
                                          </m:r>
                                          <m:r>
                                            <a:rPr lang="en-IN" sz="1200" b="1" i="1">
                                              <a:latin typeface="Cambria Math" panose="02040503050406030204" pitchFamily="18" charset="0"/>
                                              <a:ea typeface="Cambria Math" panose="02040503050406030204" pitchFamily="18" charset="0"/>
                                            </a:rPr>
                                            <m:t>𝜌</m:t>
                                          </m:r>
                                        </m:sub>
                                      </m:sSub>
                                      <m:r>
                                        <a:rPr lang="en-IN" sz="1200" i="1">
                                          <a:latin typeface="Cambria Math" panose="02040503050406030204" pitchFamily="18" charset="0"/>
                                        </a:rPr>
                                        <m:t>−</m:t>
                                      </m:r>
                                      <m:sSub>
                                        <m:sSubPr>
                                          <m:ctrlPr>
                                            <a:rPr lang="en-IN" sz="1200" i="1">
                                              <a:latin typeface="Cambria Math" panose="02040503050406030204" pitchFamily="18" charset="0"/>
                                            </a:rPr>
                                          </m:ctrlPr>
                                        </m:sSubPr>
                                        <m:e>
                                          <m:r>
                                            <a:rPr lang="en-IN" sz="1200" b="1" i="1">
                                              <a:latin typeface="Cambria Math" panose="02040503050406030204" pitchFamily="18" charset="0"/>
                                            </a:rPr>
                                            <m:t>𝒖</m:t>
                                          </m:r>
                                        </m:e>
                                        <m:sub>
                                          <m:r>
                                            <m:rPr>
                                              <m:sty m:val="p"/>
                                            </m:rPr>
                                            <a:rPr lang="en-IN" sz="1200" b="1" i="1">
                                              <a:latin typeface="Cambria Math" panose="02040503050406030204" pitchFamily="18" charset="0"/>
                                              <a:ea typeface="Cambria Math" panose="02040503050406030204" pitchFamily="18" charset="0"/>
                                            </a:rPr>
                                            <m:t>∇</m:t>
                                          </m:r>
                                          <m:r>
                                            <a:rPr lang="en-IN" sz="1200" b="1" i="1">
                                              <a:latin typeface="Cambria Math" panose="02040503050406030204" pitchFamily="18" charset="0"/>
                                              <a:ea typeface="Cambria Math" panose="02040503050406030204" pitchFamily="18" charset="0"/>
                                            </a:rPr>
                                            <m:t>𝜌</m:t>
                                          </m:r>
                                        </m:sub>
                                      </m:sSub>
                                    </m:e>
                                  </m:d>
                                </m:e>
                                <m:sup>
                                  <m:r>
                                    <a:rPr lang="en-IN" sz="1200" i="1" dirty="0">
                                      <a:latin typeface="Cambria Math" panose="02040503050406030204" pitchFamily="18" charset="0"/>
                                      <a:cs typeface="Times New Roman" panose="02020603050405020304" pitchFamily="18" charset="0"/>
                                    </a:rPr>
                                    <m:t>2</m:t>
                                  </m:r>
                                </m:sup>
                              </m:sSup>
                            </m:e>
                          </m:nary>
                        </m:e>
                      </m:nary>
                    </m:oMath>
                  </m:oMathPara>
                </a14:m>
                <a:endParaRPr lang="en-IN" sz="1200" dirty="0"/>
              </a:p>
              <a:p>
                <a:pPr/>
                <a14:m>
                  <m:oMathPara xmlns:m="http://schemas.openxmlformats.org/officeDocument/2006/math">
                    <m:oMathParaPr>
                      <m:jc m:val="centerGroup"/>
                    </m:oMathParaPr>
                    <m:oMath xmlns:m="http://schemas.openxmlformats.org/officeDocument/2006/math">
                      <m:r>
                        <a:rPr lang="en-IN" sz="1200" b="0" i="1" dirty="0" smtClean="0">
                          <a:latin typeface="Cambria Math" panose="02040503050406030204" pitchFamily="18" charset="0"/>
                          <a:cs typeface="Times New Roman" panose="02020603050405020304" pitchFamily="18" charset="0"/>
                        </a:rPr>
                        <m:t>+</m:t>
                      </m:r>
                      <m:f>
                        <m:fPr>
                          <m:ctrlPr>
                            <a:rPr lang="en-IN" sz="1200" i="1" dirty="0">
                              <a:latin typeface="Cambria Math" panose="02040503050406030204" pitchFamily="18" charset="0"/>
                              <a:cs typeface="Times New Roman" panose="02020603050405020304" pitchFamily="18" charset="0"/>
                            </a:rPr>
                          </m:ctrlPr>
                        </m:fPr>
                        <m:num>
                          <m:sSub>
                            <m:sSubPr>
                              <m:ctrlPr>
                                <a:rPr lang="en-IN" sz="1200" i="1" dirty="0">
                                  <a:latin typeface="Cambria Math" panose="02040503050406030204" pitchFamily="18" charset="0"/>
                                </a:rPr>
                              </m:ctrlPr>
                            </m:sSubPr>
                            <m:e>
                              <m:r>
                                <a:rPr lang="en-IN" sz="1200" i="1" dirty="0">
                                  <a:latin typeface="Cambria Math" panose="02040503050406030204" pitchFamily="18" charset="0"/>
                                  <a:ea typeface="Cambria Math" panose="02040503050406030204" pitchFamily="18" charset="0"/>
                                </a:rPr>
                                <m:t>𝜔</m:t>
                              </m:r>
                            </m:e>
                            <m:sub>
                              <m:r>
                                <a:rPr lang="en-IN" sz="1200" i="1" dirty="0">
                                  <a:latin typeface="Cambria Math" panose="02040503050406030204" pitchFamily="18" charset="0"/>
                                  <a:ea typeface="Cambria Math" panose="02040503050406030204" pitchFamily="18" charset="0"/>
                                </a:rPr>
                                <m:t>𝑓</m:t>
                              </m:r>
                            </m:sub>
                          </m:sSub>
                        </m:num>
                        <m:den>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𝑓</m:t>
                              </m:r>
                            </m:sub>
                          </m:sSub>
                        </m:den>
                      </m:f>
                      <m:nary>
                        <m:naryPr>
                          <m:chr m:val="∑"/>
                          <m:ctrlPr>
                            <a:rPr lang="en-IN" sz="1200" i="1" dirty="0">
                              <a:latin typeface="Cambria Math" panose="02040503050406030204" pitchFamily="18" charset="0"/>
                              <a:cs typeface="Times New Roman" panose="02020603050405020304" pitchFamily="18" charset="0"/>
                            </a:rPr>
                          </m:ctrlPr>
                        </m:naryPr>
                        <m:sub>
                          <m:r>
                            <m:rPr>
                              <m:brk m:alnAt="23"/>
                            </m:rPr>
                            <a:rPr lang="en-IN" sz="1200" i="1" dirty="0">
                              <a:latin typeface="Cambria Math" panose="02040503050406030204" pitchFamily="18" charset="0"/>
                              <a:cs typeface="Times New Roman" panose="02020603050405020304" pitchFamily="18" charset="0"/>
                            </a:rPr>
                            <m:t>𝑖</m:t>
                          </m:r>
                          <m:r>
                            <a:rPr lang="en-IN" sz="1200" i="1" dirty="0">
                              <a:latin typeface="Cambria Math" panose="02040503050406030204" pitchFamily="18" charset="0"/>
                              <a:cs typeface="Times New Roman" panose="02020603050405020304" pitchFamily="18" charset="0"/>
                            </a:rPr>
                            <m:t>=1</m:t>
                          </m:r>
                        </m:sub>
                        <m:sup>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𝑢</m:t>
                              </m:r>
                            </m:sub>
                          </m:sSub>
                        </m:sup>
                        <m:e>
                          <m:sSup>
                            <m:sSupPr>
                              <m:ctrlPr>
                                <a:rPr lang="en-IN" sz="1200" i="1" dirty="0">
                                  <a:latin typeface="Cambria Math" panose="02040503050406030204" pitchFamily="18" charset="0"/>
                                  <a:cs typeface="Times New Roman" panose="02020603050405020304" pitchFamily="18" charset="0"/>
                                </a:rPr>
                              </m:ctrlPr>
                            </m:sSupPr>
                            <m:e>
                              <m:d>
                                <m:dPr>
                                  <m:begChr m:val="|"/>
                                  <m:endChr m:val="|"/>
                                  <m:ctrlPr>
                                    <a:rPr lang="en-IN" sz="1200" i="1" dirty="0">
                                      <a:latin typeface="Cambria Math" panose="02040503050406030204" pitchFamily="18" charset="0"/>
                                      <a:cs typeface="Times New Roman" panose="02020603050405020304" pitchFamily="18" charset="0"/>
                                    </a:rPr>
                                  </m:ctrlPr>
                                </m:dPr>
                                <m:e>
                                  <m:acc>
                                    <m:accPr>
                                      <m:chr m:val="̂"/>
                                      <m:ctrlPr>
                                        <a:rPr lang="en-IN" sz="1200" i="1">
                                          <a:latin typeface="Cambria Math" panose="02040503050406030204" pitchFamily="18" charset="0"/>
                                          <a:cs typeface="Times New Roman" panose="02020603050405020304" pitchFamily="18" charset="0"/>
                                        </a:rPr>
                                      </m:ctrlPr>
                                    </m:accPr>
                                    <m:e>
                                      <m:r>
                                        <a:rPr lang="en-IN" sz="1200" i="1">
                                          <a:latin typeface="Cambria Math" panose="02040503050406030204" pitchFamily="18" charset="0"/>
                                          <a:ea typeface="Cambria Math" panose="02040503050406030204" pitchFamily="18" charset="0"/>
                                          <a:cs typeface="Times New Roman" panose="02020603050405020304" pitchFamily="18" charset="0"/>
                                        </a:rPr>
                                        <m:t>𝑝</m:t>
                                      </m:r>
                                    </m:e>
                                  </m:acc>
                                  <m:r>
                                    <a:rPr lang="en-IN" sz="1200" i="1">
                                      <a:latin typeface="Cambria Math" panose="02040503050406030204" pitchFamily="18" charset="0"/>
                                      <a:ea typeface="Cambria Math" panose="02040503050406030204" pitchFamily="18" charset="0"/>
                                      <a:cs typeface="Times New Roman" panose="02020603050405020304" pitchFamily="18" charset="0"/>
                                    </a:rPr>
                                    <m:t>−</m:t>
                                  </m:r>
                                  <m:d>
                                    <m:dPr>
                                      <m:ctrlPr>
                                        <a:rPr lang="en-IN" sz="1200" i="1">
                                          <a:latin typeface="Cambria Math" panose="02040503050406030204" pitchFamily="18" charset="0"/>
                                          <a:ea typeface="Cambria Math" panose="02040503050406030204" pitchFamily="18" charset="0"/>
                                          <a:cs typeface="Times New Roman" panose="02020603050405020304" pitchFamily="18" charset="0"/>
                                        </a:rPr>
                                      </m:ctrlPr>
                                    </m:dPr>
                                    <m:e>
                                      <m:r>
                                        <a:rPr lang="en-IN" sz="1200" i="1">
                                          <a:latin typeface="Cambria Math" panose="02040503050406030204" pitchFamily="18" charset="0"/>
                                          <a:ea typeface="Cambria Math" panose="02040503050406030204" pitchFamily="18" charset="0"/>
                                          <a:cs typeface="Times New Roman" panose="02020603050405020304" pitchFamily="18" charset="0"/>
                                        </a:rPr>
                                        <m:t>𝛾</m:t>
                                      </m:r>
                                      <m:r>
                                        <a:rPr lang="en-IN" sz="1200" i="1">
                                          <a:latin typeface="Cambria Math" panose="02040503050406030204" pitchFamily="18" charset="0"/>
                                          <a:ea typeface="Cambria Math" panose="02040503050406030204" pitchFamily="18" charset="0"/>
                                          <a:cs typeface="Times New Roman" panose="02020603050405020304" pitchFamily="18" charset="0"/>
                                        </a:rPr>
                                        <m:t>−1</m:t>
                                      </m:r>
                                    </m:e>
                                  </m:d>
                                  <m:d>
                                    <m:dPr>
                                      <m:ctrlPr>
                                        <a:rPr lang="en-IN" sz="1200" i="1">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en-IN" sz="12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200" i="1">
                                              <a:latin typeface="Cambria Math" panose="02040503050406030204" pitchFamily="18" charset="0"/>
                                              <a:ea typeface="Cambria Math" panose="02040503050406030204" pitchFamily="18" charset="0"/>
                                              <a:cs typeface="Times New Roman" panose="02020603050405020304" pitchFamily="18" charset="0"/>
                                            </a:rPr>
                                            <m:t>𝜌</m:t>
                                          </m:r>
                                        </m:e>
                                      </m:acc>
                                      <m:r>
                                        <a:rPr lang="en-IN" sz="1200" i="1">
                                          <a:latin typeface="Cambria Math" panose="02040503050406030204" pitchFamily="18" charset="0"/>
                                          <a:ea typeface="Cambria Math" panose="02040503050406030204" pitchFamily="18" charset="0"/>
                                          <a:cs typeface="Times New Roman" panose="02020603050405020304" pitchFamily="18" charset="0"/>
                                        </a:rPr>
                                        <m:t>𝐸</m:t>
                                      </m:r>
                                      <m:r>
                                        <a:rPr lang="en-IN" sz="1200" i="1">
                                          <a:latin typeface="Cambria Math" panose="02040503050406030204" pitchFamily="18" charset="0"/>
                                          <a:ea typeface="Cambria Math" panose="02040503050406030204" pitchFamily="18" charset="0"/>
                                          <a:cs typeface="Times New Roman" panose="02020603050405020304" pitchFamily="18" charset="0"/>
                                        </a:rPr>
                                        <m:t>−</m:t>
                                      </m:r>
                                      <m:f>
                                        <m:fPr>
                                          <m:ctrlPr>
                                            <a:rPr lang="en-IN" sz="1200" i="1">
                                              <a:latin typeface="Cambria Math" panose="02040503050406030204" pitchFamily="18" charset="0"/>
                                              <a:ea typeface="Cambria Math" panose="02040503050406030204" pitchFamily="18" charset="0"/>
                                              <a:cs typeface="Times New Roman" panose="02020603050405020304" pitchFamily="18" charset="0"/>
                                            </a:rPr>
                                          </m:ctrlPr>
                                        </m:fPr>
                                        <m:num>
                                          <m:r>
                                            <a:rPr lang="en-IN" sz="1200" i="1">
                                              <a:latin typeface="Cambria Math" panose="02040503050406030204" pitchFamily="18" charset="0"/>
                                              <a:ea typeface="Cambria Math" panose="02040503050406030204" pitchFamily="18" charset="0"/>
                                              <a:cs typeface="Times New Roman" panose="02020603050405020304" pitchFamily="18" charset="0"/>
                                            </a:rPr>
                                            <m:t>1</m:t>
                                          </m:r>
                                        </m:num>
                                        <m:den>
                                          <m:r>
                                            <a:rPr lang="en-IN" sz="1200" i="1">
                                              <a:latin typeface="Cambria Math" panose="02040503050406030204" pitchFamily="18" charset="0"/>
                                              <a:ea typeface="Cambria Math" panose="02040503050406030204" pitchFamily="18" charset="0"/>
                                              <a:cs typeface="Times New Roman" panose="02020603050405020304" pitchFamily="18" charset="0"/>
                                            </a:rPr>
                                            <m:t>2</m:t>
                                          </m:r>
                                        </m:den>
                                      </m:f>
                                      <m:acc>
                                        <m:accPr>
                                          <m:chr m:val="̂"/>
                                          <m:ctrlPr>
                                            <a:rPr lang="en-IN" sz="12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200" i="1">
                                              <a:latin typeface="Cambria Math" panose="02040503050406030204" pitchFamily="18" charset="0"/>
                                              <a:ea typeface="Cambria Math" panose="02040503050406030204" pitchFamily="18" charset="0"/>
                                              <a:cs typeface="Times New Roman" panose="02020603050405020304" pitchFamily="18" charset="0"/>
                                            </a:rPr>
                                            <m:t>𝜌</m:t>
                                          </m:r>
                                        </m:e>
                                      </m:acc>
                                      <m:sSup>
                                        <m:sSupPr>
                                          <m:ctrlPr>
                                            <a:rPr lang="en-IN" sz="1200" i="1">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en-IN" sz="1200" i="1">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en-IN" sz="12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200" b="1" i="1">
                                                      <a:latin typeface="Cambria Math" panose="02040503050406030204" pitchFamily="18" charset="0"/>
                                                      <a:ea typeface="Cambria Math" panose="02040503050406030204" pitchFamily="18" charset="0"/>
                                                      <a:cs typeface="Times New Roman" panose="02020603050405020304" pitchFamily="18" charset="0"/>
                                                    </a:rPr>
                                                    <m:t>𝒖</m:t>
                                                  </m:r>
                                                </m:e>
                                              </m:acc>
                                            </m:e>
                                          </m:d>
                                        </m:e>
                                        <m:sup>
                                          <m:r>
                                            <a:rPr lang="en-IN" sz="1200" i="1">
                                              <a:latin typeface="Cambria Math" panose="02040503050406030204" pitchFamily="18" charset="0"/>
                                              <a:ea typeface="Cambria Math" panose="02040503050406030204" pitchFamily="18" charset="0"/>
                                              <a:cs typeface="Times New Roman" panose="02020603050405020304" pitchFamily="18" charset="0"/>
                                            </a:rPr>
                                            <m:t>2</m:t>
                                          </m:r>
                                        </m:sup>
                                      </m:sSup>
                                    </m:e>
                                  </m:d>
                                  <m:r>
                                    <a:rPr lang="en-IN" sz="1200" i="1">
                                      <a:latin typeface="Cambria Math" panose="02040503050406030204" pitchFamily="18" charset="0"/>
                                      <a:ea typeface="Cambria Math" panose="02040503050406030204" pitchFamily="18" charset="0"/>
                                      <a:cs typeface="Times New Roman" panose="02020603050405020304" pitchFamily="18" charset="0"/>
                                    </a:rPr>
                                    <m:t>−0</m:t>
                                  </m:r>
                                </m:e>
                              </m:d>
                            </m:e>
                            <m:sup>
                              <m:r>
                                <a:rPr lang="en-IN" sz="1200" i="1" dirty="0">
                                  <a:latin typeface="Cambria Math" panose="02040503050406030204" pitchFamily="18" charset="0"/>
                                  <a:cs typeface="Times New Roman" panose="02020603050405020304" pitchFamily="18" charset="0"/>
                                </a:rPr>
                                <m:t>2</m:t>
                              </m:r>
                            </m:sup>
                          </m:sSup>
                        </m:e>
                      </m:nary>
                    </m:oMath>
                  </m:oMathPara>
                </a14:m>
                <a:endParaRPr lang="en-IN" sz="1200" dirty="0"/>
              </a:p>
            </p:txBody>
          </p:sp>
        </mc:Choice>
        <mc:Fallback xmlns="">
          <p:sp>
            <p:nvSpPr>
              <p:cNvPr id="9" name="TextBox 8">
                <a:extLst>
                  <a:ext uri="{FF2B5EF4-FFF2-40B4-BE49-F238E27FC236}">
                    <a16:creationId xmlns:a16="http://schemas.microsoft.com/office/drawing/2014/main" id="{48E7313C-600A-02B1-9516-88DC13050A93}"/>
                  </a:ext>
                </a:extLst>
              </p:cNvPr>
              <p:cNvSpPr txBox="1">
                <a:spLocks noRot="1" noChangeAspect="1" noMove="1" noResize="1" noEditPoints="1" noAdjustHandles="1" noChangeArrowheads="1" noChangeShapeType="1" noTextEdit="1"/>
              </p:cNvSpPr>
              <p:nvPr/>
            </p:nvSpPr>
            <p:spPr>
              <a:xfrm>
                <a:off x="967739" y="480834"/>
                <a:ext cx="8135197" cy="1146852"/>
              </a:xfrm>
              <a:prstGeom prst="rect">
                <a:avLst/>
              </a:prstGeom>
              <a:blipFill>
                <a:blip r:embed="rId1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977768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14</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10886"/>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Expansion Fan Problem</a:t>
            </a:r>
          </a:p>
        </p:txBody>
      </p:sp>
      <p:pic>
        <p:nvPicPr>
          <p:cNvPr id="8" name="Picture 7">
            <a:extLst>
              <a:ext uri="{FF2B5EF4-FFF2-40B4-BE49-F238E27FC236}">
                <a16:creationId xmlns:a16="http://schemas.microsoft.com/office/drawing/2014/main" id="{55E747BB-BCDC-DE0E-E632-E0DE4DE973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8043" y="483552"/>
            <a:ext cx="2110240" cy="2035503"/>
          </a:xfrm>
          <a:prstGeom prst="rect">
            <a:avLst/>
          </a:prstGeom>
        </p:spPr>
      </p:pic>
      <p:pic>
        <p:nvPicPr>
          <p:cNvPr id="10" name="Picture 9">
            <a:extLst>
              <a:ext uri="{FF2B5EF4-FFF2-40B4-BE49-F238E27FC236}">
                <a16:creationId xmlns:a16="http://schemas.microsoft.com/office/drawing/2014/main" id="{EDB05527-2BE9-52BE-4898-968EEEA0F77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14011" y="483552"/>
            <a:ext cx="2110239" cy="2035503"/>
          </a:xfrm>
          <a:prstGeom prst="rect">
            <a:avLst/>
          </a:prstGeom>
        </p:spPr>
      </p:pic>
      <p:pic>
        <p:nvPicPr>
          <p:cNvPr id="11" name="Picture 10">
            <a:extLst>
              <a:ext uri="{FF2B5EF4-FFF2-40B4-BE49-F238E27FC236}">
                <a16:creationId xmlns:a16="http://schemas.microsoft.com/office/drawing/2014/main" id="{0813486C-D699-831F-EB3D-48093107D9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02076" y="483552"/>
            <a:ext cx="2110240" cy="2029161"/>
          </a:xfrm>
          <a:prstGeom prst="rect">
            <a:avLst/>
          </a:prstGeom>
        </p:spPr>
      </p:pic>
      <p:pic>
        <p:nvPicPr>
          <p:cNvPr id="13" name="Picture 12">
            <a:extLst>
              <a:ext uri="{FF2B5EF4-FFF2-40B4-BE49-F238E27FC236}">
                <a16:creationId xmlns:a16="http://schemas.microsoft.com/office/drawing/2014/main" id="{DDFCD52A-BB05-6902-583E-87E12124A78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02076" y="2516242"/>
            <a:ext cx="2114624" cy="2029163"/>
          </a:xfrm>
          <a:prstGeom prst="rect">
            <a:avLst/>
          </a:prstGeom>
        </p:spPr>
      </p:pic>
      <p:pic>
        <p:nvPicPr>
          <p:cNvPr id="15" name="Picture 14">
            <a:extLst>
              <a:ext uri="{FF2B5EF4-FFF2-40B4-BE49-F238E27FC236}">
                <a16:creationId xmlns:a16="http://schemas.microsoft.com/office/drawing/2014/main" id="{2AD076D7-47F8-0907-29A8-BBF694E64EC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08043" y="2512713"/>
            <a:ext cx="2099284" cy="2029162"/>
          </a:xfrm>
          <a:prstGeom prst="rect">
            <a:avLst/>
          </a:prstGeom>
        </p:spPr>
      </p:pic>
      <p:pic>
        <p:nvPicPr>
          <p:cNvPr id="17" name="Picture 16">
            <a:extLst>
              <a:ext uri="{FF2B5EF4-FFF2-40B4-BE49-F238E27FC236}">
                <a16:creationId xmlns:a16="http://schemas.microsoft.com/office/drawing/2014/main" id="{0F533141-C82F-ECAE-E2C7-59E3B220B00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20582" y="2512713"/>
            <a:ext cx="2110241" cy="2029162"/>
          </a:xfrm>
          <a:prstGeom prst="rect">
            <a:avLst/>
          </a:prstGeom>
        </p:spPr>
      </p:pic>
      <p:pic>
        <p:nvPicPr>
          <p:cNvPr id="19" name="Picture 18">
            <a:extLst>
              <a:ext uri="{FF2B5EF4-FFF2-40B4-BE49-F238E27FC236}">
                <a16:creationId xmlns:a16="http://schemas.microsoft.com/office/drawing/2014/main" id="{9CB35C41-4FEE-6B5E-E7B1-4C245B8AB6C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333330" y="4542926"/>
            <a:ext cx="2047731" cy="1995999"/>
          </a:xfrm>
          <a:prstGeom prst="rect">
            <a:avLst/>
          </a:prstGeom>
        </p:spPr>
      </p:pic>
      <p:pic>
        <p:nvPicPr>
          <p:cNvPr id="21" name="Picture 20">
            <a:extLst>
              <a:ext uri="{FF2B5EF4-FFF2-40B4-BE49-F238E27FC236}">
                <a16:creationId xmlns:a16="http://schemas.microsoft.com/office/drawing/2014/main" id="{3CA423A3-991E-3249-0912-8F1EC0AFE62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329955" y="4549269"/>
            <a:ext cx="2060663" cy="1995998"/>
          </a:xfrm>
          <a:prstGeom prst="rect">
            <a:avLst/>
          </a:prstGeom>
        </p:spPr>
      </p:pic>
      <p:pic>
        <p:nvPicPr>
          <p:cNvPr id="23" name="Picture 22">
            <a:extLst>
              <a:ext uri="{FF2B5EF4-FFF2-40B4-BE49-F238E27FC236}">
                <a16:creationId xmlns:a16="http://schemas.microsoft.com/office/drawing/2014/main" id="{E7EA79C1-2248-413F-0B3C-363D97F4593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320583" y="4541875"/>
            <a:ext cx="2110240" cy="1995998"/>
          </a:xfrm>
          <a:prstGeom prst="rect">
            <a:avLst/>
          </a:prstGeom>
        </p:spPr>
      </p:pic>
      <p:sp>
        <p:nvSpPr>
          <p:cNvPr id="24" name="TextBox 23">
            <a:extLst>
              <a:ext uri="{FF2B5EF4-FFF2-40B4-BE49-F238E27FC236}">
                <a16:creationId xmlns:a16="http://schemas.microsoft.com/office/drawing/2014/main" id="{003951F9-01C6-3877-82C2-D8AE783D182A}"/>
              </a:ext>
            </a:extLst>
          </p:cNvPr>
          <p:cNvSpPr txBox="1"/>
          <p:nvPr/>
        </p:nvSpPr>
        <p:spPr>
          <a:xfrm>
            <a:off x="3333329" y="6538925"/>
            <a:ext cx="2078987"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Exact Solutions</a:t>
            </a:r>
          </a:p>
        </p:txBody>
      </p:sp>
      <p:sp>
        <p:nvSpPr>
          <p:cNvPr id="25" name="TextBox 24">
            <a:extLst>
              <a:ext uri="{FF2B5EF4-FFF2-40B4-BE49-F238E27FC236}">
                <a16:creationId xmlns:a16="http://schemas.microsoft.com/office/drawing/2014/main" id="{7B5CCA8D-E09E-A2A9-8832-3498F011AE2D}"/>
              </a:ext>
            </a:extLst>
          </p:cNvPr>
          <p:cNvSpPr txBox="1"/>
          <p:nvPr/>
        </p:nvSpPr>
        <p:spPr>
          <a:xfrm>
            <a:off x="6308043" y="6538924"/>
            <a:ext cx="2099284"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PINNs Solutions</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6FF0471-03F4-65AB-DF86-2DF5FBABAA56}"/>
                  </a:ext>
                </a:extLst>
              </p:cNvPr>
              <p:cNvSpPr txBox="1"/>
              <p:nvPr/>
            </p:nvSpPr>
            <p:spPr>
              <a:xfrm>
                <a:off x="9334309" y="6545267"/>
                <a:ext cx="2103668"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Relative </a:t>
                </a:r>
                <a14:m>
                  <m:oMath xmlns:m="http://schemas.openxmlformats.org/officeDocument/2006/math">
                    <m:sSub>
                      <m:sSubPr>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𝐿</m:t>
                        </m:r>
                      </m:e>
                      <m:sub>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sub>
                    </m:sSub>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Error</a:t>
                </a:r>
              </a:p>
            </p:txBody>
          </p:sp>
        </mc:Choice>
        <mc:Fallback xmlns="">
          <p:sp>
            <p:nvSpPr>
              <p:cNvPr id="26" name="TextBox 25">
                <a:extLst>
                  <a:ext uri="{FF2B5EF4-FFF2-40B4-BE49-F238E27FC236}">
                    <a16:creationId xmlns:a16="http://schemas.microsoft.com/office/drawing/2014/main" id="{16FF0471-03F4-65AB-DF86-2DF5FBABAA56}"/>
                  </a:ext>
                </a:extLst>
              </p:cNvPr>
              <p:cNvSpPr txBox="1">
                <a:spLocks noRot="1" noChangeAspect="1" noMove="1" noResize="1" noEditPoints="1" noAdjustHandles="1" noChangeArrowheads="1" noChangeShapeType="1" noTextEdit="1"/>
              </p:cNvSpPr>
              <p:nvPr/>
            </p:nvSpPr>
            <p:spPr>
              <a:xfrm>
                <a:off x="9334309" y="6545267"/>
                <a:ext cx="2103668" cy="269304"/>
              </a:xfrm>
              <a:prstGeom prst="rect">
                <a:avLst/>
              </a:prstGeom>
              <a:blipFill>
                <a:blip r:embed="rId13"/>
                <a:stretch>
                  <a:fillRect t="-2273" b="-159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2" name="Table 5">
                <a:extLst>
                  <a:ext uri="{FF2B5EF4-FFF2-40B4-BE49-F238E27FC236}">
                    <a16:creationId xmlns:a16="http://schemas.microsoft.com/office/drawing/2014/main" id="{8E88393D-2B5E-7C29-6DA9-0A465A0D9252}"/>
                  </a:ext>
                </a:extLst>
              </p:cNvPr>
              <p:cNvGraphicFramePr>
                <a:graphicFrameLocks noGrp="1"/>
              </p:cNvGraphicFramePr>
              <p:nvPr>
                <p:extLst>
                  <p:ext uri="{D42A27DB-BD31-4B8C-83A1-F6EECF244321}">
                    <p14:modId xmlns:p14="http://schemas.microsoft.com/office/powerpoint/2010/main" val="294993187"/>
                  </p:ext>
                </p:extLst>
              </p:nvPr>
            </p:nvGraphicFramePr>
            <p:xfrm>
              <a:off x="461188" y="2549312"/>
              <a:ext cx="2017970" cy="1759376"/>
            </p:xfrm>
            <a:graphic>
              <a:graphicData uri="http://schemas.openxmlformats.org/drawingml/2006/table">
                <a:tbl>
                  <a:tblPr firstRow="1" bandRow="1">
                    <a:tableStyleId>{5940675A-B579-460E-94D1-54222C63F5DA}</a:tableStyleId>
                  </a:tblPr>
                  <a:tblGrid>
                    <a:gridCol w="1008985">
                      <a:extLst>
                        <a:ext uri="{9D8B030D-6E8A-4147-A177-3AD203B41FA5}">
                          <a16:colId xmlns:a16="http://schemas.microsoft.com/office/drawing/2014/main" val="1835935556"/>
                        </a:ext>
                      </a:extLst>
                    </a:gridCol>
                    <a:gridCol w="1008985">
                      <a:extLst>
                        <a:ext uri="{9D8B030D-6E8A-4147-A177-3AD203B41FA5}">
                          <a16:colId xmlns:a16="http://schemas.microsoft.com/office/drawing/2014/main" val="4065350827"/>
                        </a:ext>
                      </a:extLst>
                    </a:gridCol>
                  </a:tblGrid>
                  <a:tr h="439844">
                    <a:tc>
                      <a:txBody>
                        <a:bodyPr/>
                        <a:lstStyle/>
                        <a:p>
                          <a:pPr algn="ctr"/>
                          <a:r>
                            <a:rPr lang="en-IN" sz="1200" dirty="0">
                              <a:latin typeface="Times New Roman" panose="02020603050405020304" pitchFamily="18" charset="0"/>
                              <a:cs typeface="Times New Roman" panose="02020603050405020304" pitchFamily="18" charset="0"/>
                            </a:rPr>
                            <a:t>Density </a:t>
                          </a:r>
                          <a14:m>
                            <m:oMath xmlns:m="http://schemas.openxmlformats.org/officeDocument/2006/math">
                              <m:r>
                                <a:rPr lang="en-IN" sz="1200" i="1" dirty="0"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i="1" dirty="0" smtClean="0">
                                      <a:latin typeface="Cambria Math" panose="02040503050406030204" pitchFamily="18" charset="0"/>
                                      <a:ea typeface="Cambria Math" panose="02040503050406030204" pitchFamily="18" charset="0"/>
                                      <a:cs typeface="Times New Roman" panose="02020603050405020304" pitchFamily="18" charset="0"/>
                                    </a:rPr>
                                    <m:t>𝜌</m:t>
                                  </m:r>
                                </m:e>
                              </m:acc>
                              <m:r>
                                <a:rPr lang="en-IN" sz="1200" i="1" dirty="0" smtClean="0">
                                  <a:latin typeface="Cambria Math" panose="02040503050406030204" pitchFamily="18" charset="0"/>
                                  <a:cs typeface="Times New Roman" panose="02020603050405020304" pitchFamily="18" charset="0"/>
                                </a:rPr>
                                <m:t>)</m:t>
                              </m:r>
                            </m:oMath>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cs typeface="Times New Roman" panose="02020603050405020304" pitchFamily="18" charset="0"/>
                                  </a:rPr>
                                  <m:t>2.01</m:t>
                                </m:r>
                                <m:r>
                                  <a:rPr lang="en-IN" sz="1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200"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75051757"/>
                      </a:ext>
                    </a:extLst>
                  </a:tr>
                  <a:tr h="439844">
                    <a:tc>
                      <a:txBody>
                        <a:bodyPr/>
                        <a:lstStyle/>
                        <a:p>
                          <a:pPr algn="ctr"/>
                          <a:r>
                            <a:rPr lang="en-IN" sz="1200" dirty="0">
                              <a:latin typeface="Times New Roman" panose="02020603050405020304" pitchFamily="18" charset="0"/>
                              <a:cs typeface="Times New Roman" panose="02020603050405020304" pitchFamily="18" charset="0"/>
                            </a:rPr>
                            <a:t>Velocity </a:t>
                          </a:r>
                          <a14:m>
                            <m:oMath xmlns:m="http://schemas.openxmlformats.org/officeDocument/2006/math">
                              <m:r>
                                <a:rPr lang="en-IN" sz="1200" i="1" dirty="0"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b="0" i="1" dirty="0" smtClean="0">
                                      <a:latin typeface="Cambria Math" panose="02040503050406030204" pitchFamily="18" charset="0"/>
                                      <a:cs typeface="Times New Roman" panose="02020603050405020304" pitchFamily="18" charset="0"/>
                                    </a:rPr>
                                    <m:t>𝑢</m:t>
                                  </m:r>
                                </m:e>
                              </m:acc>
                              <m:r>
                                <a:rPr lang="en-IN" sz="1200" i="1" dirty="0" smtClean="0">
                                  <a:latin typeface="Cambria Math" panose="02040503050406030204" pitchFamily="18" charset="0"/>
                                  <a:cs typeface="Times New Roman" panose="02020603050405020304" pitchFamily="18" charset="0"/>
                                </a:rPr>
                                <m:t>)</m:t>
                              </m:r>
                            </m:oMath>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cs typeface="Times New Roman" panose="02020603050405020304" pitchFamily="18" charset="0"/>
                                  </a:rPr>
                                  <m:t>2.02</m:t>
                                </m:r>
                                <m:r>
                                  <a:rPr lang="en-IN" sz="1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200"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26931361"/>
                      </a:ext>
                    </a:extLst>
                  </a:tr>
                  <a:tr h="439844">
                    <a:tc>
                      <a:txBody>
                        <a:bodyPr/>
                        <a:lstStyle/>
                        <a:p>
                          <a:pPr algn="ctr"/>
                          <a:r>
                            <a:rPr lang="en-IN" sz="1200" dirty="0">
                              <a:latin typeface="Times New Roman" panose="02020603050405020304" pitchFamily="18" charset="0"/>
                              <a:cs typeface="Times New Roman" panose="02020603050405020304" pitchFamily="18" charset="0"/>
                            </a:rPr>
                            <a:t>Velocity </a:t>
                          </a:r>
                          <a14:m>
                            <m:oMath xmlns:m="http://schemas.openxmlformats.org/officeDocument/2006/math">
                              <m:r>
                                <a:rPr lang="en-IN" sz="1200" i="1" dirty="0"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b="0" i="1" dirty="0" smtClean="0">
                                      <a:latin typeface="Cambria Math" panose="02040503050406030204" pitchFamily="18" charset="0"/>
                                      <a:cs typeface="Times New Roman" panose="02020603050405020304" pitchFamily="18" charset="0"/>
                                    </a:rPr>
                                    <m:t>𝑣</m:t>
                                  </m:r>
                                </m:e>
                              </m:acc>
                              <m:r>
                                <a:rPr lang="en-IN" sz="1200" i="1" dirty="0" smtClean="0">
                                  <a:latin typeface="Cambria Math" panose="02040503050406030204" pitchFamily="18" charset="0"/>
                                  <a:cs typeface="Times New Roman" panose="02020603050405020304" pitchFamily="18" charset="0"/>
                                </a:rPr>
                                <m:t>)</m:t>
                              </m:r>
                            </m:oMath>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cs typeface="Times New Roman" panose="02020603050405020304" pitchFamily="18" charset="0"/>
                                  </a:rPr>
                                  <m:t>2.01</m:t>
                                </m:r>
                                <m:r>
                                  <a:rPr lang="en-IN" sz="1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200" b="0" i="1" smtClean="0">
                                        <a:latin typeface="Cambria Math" panose="02040503050406030204" pitchFamily="18" charset="0"/>
                                        <a:ea typeface="Cambria Math" panose="02040503050406030204" pitchFamily="18" charset="0"/>
                                        <a:cs typeface="Times New Roman" panose="02020603050405020304" pitchFamily="18" charset="0"/>
                                      </a:rPr>
                                      <m:t>−3</m:t>
                                    </m:r>
                                  </m:sup>
                                </m:sSup>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74000412"/>
                      </a:ext>
                    </a:extLst>
                  </a:tr>
                  <a:tr h="439844">
                    <a:tc>
                      <a:txBody>
                        <a:bodyPr/>
                        <a:lstStyle/>
                        <a:p>
                          <a:pPr algn="ctr"/>
                          <a:r>
                            <a:rPr lang="en-IN" sz="1200" dirty="0">
                              <a:latin typeface="Times New Roman" panose="02020603050405020304" pitchFamily="18" charset="0"/>
                              <a:cs typeface="Times New Roman" panose="02020603050405020304" pitchFamily="18" charset="0"/>
                            </a:rPr>
                            <a:t>Pressure </a:t>
                          </a:r>
                          <a14:m>
                            <m:oMath xmlns:m="http://schemas.openxmlformats.org/officeDocument/2006/math">
                              <m:r>
                                <a:rPr lang="en-IN" sz="1200" i="1" dirty="0"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b="0" i="1" dirty="0" smtClean="0">
                                      <a:latin typeface="Cambria Math" panose="02040503050406030204" pitchFamily="18" charset="0"/>
                                      <a:cs typeface="Times New Roman" panose="02020603050405020304" pitchFamily="18" charset="0"/>
                                    </a:rPr>
                                    <m:t>𝑝</m:t>
                                  </m:r>
                                </m:e>
                              </m:acc>
                              <m:r>
                                <a:rPr lang="en-IN" sz="1200" i="1" dirty="0" smtClean="0">
                                  <a:latin typeface="Cambria Math" panose="02040503050406030204" pitchFamily="18" charset="0"/>
                                  <a:cs typeface="Times New Roman" panose="02020603050405020304" pitchFamily="18" charset="0"/>
                                </a:rPr>
                                <m:t>)</m:t>
                              </m:r>
                            </m:oMath>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cs typeface="Times New Roman" panose="02020603050405020304" pitchFamily="18" charset="0"/>
                                  </a:rPr>
                                  <m:t>1.81</m:t>
                                </m:r>
                                <m:r>
                                  <a:rPr lang="en-IN" sz="1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200" b="0" i="1" smtClean="0">
                                        <a:latin typeface="Cambria Math" panose="02040503050406030204" pitchFamily="18" charset="0"/>
                                        <a:ea typeface="Cambria Math" panose="02040503050406030204" pitchFamily="18" charset="0"/>
                                        <a:cs typeface="Times New Roman" panose="02020603050405020304" pitchFamily="18" charset="0"/>
                                      </a:rPr>
                                      <m:t>−3</m:t>
                                    </m:r>
                                  </m:sup>
                                </m:sSup>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52127271"/>
                      </a:ext>
                    </a:extLst>
                  </a:tr>
                </a:tbl>
              </a:graphicData>
            </a:graphic>
          </p:graphicFrame>
        </mc:Choice>
        <mc:Fallback xmlns="">
          <p:graphicFrame>
            <p:nvGraphicFramePr>
              <p:cNvPr id="2" name="Table 5">
                <a:extLst>
                  <a:ext uri="{FF2B5EF4-FFF2-40B4-BE49-F238E27FC236}">
                    <a16:creationId xmlns:a16="http://schemas.microsoft.com/office/drawing/2014/main" id="{8E88393D-2B5E-7C29-6DA9-0A465A0D9252}"/>
                  </a:ext>
                </a:extLst>
              </p:cNvPr>
              <p:cNvGraphicFramePr>
                <a:graphicFrameLocks noGrp="1"/>
              </p:cNvGraphicFramePr>
              <p:nvPr>
                <p:extLst>
                  <p:ext uri="{D42A27DB-BD31-4B8C-83A1-F6EECF244321}">
                    <p14:modId xmlns:p14="http://schemas.microsoft.com/office/powerpoint/2010/main" val="294993187"/>
                  </p:ext>
                </p:extLst>
              </p:nvPr>
            </p:nvGraphicFramePr>
            <p:xfrm>
              <a:off x="461188" y="2549312"/>
              <a:ext cx="2017970" cy="1759376"/>
            </p:xfrm>
            <a:graphic>
              <a:graphicData uri="http://schemas.openxmlformats.org/drawingml/2006/table">
                <a:tbl>
                  <a:tblPr firstRow="1" bandRow="1">
                    <a:tableStyleId>{5940675A-B579-460E-94D1-54222C63F5DA}</a:tableStyleId>
                  </a:tblPr>
                  <a:tblGrid>
                    <a:gridCol w="1008985">
                      <a:extLst>
                        <a:ext uri="{9D8B030D-6E8A-4147-A177-3AD203B41FA5}">
                          <a16:colId xmlns:a16="http://schemas.microsoft.com/office/drawing/2014/main" val="1835935556"/>
                        </a:ext>
                      </a:extLst>
                    </a:gridCol>
                    <a:gridCol w="1008985">
                      <a:extLst>
                        <a:ext uri="{9D8B030D-6E8A-4147-A177-3AD203B41FA5}">
                          <a16:colId xmlns:a16="http://schemas.microsoft.com/office/drawing/2014/main" val="4065350827"/>
                        </a:ext>
                      </a:extLst>
                    </a:gridCol>
                  </a:tblGrid>
                  <a:tr h="439844">
                    <a:tc>
                      <a:txBody>
                        <a:bodyPr/>
                        <a:lstStyle/>
                        <a:p>
                          <a:endParaRPr lang="en-US"/>
                        </a:p>
                      </a:txBody>
                      <a:tcPr anchor="ctr">
                        <a:blipFill>
                          <a:blip r:embed="rId14"/>
                          <a:stretch>
                            <a:fillRect l="-602" t="-1389" r="-101205" b="-304167"/>
                          </a:stretch>
                        </a:blipFill>
                      </a:tcPr>
                    </a:tc>
                    <a:tc>
                      <a:txBody>
                        <a:bodyPr/>
                        <a:lstStyle/>
                        <a:p>
                          <a:endParaRPr lang="en-US"/>
                        </a:p>
                      </a:txBody>
                      <a:tcPr anchor="ctr">
                        <a:blipFill>
                          <a:blip r:embed="rId14"/>
                          <a:stretch>
                            <a:fillRect l="-100602" t="-1389" r="-1205" b="-304167"/>
                          </a:stretch>
                        </a:blipFill>
                      </a:tcPr>
                    </a:tc>
                    <a:extLst>
                      <a:ext uri="{0D108BD9-81ED-4DB2-BD59-A6C34878D82A}">
                        <a16:rowId xmlns:a16="http://schemas.microsoft.com/office/drawing/2014/main" val="875051757"/>
                      </a:ext>
                    </a:extLst>
                  </a:tr>
                  <a:tr h="439844">
                    <a:tc>
                      <a:txBody>
                        <a:bodyPr/>
                        <a:lstStyle/>
                        <a:p>
                          <a:endParaRPr lang="en-US"/>
                        </a:p>
                      </a:txBody>
                      <a:tcPr anchor="ctr">
                        <a:blipFill>
                          <a:blip r:embed="rId14"/>
                          <a:stretch>
                            <a:fillRect l="-602" t="-100000" r="-101205" b="-200000"/>
                          </a:stretch>
                        </a:blipFill>
                      </a:tcPr>
                    </a:tc>
                    <a:tc>
                      <a:txBody>
                        <a:bodyPr/>
                        <a:lstStyle/>
                        <a:p>
                          <a:endParaRPr lang="en-US"/>
                        </a:p>
                      </a:txBody>
                      <a:tcPr anchor="ctr">
                        <a:blipFill>
                          <a:blip r:embed="rId14"/>
                          <a:stretch>
                            <a:fillRect l="-100602" t="-100000" r="-1205" b="-200000"/>
                          </a:stretch>
                        </a:blipFill>
                      </a:tcPr>
                    </a:tc>
                    <a:extLst>
                      <a:ext uri="{0D108BD9-81ED-4DB2-BD59-A6C34878D82A}">
                        <a16:rowId xmlns:a16="http://schemas.microsoft.com/office/drawing/2014/main" val="1126931361"/>
                      </a:ext>
                    </a:extLst>
                  </a:tr>
                  <a:tr h="439844">
                    <a:tc>
                      <a:txBody>
                        <a:bodyPr/>
                        <a:lstStyle/>
                        <a:p>
                          <a:endParaRPr lang="en-US"/>
                        </a:p>
                      </a:txBody>
                      <a:tcPr anchor="ctr">
                        <a:blipFill>
                          <a:blip r:embed="rId14"/>
                          <a:stretch>
                            <a:fillRect l="-602" t="-202778" r="-101205" b="-102778"/>
                          </a:stretch>
                        </a:blipFill>
                      </a:tcPr>
                    </a:tc>
                    <a:tc>
                      <a:txBody>
                        <a:bodyPr/>
                        <a:lstStyle/>
                        <a:p>
                          <a:endParaRPr lang="en-US"/>
                        </a:p>
                      </a:txBody>
                      <a:tcPr anchor="ctr">
                        <a:blipFill>
                          <a:blip r:embed="rId14"/>
                          <a:stretch>
                            <a:fillRect l="-100602" t="-202778" r="-1205" b="-102778"/>
                          </a:stretch>
                        </a:blipFill>
                      </a:tcPr>
                    </a:tc>
                    <a:extLst>
                      <a:ext uri="{0D108BD9-81ED-4DB2-BD59-A6C34878D82A}">
                        <a16:rowId xmlns:a16="http://schemas.microsoft.com/office/drawing/2014/main" val="2374000412"/>
                      </a:ext>
                    </a:extLst>
                  </a:tr>
                  <a:tr h="439844">
                    <a:tc>
                      <a:txBody>
                        <a:bodyPr/>
                        <a:lstStyle/>
                        <a:p>
                          <a:endParaRPr lang="en-US"/>
                        </a:p>
                      </a:txBody>
                      <a:tcPr anchor="ctr">
                        <a:blipFill>
                          <a:blip r:embed="rId14"/>
                          <a:stretch>
                            <a:fillRect l="-602" t="-302778" r="-101205" b="-2778"/>
                          </a:stretch>
                        </a:blipFill>
                      </a:tcPr>
                    </a:tc>
                    <a:tc>
                      <a:txBody>
                        <a:bodyPr/>
                        <a:lstStyle/>
                        <a:p>
                          <a:endParaRPr lang="en-US"/>
                        </a:p>
                      </a:txBody>
                      <a:tcPr anchor="ctr">
                        <a:blipFill>
                          <a:blip r:embed="rId14"/>
                          <a:stretch>
                            <a:fillRect l="-100602" t="-302778" r="-1205" b="-2778"/>
                          </a:stretch>
                        </a:blipFill>
                      </a:tcPr>
                    </a:tc>
                    <a:extLst>
                      <a:ext uri="{0D108BD9-81ED-4DB2-BD59-A6C34878D82A}">
                        <a16:rowId xmlns:a16="http://schemas.microsoft.com/office/drawing/2014/main" val="2852127271"/>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04E75F6-336A-A380-6C30-E3D223176917}"/>
                  </a:ext>
                </a:extLst>
              </p:cNvPr>
              <p:cNvSpPr txBox="1"/>
              <p:nvPr/>
            </p:nvSpPr>
            <p:spPr>
              <a:xfrm>
                <a:off x="461186" y="4312360"/>
                <a:ext cx="2017971" cy="276999"/>
              </a:xfrm>
              <a:prstGeom prst="rect">
                <a:avLst/>
              </a:prstGeom>
              <a:noFill/>
            </p:spPr>
            <p:txBody>
              <a:bodyPr wrap="square">
                <a:spAutoFit/>
              </a:body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Relative </a:t>
                </a:r>
                <a14:m>
                  <m:oMath xmlns:m="http://schemas.openxmlformats.org/officeDocument/2006/math">
                    <m:sSub>
                      <m:sSubPr>
                        <m:ctrlPr>
                          <a:rPr lang="en-US"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𝐿</m:t>
                        </m:r>
                      </m:e>
                      <m:sub>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sub>
                    </m:sSub>
                  </m:oMath>
                </a14:m>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 Error</a:t>
                </a:r>
                <a:endParaRPr lang="en-IN" sz="1200" dirty="0"/>
              </a:p>
            </p:txBody>
          </p:sp>
        </mc:Choice>
        <mc:Fallback xmlns="">
          <p:sp>
            <p:nvSpPr>
              <p:cNvPr id="6" name="TextBox 5">
                <a:extLst>
                  <a:ext uri="{FF2B5EF4-FFF2-40B4-BE49-F238E27FC236}">
                    <a16:creationId xmlns:a16="http://schemas.microsoft.com/office/drawing/2014/main" id="{204E75F6-336A-A380-6C30-E3D223176917}"/>
                  </a:ext>
                </a:extLst>
              </p:cNvPr>
              <p:cNvSpPr txBox="1">
                <a:spLocks noRot="1" noChangeAspect="1" noMove="1" noResize="1" noEditPoints="1" noAdjustHandles="1" noChangeArrowheads="1" noChangeShapeType="1" noTextEdit="1"/>
              </p:cNvSpPr>
              <p:nvPr/>
            </p:nvSpPr>
            <p:spPr>
              <a:xfrm>
                <a:off x="461186" y="4312360"/>
                <a:ext cx="2017971" cy="276999"/>
              </a:xfrm>
              <a:prstGeom prst="rect">
                <a:avLst/>
              </a:prstGeom>
              <a:blipFill>
                <a:blip r:embed="rId15"/>
                <a:stretch>
                  <a:fillRect b="-15217"/>
                </a:stretch>
              </a:blipFill>
            </p:spPr>
            <p:txBody>
              <a:bodyPr/>
              <a:lstStyle/>
              <a:p>
                <a:r>
                  <a:rPr lang="en-IN">
                    <a:noFill/>
                  </a:rPr>
                  <a:t> </a:t>
                </a:r>
              </a:p>
            </p:txBody>
          </p:sp>
        </mc:Fallback>
      </mc:AlternateContent>
    </p:spTree>
    <p:extLst>
      <p:ext uri="{BB962C8B-B14F-4D97-AF65-F5344CB8AC3E}">
        <p14:creationId xmlns:p14="http://schemas.microsoft.com/office/powerpoint/2010/main" val="1602239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0"/>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lvl="0" algn="ctr"/>
            <a:r>
              <a:rPr lang="en-IN" sz="4000" dirty="0">
                <a:latin typeface="Times New Roman" panose="02020603050405020304" pitchFamily="18" charset="0"/>
                <a:cs typeface="Times New Roman" panose="02020603050405020304" pitchFamily="18" charset="0"/>
              </a:rPr>
              <a:t>PINNs for High-Speed Fluid Dynamics</a:t>
            </a:r>
          </a:p>
        </p:txBody>
      </p:sp>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15</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876365"/>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Oblique Shock Problem</a:t>
            </a:r>
          </a:p>
        </p:txBody>
      </p:sp>
      <p:pic>
        <p:nvPicPr>
          <p:cNvPr id="8" name="Picture 7">
            <a:extLst>
              <a:ext uri="{FF2B5EF4-FFF2-40B4-BE49-F238E27FC236}">
                <a16:creationId xmlns:a16="http://schemas.microsoft.com/office/drawing/2014/main" id="{65F2BD75-BF14-D6BB-A849-5105039A31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8009" y="3457566"/>
            <a:ext cx="3921581" cy="2766005"/>
          </a:xfrm>
          <a:prstGeom prst="rect">
            <a:avLst/>
          </a:prstGeom>
        </p:spPr>
      </p:pic>
      <p:sp>
        <p:nvSpPr>
          <p:cNvPr id="6" name="TextBox 5">
            <a:extLst>
              <a:ext uri="{FF2B5EF4-FFF2-40B4-BE49-F238E27FC236}">
                <a16:creationId xmlns:a16="http://schemas.microsoft.com/office/drawing/2014/main" id="{8825F97E-5CC0-14FE-7C20-179FC5482FD8}"/>
              </a:ext>
            </a:extLst>
          </p:cNvPr>
          <p:cNvSpPr txBox="1"/>
          <p:nvPr/>
        </p:nvSpPr>
        <p:spPr>
          <a:xfrm>
            <a:off x="7516393" y="6223571"/>
            <a:ext cx="3921581"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Domain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A85546E-ABCF-86CF-3FB5-2D171D755167}"/>
                  </a:ext>
                </a:extLst>
              </p:cNvPr>
              <p:cNvSpPr txBox="1"/>
              <p:nvPr/>
            </p:nvSpPr>
            <p:spPr>
              <a:xfrm>
                <a:off x="922375" y="1338145"/>
                <a:ext cx="10515599" cy="2386935"/>
              </a:xfrm>
              <a:prstGeom prst="rect">
                <a:avLst/>
              </a:prstGeom>
              <a:noFill/>
            </p:spPr>
            <p:txBody>
              <a:bodyPr wrap="square" rtlCol="0">
                <a:spAutoFit/>
              </a:bodyPr>
              <a:lstStyle/>
              <a:p>
                <a:pPr>
                  <a:lnSpc>
                    <a:spcPct val="120000"/>
                  </a:lnSpc>
                </a:pPr>
                <a:r>
                  <a:rPr lang="en-IN" sz="1600" b="0" dirty="0">
                    <a:latin typeface="Times New Roman" panose="02020603050405020304" pitchFamily="18" charset="0"/>
                    <a:ea typeface="Cambria Math" panose="02040503050406030204" pitchFamily="18" charset="0"/>
                    <a:cs typeface="Times New Roman" panose="02020603050405020304" pitchFamily="18" charset="0"/>
                  </a:rPr>
                  <a:t>2D Compressible Euler </a:t>
                </a:r>
                <a:r>
                  <a:rPr lang="en-IN" sz="1600" dirty="0">
                    <a:latin typeface="Times New Roman" panose="02020603050405020304" pitchFamily="18" charset="0"/>
                    <a:ea typeface="Cambria Math" panose="02040503050406030204" pitchFamily="18" charset="0"/>
                    <a:cs typeface="Times New Roman" panose="02020603050405020304" pitchFamily="18" charset="0"/>
                  </a:rPr>
                  <a:t>Eq.</a:t>
                </a:r>
              </a:p>
              <a:p>
                <a:pPr>
                  <a:lnSpc>
                    <a:spcPct val="120000"/>
                  </a:lnSpc>
                </a:pPr>
                <a:r>
                  <a:rPr lang="en-IN" sz="1600" b="0" dirty="0">
                    <a:latin typeface="Times New Roman" panose="02020603050405020304" pitchFamily="18" charset="0"/>
                    <a:ea typeface="Cambria Math" panose="02040503050406030204" pitchFamily="18" charset="0"/>
                    <a:cs typeface="Times New Roman" panose="02020603050405020304" pitchFamily="18" charset="0"/>
                  </a:rPr>
                  <a:t> </a:t>
                </a:r>
                <a:r>
                  <a:rPr lang="en-IN" sz="1600" dirty="0">
                    <a:cs typeface="Times New Roman" panose="02020603050405020304" pitchFamily="18" charset="0"/>
                  </a:rPr>
                  <a:t>		</a:t>
                </a:r>
                <a14:m>
                  <m:oMath xmlns:m="http://schemas.openxmlformats.org/officeDocument/2006/math">
                    <m:f>
                      <m:fPr>
                        <m:ctrlPr>
                          <a:rPr lang="en-IN" sz="1600" i="1" smtClean="0">
                            <a:latin typeface="Cambria Math" panose="02040503050406030204" pitchFamily="18" charset="0"/>
                            <a:cs typeface="Times New Roman" panose="02020603050405020304" pitchFamily="18" charset="0"/>
                          </a:rPr>
                        </m:ctrlPr>
                      </m:fPr>
                      <m:num>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num>
                      <m:den>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𝑡</m:t>
                        </m:r>
                      </m:den>
                    </m:f>
                    <m:r>
                      <a:rPr lang="en-IN" sz="1600" b="0" i="1" smtClean="0">
                        <a:latin typeface="Cambria Math" panose="02040503050406030204" pitchFamily="18" charset="0"/>
                        <a:cs typeface="Times New Roman" panose="02020603050405020304" pitchFamily="18" charset="0"/>
                      </a:rPr>
                      <m:t>+</m:t>
                    </m:r>
                    <m:r>
                      <m:rPr>
                        <m:sty m:val="p"/>
                      </m:rP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𝑮</m:t>
                    </m:r>
                    <m:d>
                      <m:dPr>
                        <m:ctrlPr>
                          <a:rPr lang="en-IN" sz="16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e>
                    </m:d>
                    <m:r>
                      <a:rPr lang="en-IN" sz="1600" b="0" i="1" smtClean="0">
                        <a:latin typeface="Cambria Math" panose="02040503050406030204" pitchFamily="18" charset="0"/>
                        <a:cs typeface="Times New Roman" panose="02020603050405020304" pitchFamily="18" charset="0"/>
                      </a:rPr>
                      <m:t>=0,      </m:t>
                    </m:r>
                    <m:d>
                      <m:dPr>
                        <m:ctrlPr>
                          <a:rPr lang="en-IN" sz="1600" b="0" i="1" smtClean="0">
                            <a:latin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cs typeface="Times New Roman" panose="02020603050405020304" pitchFamily="18" charset="0"/>
                          </a:rPr>
                          <m:t>𝑥</m:t>
                        </m:r>
                        <m:r>
                          <a:rPr lang="en-IN" sz="1600" b="0" i="1" smtClean="0">
                            <a:latin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cs typeface="Times New Roman" panose="02020603050405020304" pitchFamily="18" charset="0"/>
                          </a:rPr>
                          <m:t>𝑦</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l-GR" sz="1600" b="0" i="1" smtClean="0">
                        <a:latin typeface="Cambria Math" panose="02040503050406030204" pitchFamily="18" charset="0"/>
                        <a:ea typeface="Cambria Math" panose="02040503050406030204" pitchFamily="18" charset="0"/>
                        <a:cs typeface="Times New Roman" panose="02020603050405020304" pitchFamily="18" charset="0"/>
                      </a:rPr>
                      <m:t>Ω</m:t>
                    </m:r>
                    <m:r>
                      <a:rPr lang="en-IN" sz="1600" i="1">
                        <a:latin typeface="Cambria Math" panose="02040503050406030204" pitchFamily="18" charset="0"/>
                        <a:ea typeface="Cambria Math" panose="02040503050406030204" pitchFamily="18" charset="0"/>
                        <a:cs typeface="Times New Roman" panose="02020603050405020304" pitchFamily="18" charset="0"/>
                      </a:rPr>
                      <m:t>,  </m:t>
                    </m:r>
                    <m:r>
                      <a:rPr lang="en-IN" sz="1600" i="1">
                        <a:latin typeface="Cambria Math" panose="02040503050406030204" pitchFamily="18" charset="0"/>
                        <a:ea typeface="Cambria Math" panose="02040503050406030204" pitchFamily="18" charset="0"/>
                        <a:cs typeface="Times New Roman" panose="02020603050405020304" pitchFamily="18" charset="0"/>
                      </a:rPr>
                      <m:t>𝑡</m:t>
                    </m:r>
                    <m:r>
                      <a:rPr lang="en-IN" sz="1600"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0,</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𝑇</m:t>
                        </m:r>
                      </m:e>
                    </m:d>
                  </m:oMath>
                </a14:m>
                <a:endParaRPr lang="en-IN" sz="1600" b="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20000"/>
                  </a:lnSpc>
                </a:pPr>
                <a:r>
                  <a:rPr lang="en-IN" sz="1600" dirty="0">
                    <a:latin typeface="Times New Roman" panose="02020603050405020304" pitchFamily="18" charset="0"/>
                    <a:ea typeface="Cambria Math" panose="02040503050406030204" pitchFamily="18" charset="0"/>
                    <a:cs typeface="Times New Roman" panose="02020603050405020304" pitchFamily="18" charset="0"/>
                  </a:rPr>
                  <a:t>where, </a:t>
                </a:r>
                <a14:m>
                  <m:oMath xmlns:m="http://schemas.openxmlformats.org/officeDocument/2006/math">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mPr>
                          <m:mr>
                            <m:e>
                              <m:m>
                                <m:mPr>
                                  <m:mcs>
                                    <m:mc>
                                      <m:mcPr>
                                        <m:count m:val="1"/>
                                        <m:mcJc m:val="center"/>
                                      </m:mcPr>
                                    </m:mc>
                                  </m:mcs>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mPr>
                                <m:mr>
                                  <m:e>
                                    <m:r>
                                      <m:rPr>
                                        <m:brk m:alnAt="7"/>
                                      </m:rPr>
                                      <a:rPr lang="en-IN" sz="1600" i="1">
                                        <a:latin typeface="Cambria Math" panose="02040503050406030204" pitchFamily="18" charset="0"/>
                                        <a:ea typeface="Cambria Math" panose="02040503050406030204" pitchFamily="18" charset="0"/>
                                        <a:cs typeface="Times New Roman" panose="02020603050405020304" pitchFamily="18" charset="0"/>
                                      </a:rPr>
                                      <m:t>𝜌</m:t>
                                    </m:r>
                                  </m:e>
                                </m:mr>
                                <m:m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mr>
                              </m:m>
                            </m:e>
                          </m:mr>
                          <m:m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𝑣</m:t>
                              </m:r>
                            </m:e>
                          </m:mr>
                          <m:m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𝐸</m:t>
                              </m:r>
                            </m:e>
                          </m:mr>
                        </m:m>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 </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𝑮</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𝐺</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sub>
                        </m:s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𝐺</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sub>
                        </m:sSub>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ea typeface="Cambria Math" panose="02040503050406030204" pitchFamily="18" charset="0"/>
                    <a:cs typeface="Times New Roman" panose="02020603050405020304" pitchFamily="18" charset="0"/>
                  </a:rPr>
                  <a:t> with </a:t>
                </a:r>
                <a14:m>
                  <m:oMath xmlns:m="http://schemas.openxmlformats.org/officeDocument/2006/math">
                    <m:sSub>
                      <m:sSubPr>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𝐺</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sub>
                    </m:sSub>
                    <m:d>
                      <m:d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mPr>
                          <m:mr>
                            <m:e>
                              <m:m>
                                <m:mPr>
                                  <m:mcs>
                                    <m:mc>
                                      <m:mcPr>
                                        <m:count m:val="1"/>
                                        <m:mcJc m:val="center"/>
                                      </m:mcPr>
                                    </m:mc>
                                  </m:mcs>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mPr>
                                <m:mr>
                                  <m:e>
                                    <m:r>
                                      <m:rPr>
                                        <m:brk m:alnAt="7"/>
                                      </m:rP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mr>
                                <m:m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sSup>
                                      <m:sSup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e>
                                      <m:sup>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e>
                                </m:mr>
                              </m:m>
                            </m:e>
                          </m:mr>
                          <m:m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𝑢𝑣</m:t>
                              </m:r>
                            </m:e>
                          </m:mr>
                          <m:m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𝑢𝐸</m:t>
                              </m:r>
                            </m:e>
                          </m:mr>
                        </m:m>
                      </m:e>
                    </m:d>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𝐺</m:t>
                        </m:r>
                      </m:e>
                      <m:sub>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sub>
                    </m:sSub>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𝑼</m:t>
                        </m:r>
                      </m:e>
                    </m:d>
                    <m:r>
                      <a:rPr lang="en-IN" sz="1600" i="1">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en-IN" sz="1600" i="1">
                                <a:latin typeface="Cambria Math" panose="02040503050406030204" pitchFamily="18" charset="0"/>
                                <a:ea typeface="Cambria Math" panose="02040503050406030204" pitchFamily="18" charset="0"/>
                                <a:cs typeface="Times New Roman" panose="02020603050405020304" pitchFamily="18" charset="0"/>
                              </a:rPr>
                            </m:ctrlPr>
                          </m:mPr>
                          <m:mr>
                            <m:e>
                              <m:m>
                                <m:mPr>
                                  <m:mcs>
                                    <m:mc>
                                      <m:mcPr>
                                        <m:count m:val="1"/>
                                        <m:mcJc m:val="center"/>
                                      </m:mcPr>
                                    </m:mc>
                                  </m:mcs>
                                  <m:ctrlPr>
                                    <a:rPr lang="en-IN" sz="1600" i="1">
                                      <a:latin typeface="Cambria Math" panose="02040503050406030204" pitchFamily="18" charset="0"/>
                                      <a:ea typeface="Cambria Math" panose="02040503050406030204" pitchFamily="18" charset="0"/>
                                      <a:cs typeface="Times New Roman" panose="02020603050405020304" pitchFamily="18" charset="0"/>
                                    </a:rPr>
                                  </m:ctrlPr>
                                </m:mPr>
                                <m:mr>
                                  <m:e>
                                    <m:r>
                                      <m:rPr>
                                        <m:brk m:alnAt="7"/>
                                      </m:rPr>
                                      <a:rPr lang="en-IN" sz="1600" i="1" smtClean="0">
                                        <a:latin typeface="Cambria Math" panose="02040503050406030204" pitchFamily="18" charset="0"/>
                                        <a:ea typeface="Cambria Math" panose="02040503050406030204" pitchFamily="18" charset="0"/>
                                        <a:cs typeface="Times New Roman" panose="02020603050405020304" pitchFamily="18" charset="0"/>
                                      </a:rPr>
                                      <m:t>𝜌</m:t>
                                    </m:r>
                                  </m:e>
                                </m:mr>
                                <m:mr>
                                  <m:e>
                                    <m:r>
                                      <a:rPr lang="en-IN" sz="160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𝑢𝑣</m:t>
                                    </m:r>
                                  </m:e>
                                </m:mr>
                              </m:m>
                            </m:e>
                          </m:mr>
                          <m:m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sSup>
                                <m:sSup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𝑣</m:t>
                                  </m:r>
                                </m:e>
                                <m:sup>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e>
                          </m:mr>
                          <m:m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𝑝𝑣</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𝑣𝐸</m:t>
                              </m:r>
                            </m:e>
                          </m:mr>
                        </m:m>
                      </m:e>
                    </m:d>
                  </m:oMath>
                </a14:m>
                <a:endParaRPr lang="en-IN" sz="1600" dirty="0">
                  <a:latin typeface="Times New Roman" panose="02020603050405020304" pitchFamily="18" charset="0"/>
                  <a:ea typeface="Cambria Math" panose="02040503050406030204" pitchFamily="18" charset="0"/>
                  <a:cs typeface="Times New Roman" panose="02020603050405020304" pitchFamily="18" charset="0"/>
                </a:endParaRPr>
              </a:p>
              <a:p>
                <a:pPr>
                  <a:lnSpc>
                    <a:spcPct val="120000"/>
                  </a:lnSpc>
                </a:pPr>
                <a14:m>
                  <m:oMath xmlns:m="http://schemas.openxmlformats.org/officeDocument/2006/math">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𝑝</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𝛾</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d>
                      <m:d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𝐸</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IN" sz="1600" b="0" i="1" smtClean="0">
                                <a:latin typeface="Cambria Math" panose="02040503050406030204" pitchFamily="18" charset="0"/>
                                <a:ea typeface="Cambria Math" panose="02040503050406030204" pitchFamily="18" charset="0"/>
                                <a:cs typeface="Times New Roman" panose="02020603050405020304" pitchFamily="18" charset="0"/>
                              </a:rPr>
                              <m:t>1</m:t>
                            </m:r>
                          </m:num>
                          <m:den>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den>
                        </m:f>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𝜌</m:t>
                        </m:r>
                        <m:sSup>
                          <m:sSup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𝒖</m:t>
                                </m:r>
                              </m:e>
                            </m:d>
                          </m:e>
                          <m:sup>
                            <m:r>
                              <a:rPr lang="en-IN" sz="1600" b="0" i="1" smtClean="0">
                                <a:latin typeface="Cambria Math" panose="02040503050406030204" pitchFamily="18" charset="0"/>
                                <a:ea typeface="Cambria Math" panose="02040503050406030204" pitchFamily="18" charset="0"/>
                                <a:cs typeface="Times New Roman" panose="02020603050405020304" pitchFamily="18" charset="0"/>
                              </a:rPr>
                              <m:t>2</m:t>
                            </m:r>
                          </m:sup>
                        </m:sSup>
                      </m:e>
                    </m:d>
                  </m:oMath>
                </a14:m>
                <a:r>
                  <a:rPr lang="en-IN" sz="1600" b="0" dirty="0">
                    <a:latin typeface="Times New Roman" panose="02020603050405020304" pitchFamily="18" charset="0"/>
                    <a:ea typeface="Cambria Math" panose="02040503050406030204" pitchFamily="18" charset="0"/>
                    <a:cs typeface="Times New Roman" panose="02020603050405020304" pitchFamily="18" charset="0"/>
                  </a:rPr>
                  <a:t> </a:t>
                </a:r>
                <a:r>
                  <a:rPr lang="en-IN" sz="1600" dirty="0">
                    <a:latin typeface="Times New Roman" panose="02020603050405020304" pitchFamily="18" charset="0"/>
                    <a:ea typeface="Cambria Math" panose="02040503050406030204" pitchFamily="18" charset="0"/>
                    <a:cs typeface="Times New Roman" panose="02020603050405020304" pitchFamily="18" charset="0"/>
                  </a:rPr>
                  <a:t>	where </a:t>
                </a:r>
                <a14:m>
                  <m:oMath xmlns:m="http://schemas.openxmlformats.org/officeDocument/2006/math">
                    <m:r>
                      <a:rPr lang="en-IN" sz="1600" i="1" smtClean="0">
                        <a:latin typeface="Cambria Math" panose="02040503050406030204" pitchFamily="18" charset="0"/>
                        <a:ea typeface="Cambria Math" panose="02040503050406030204" pitchFamily="18" charset="0"/>
                        <a:cs typeface="Times New Roman" panose="02020603050405020304" pitchFamily="18" charset="0"/>
                      </a:rPr>
                      <m:t>𝛾</m:t>
                    </m:r>
                  </m:oMath>
                </a14:m>
                <a:r>
                  <a:rPr lang="en-IN" sz="1600" b="0" dirty="0">
                    <a:latin typeface="Times New Roman" panose="02020603050405020304" pitchFamily="18" charset="0"/>
                    <a:ea typeface="Cambria Math" panose="02040503050406030204" pitchFamily="18" charset="0"/>
                    <a:cs typeface="Times New Roman" panose="02020603050405020304" pitchFamily="18" charset="0"/>
                  </a:rPr>
                  <a:t> is ratio of specific heats, and </a:t>
                </a:r>
                <a14:m>
                  <m:oMath xmlns:m="http://schemas.openxmlformats.org/officeDocument/2006/math">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𝒖</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𝑢</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𝑣</m:t>
                        </m:r>
                      </m:e>
                    </m:d>
                  </m:oMath>
                </a14:m>
                <a:endParaRPr lang="en-IN" sz="1600" b="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5A85546E-ABCF-86CF-3FB5-2D171D755167}"/>
                  </a:ext>
                </a:extLst>
              </p:cNvPr>
              <p:cNvSpPr txBox="1">
                <a:spLocks noRot="1" noChangeAspect="1" noMove="1" noResize="1" noEditPoints="1" noAdjustHandles="1" noChangeArrowheads="1" noChangeShapeType="1" noTextEdit="1"/>
              </p:cNvSpPr>
              <p:nvPr/>
            </p:nvSpPr>
            <p:spPr>
              <a:xfrm>
                <a:off x="922375" y="1338145"/>
                <a:ext cx="10515599" cy="2386935"/>
              </a:xfrm>
              <a:prstGeom prst="rect">
                <a:avLst/>
              </a:prstGeom>
              <a:blipFill>
                <a:blip r:embed="rId5"/>
                <a:stretch>
                  <a:fillRect l="-2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C750581-BF61-CE19-FAEC-3D5A6714C33D}"/>
                  </a:ext>
                </a:extLst>
              </p:cNvPr>
              <p:cNvSpPr txBox="1"/>
              <p:nvPr/>
            </p:nvSpPr>
            <p:spPr>
              <a:xfrm>
                <a:off x="922378" y="3717076"/>
                <a:ext cx="6594015" cy="3140924"/>
              </a:xfrm>
              <a:prstGeom prst="rect">
                <a:avLst/>
              </a:prstGeom>
              <a:noFill/>
            </p:spPr>
            <p:txBody>
              <a:bodyPr wrap="square">
                <a:spAutoFit/>
              </a:bodyPr>
              <a:lstStyle/>
              <a:p>
                <a:pPr>
                  <a:lnSpc>
                    <a:spcPct val="120000"/>
                  </a:lnSpc>
                </a:pPr>
                <a:r>
                  <a:rPr lang="en-IN" sz="1600" u="sng" dirty="0">
                    <a:latin typeface="Times New Roman" panose="02020603050405020304" pitchFamily="18" charset="0"/>
                    <a:cs typeface="Times New Roman" panose="02020603050405020304" pitchFamily="18" charset="0"/>
                  </a:rPr>
                  <a:t>Residual</a:t>
                </a:r>
              </a:p>
              <a:p>
                <a:pPr>
                  <a:lnSpc>
                    <a:spcPct val="120000"/>
                  </a:lnSpc>
                </a:pPr>
                <a14:m>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𝑓</m:t>
                        </m:r>
                      </m:e>
                      <m:sub>
                        <m:r>
                          <a:rPr lang="en-IN" sz="1600" b="0" i="1" smtClean="0">
                            <a:latin typeface="Cambria Math" panose="02040503050406030204" pitchFamily="18" charset="0"/>
                            <a:cs typeface="Times New Roman" panose="02020603050405020304" pitchFamily="18" charset="0"/>
                          </a:rPr>
                          <m:t>1</m:t>
                        </m:r>
                      </m:sub>
                    </m:sSub>
                    <m:r>
                      <a:rPr lang="en-IN" sz="1600" b="0" i="1" smtClean="0">
                        <a:latin typeface="Cambria Math" panose="02040503050406030204" pitchFamily="18" charset="0"/>
                        <a:cs typeface="Times New Roman" panose="02020603050405020304" pitchFamily="18" charset="0"/>
                      </a:rPr>
                      <m:t>=</m:t>
                    </m:r>
                    <m:r>
                      <m:rPr>
                        <m:sty m:val="p"/>
                      </m:rP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b="1" i="1" smtClean="0">
                        <a:latin typeface="Cambria Math" panose="02040503050406030204" pitchFamily="18" charset="0"/>
                        <a:ea typeface="Cambria Math" panose="02040503050406030204" pitchFamily="18" charset="0"/>
                        <a:cs typeface="Times New Roman" panose="02020603050405020304" pitchFamily="18" charset="0"/>
                      </a:rPr>
                      <m:t>𝑮</m:t>
                    </m:r>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600" b="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𝑼</m:t>
                        </m:r>
                      </m:e>
                    </m:acc>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600" i="1">
                        <a:latin typeface="Cambria Math" panose="02040503050406030204" pitchFamily="18" charset="0"/>
                        <a:cs typeface="Times New Roman" panose="02020603050405020304" pitchFamily="18" charset="0"/>
                      </a:rPr>
                      <m:t>0</m:t>
                    </m:r>
                  </m:oMath>
                </a14:m>
                <a:r>
                  <a:rPr lang="en-IN" sz="1600" b="0" dirty="0">
                    <a:latin typeface="Times New Roman" panose="02020603050405020304" pitchFamily="18" charset="0"/>
                    <a:cs typeface="Times New Roman" panose="02020603050405020304" pitchFamily="18" charset="0"/>
                  </a:rPr>
                  <a:t> 			</a:t>
                </a:r>
                <a:r>
                  <a:rPr lang="en-IN" sz="1600" dirty="0"/>
                  <a:t> </a:t>
                </a:r>
                <a14:m>
                  <m:oMath xmlns:m="http://schemas.openxmlformats.org/officeDocument/2006/math">
                    <m:sSub>
                      <m:sSubPr>
                        <m:ctrlPr>
                          <a:rPr lang="en-IN" sz="1600" i="1">
                            <a:latin typeface="Cambria Math" panose="02040503050406030204" pitchFamily="18" charset="0"/>
                          </a:rPr>
                        </m:ctrlPr>
                      </m:sSubPr>
                      <m:e>
                        <m:r>
                          <a:rPr lang="en-IN" sz="1600" i="1">
                            <a:latin typeface="Cambria Math" panose="02040503050406030204" pitchFamily="18" charset="0"/>
                          </a:rPr>
                          <m:t>𝑓</m:t>
                        </m:r>
                      </m:e>
                      <m:sub>
                        <m:r>
                          <a:rPr lang="en-IN" sz="1600" i="1">
                            <a:latin typeface="Cambria Math" panose="02040503050406030204" pitchFamily="18" charset="0"/>
                          </a:rPr>
                          <m:t>3</m:t>
                        </m:r>
                      </m:sub>
                    </m:sSub>
                    <m:r>
                      <a:rPr lang="en-IN" sz="1600" i="1">
                        <a:latin typeface="Cambria Math" panose="02040503050406030204" pitchFamily="18" charset="0"/>
                      </a:rPr>
                      <m:t>=</m:t>
                    </m:r>
                    <m:sSub>
                      <m:sSubPr>
                        <m:ctrlPr>
                          <a:rPr lang="en-IN" sz="1600" i="1">
                            <a:latin typeface="Cambria Math" panose="02040503050406030204" pitchFamily="18" charset="0"/>
                          </a:rPr>
                        </m:ctrlPr>
                      </m:sSubPr>
                      <m:e>
                        <m:acc>
                          <m:accPr>
                            <m:chr m:val="̂"/>
                            <m:ctrlPr>
                              <a:rPr lang="en-IN" sz="1600" i="1">
                                <a:latin typeface="Cambria Math" panose="02040503050406030204" pitchFamily="18" charset="0"/>
                              </a:rPr>
                            </m:ctrlPr>
                          </m:accPr>
                          <m:e>
                            <m:r>
                              <a:rPr lang="en-IN" sz="1600" b="1" i="1">
                                <a:latin typeface="Cambria Math" panose="02040503050406030204" pitchFamily="18" charset="0"/>
                              </a:rPr>
                              <m:t>𝒖</m:t>
                            </m:r>
                          </m:e>
                        </m:acc>
                      </m:e>
                      <m:sub>
                        <m:r>
                          <a:rPr lang="en-IN" sz="1600" i="1">
                            <a:latin typeface="Cambria Math" panose="02040503050406030204" pitchFamily="18" charset="0"/>
                          </a:rPr>
                          <m:t>𝐼𝑛𝑓𝑙𝑜𝑤</m:t>
                        </m:r>
                      </m:sub>
                    </m:sSub>
                    <m:r>
                      <a:rPr lang="en-IN" sz="1600" i="1">
                        <a:latin typeface="Cambria Math" panose="02040503050406030204" pitchFamily="18" charset="0"/>
                      </a:rPr>
                      <m:t>−</m:t>
                    </m:r>
                    <m:sSub>
                      <m:sSubPr>
                        <m:ctrlPr>
                          <a:rPr lang="en-IN" sz="1600" i="1">
                            <a:latin typeface="Cambria Math" panose="02040503050406030204" pitchFamily="18" charset="0"/>
                          </a:rPr>
                        </m:ctrlPr>
                      </m:sSubPr>
                      <m:e>
                        <m:r>
                          <a:rPr lang="en-IN" sz="1600" b="1" i="1">
                            <a:latin typeface="Cambria Math" panose="02040503050406030204" pitchFamily="18" charset="0"/>
                          </a:rPr>
                          <m:t>𝒖</m:t>
                        </m:r>
                      </m:e>
                      <m:sub>
                        <m:r>
                          <a:rPr lang="en-IN" sz="1600" i="1">
                            <a:latin typeface="Cambria Math" panose="02040503050406030204" pitchFamily="18" charset="0"/>
                          </a:rPr>
                          <m:t>𝐼𝑛𝑓𝑙𝑜𝑤</m:t>
                        </m:r>
                      </m:sub>
                    </m:sSub>
                  </m:oMath>
                </a14:m>
                <a:endParaRPr lang="en-IN" sz="1600" b="0" dirty="0">
                  <a:latin typeface="Times New Roman" panose="02020603050405020304" pitchFamily="18" charset="0"/>
                  <a:cs typeface="Times New Roman" panose="02020603050405020304" pitchFamily="18" charset="0"/>
                </a:endParaRPr>
              </a:p>
              <a:p>
                <a:pPr>
                  <a:lnSpc>
                    <a:spcPct val="120000"/>
                  </a:lnSpc>
                </a:pPr>
                <a14:m>
                  <m:oMath xmlns:m="http://schemas.openxmlformats.org/officeDocument/2006/math">
                    <m:sSub>
                      <m:sSubPr>
                        <m:ctrlPr>
                          <a:rPr lang="en-IN" sz="1600" i="1" smtClean="0">
                            <a:latin typeface="Cambria Math" panose="02040503050406030204" pitchFamily="18" charset="0"/>
                            <a:cs typeface="Times New Roman" panose="02020603050405020304" pitchFamily="18" charset="0"/>
                          </a:rPr>
                        </m:ctrlPr>
                      </m:sSubPr>
                      <m:e>
                        <m:r>
                          <a:rPr lang="en-IN" sz="1600" b="0" i="1" smtClean="0">
                            <a:latin typeface="Cambria Math" panose="02040503050406030204" pitchFamily="18" charset="0"/>
                            <a:cs typeface="Times New Roman" panose="02020603050405020304" pitchFamily="18" charset="0"/>
                          </a:rPr>
                          <m:t>𝑓</m:t>
                        </m:r>
                      </m:e>
                      <m:sub>
                        <m:r>
                          <a:rPr lang="en-IN" sz="1600" b="0" i="1" smtClean="0">
                            <a:latin typeface="Cambria Math" panose="02040503050406030204" pitchFamily="18" charset="0"/>
                            <a:cs typeface="Times New Roman" panose="02020603050405020304" pitchFamily="18" charset="0"/>
                          </a:rPr>
                          <m:t>2</m:t>
                        </m:r>
                      </m:sub>
                    </m:sSub>
                    <m:r>
                      <a:rPr lang="en-IN" sz="1600" b="0" i="1" smtClean="0">
                        <a:latin typeface="Cambria Math" panose="02040503050406030204" pitchFamily="18" charset="0"/>
                        <a:cs typeface="Times New Roman" panose="02020603050405020304" pitchFamily="18" charset="0"/>
                      </a:rPr>
                      <m:t>=</m:t>
                    </m:r>
                    <m:acc>
                      <m:accPr>
                        <m:chr m:val="̂"/>
                        <m:ctrlPr>
                          <a:rPr lang="en-IN" sz="1600" b="0" i="1" smtClean="0">
                            <a:latin typeface="Cambria Math" panose="02040503050406030204" pitchFamily="18" charset="0"/>
                            <a:cs typeface="Times New Roman" panose="02020603050405020304" pitchFamily="18" charset="0"/>
                          </a:rPr>
                        </m:ctrlPr>
                      </m:accPr>
                      <m:e>
                        <m:r>
                          <a:rPr lang="en-IN" sz="1600" i="1">
                            <a:latin typeface="Cambria Math" panose="02040503050406030204" pitchFamily="18" charset="0"/>
                            <a:ea typeface="Cambria Math" panose="02040503050406030204" pitchFamily="18" charset="0"/>
                            <a:cs typeface="Times New Roman" panose="02020603050405020304" pitchFamily="18" charset="0"/>
                          </a:rPr>
                          <m:t>𝑝</m:t>
                        </m:r>
                      </m:e>
                    </m:acc>
                    <m:r>
                      <a:rPr lang="en-IN" sz="1600" b="0" i="1" smtClean="0">
                        <a:latin typeface="Cambria Math" panose="02040503050406030204" pitchFamily="18" charset="0"/>
                        <a:ea typeface="Cambria Math" panose="02040503050406030204" pitchFamily="18" charset="0"/>
                        <a:cs typeface="Times New Roman" panose="02020603050405020304" pitchFamily="18" charset="0"/>
                      </a:rPr>
                      <m:t>−</m:t>
                    </m:r>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r>
                          <a:rPr lang="en-IN" sz="1600" i="1">
                            <a:latin typeface="Cambria Math" panose="02040503050406030204" pitchFamily="18" charset="0"/>
                            <a:ea typeface="Cambria Math" panose="02040503050406030204" pitchFamily="18" charset="0"/>
                            <a:cs typeface="Times New Roman" panose="02020603050405020304" pitchFamily="18" charset="0"/>
                          </a:rPr>
                          <m:t>𝛾</m:t>
                        </m:r>
                        <m:r>
                          <a:rPr lang="en-IN" sz="1600" i="1">
                            <a:latin typeface="Cambria Math" panose="02040503050406030204" pitchFamily="18" charset="0"/>
                            <a:ea typeface="Cambria Math" panose="02040503050406030204" pitchFamily="18" charset="0"/>
                            <a:cs typeface="Times New Roman" panose="02020603050405020304" pitchFamily="18" charset="0"/>
                          </a:rPr>
                          <m:t>−1</m:t>
                        </m:r>
                      </m:e>
                    </m:d>
                    <m:d>
                      <m:d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i="1">
                                <a:latin typeface="Cambria Math" panose="02040503050406030204" pitchFamily="18" charset="0"/>
                                <a:ea typeface="Cambria Math" panose="02040503050406030204" pitchFamily="18" charset="0"/>
                                <a:cs typeface="Times New Roman" panose="02020603050405020304" pitchFamily="18" charset="0"/>
                              </a:rPr>
                              <m:t>𝜌</m:t>
                            </m:r>
                          </m:e>
                        </m:acc>
                        <m:r>
                          <a:rPr lang="en-IN" sz="1600" i="1">
                            <a:latin typeface="Cambria Math" panose="02040503050406030204" pitchFamily="18" charset="0"/>
                            <a:ea typeface="Cambria Math" panose="02040503050406030204" pitchFamily="18" charset="0"/>
                            <a:cs typeface="Times New Roman" panose="02020603050405020304" pitchFamily="18" charset="0"/>
                          </a:rPr>
                          <m:t>𝐸</m:t>
                        </m:r>
                        <m:r>
                          <a:rPr lang="en-IN" sz="1600" i="1">
                            <a:latin typeface="Cambria Math" panose="02040503050406030204" pitchFamily="18" charset="0"/>
                            <a:ea typeface="Cambria Math" panose="02040503050406030204" pitchFamily="18" charset="0"/>
                            <a:cs typeface="Times New Roman" panose="02020603050405020304" pitchFamily="18" charset="0"/>
                          </a:rPr>
                          <m:t>−</m:t>
                        </m:r>
                        <m:f>
                          <m:f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fPr>
                          <m:num>
                            <m:r>
                              <a:rPr lang="en-IN" sz="1600" i="1">
                                <a:latin typeface="Cambria Math" panose="02040503050406030204" pitchFamily="18" charset="0"/>
                                <a:ea typeface="Cambria Math" panose="02040503050406030204" pitchFamily="18" charset="0"/>
                                <a:cs typeface="Times New Roman" panose="02020603050405020304" pitchFamily="18" charset="0"/>
                              </a:rPr>
                              <m:t>1</m:t>
                            </m:r>
                          </m:num>
                          <m:den>
                            <m:r>
                              <a:rPr lang="en-IN" sz="1600" i="1">
                                <a:latin typeface="Cambria Math" panose="02040503050406030204" pitchFamily="18" charset="0"/>
                                <a:ea typeface="Cambria Math" panose="02040503050406030204" pitchFamily="18" charset="0"/>
                                <a:cs typeface="Times New Roman" panose="02020603050405020304" pitchFamily="18" charset="0"/>
                              </a:rPr>
                              <m:t>2</m:t>
                            </m:r>
                          </m:den>
                        </m:f>
                        <m:acc>
                          <m:accPr>
                            <m:chr m:val="̂"/>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i="1">
                                <a:latin typeface="Cambria Math" panose="02040503050406030204" pitchFamily="18" charset="0"/>
                                <a:ea typeface="Cambria Math" panose="02040503050406030204" pitchFamily="18" charset="0"/>
                                <a:cs typeface="Times New Roman" panose="02020603050405020304" pitchFamily="18" charset="0"/>
                              </a:rPr>
                              <m:t>𝜌</m:t>
                            </m:r>
                          </m:e>
                        </m:acc>
                        <m:sSup>
                          <m:sSupPr>
                            <m:ctrlPr>
                              <a:rPr lang="en-IN" sz="1600" i="1">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en-IN" sz="1600" i="1">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en-IN" sz="1600" i="1" smtClean="0">
                                        <a:latin typeface="Cambria Math" panose="02040503050406030204" pitchFamily="18" charset="0"/>
                                        <a:ea typeface="Cambria Math" panose="02040503050406030204" pitchFamily="18" charset="0"/>
                                        <a:cs typeface="Times New Roman" panose="02020603050405020304" pitchFamily="18" charset="0"/>
                                      </a:rPr>
                                    </m:ctrlPr>
                                  </m:accPr>
                                  <m:e>
                                    <m:r>
                                      <a:rPr lang="en-IN" sz="1600" b="1" i="1">
                                        <a:latin typeface="Cambria Math" panose="02040503050406030204" pitchFamily="18" charset="0"/>
                                        <a:ea typeface="Cambria Math" panose="02040503050406030204" pitchFamily="18" charset="0"/>
                                        <a:cs typeface="Times New Roman" panose="02020603050405020304" pitchFamily="18" charset="0"/>
                                      </a:rPr>
                                      <m:t>𝒖</m:t>
                                    </m:r>
                                  </m:e>
                                </m:acc>
                              </m:e>
                            </m:d>
                          </m:e>
                          <m:sup>
                            <m:r>
                              <a:rPr lang="en-IN" sz="1600" i="1">
                                <a:latin typeface="Cambria Math" panose="02040503050406030204" pitchFamily="18" charset="0"/>
                                <a:ea typeface="Cambria Math" panose="02040503050406030204" pitchFamily="18" charset="0"/>
                                <a:cs typeface="Times New Roman" panose="02020603050405020304" pitchFamily="18" charset="0"/>
                              </a:rPr>
                              <m:t>2</m:t>
                            </m:r>
                          </m:sup>
                        </m:sSup>
                      </m:e>
                    </m:d>
                  </m:oMath>
                </a14:m>
                <a:r>
                  <a:rPr lang="en-IN" sz="1600" dirty="0"/>
                  <a:t> 	 </a:t>
                </a:r>
                <a14:m>
                  <m:oMath xmlns:m="http://schemas.openxmlformats.org/officeDocument/2006/math">
                    <m:sSub>
                      <m:sSubPr>
                        <m:ctrlPr>
                          <a:rPr lang="en-IN" sz="1600" i="1">
                            <a:latin typeface="Cambria Math" panose="02040503050406030204" pitchFamily="18" charset="0"/>
                          </a:rPr>
                        </m:ctrlPr>
                      </m:sSubPr>
                      <m:e>
                        <m:r>
                          <a:rPr lang="en-IN" sz="1600" i="1">
                            <a:latin typeface="Cambria Math" panose="02040503050406030204" pitchFamily="18" charset="0"/>
                          </a:rPr>
                          <m:t>𝑓</m:t>
                        </m:r>
                      </m:e>
                      <m:sub>
                        <m:r>
                          <a:rPr lang="en-IN" sz="1600" b="0" i="1" smtClean="0">
                            <a:latin typeface="Cambria Math" panose="02040503050406030204" pitchFamily="18" charset="0"/>
                          </a:rPr>
                          <m:t>4</m:t>
                        </m:r>
                      </m:sub>
                    </m:sSub>
                    <m:r>
                      <a:rPr lang="en-IN" sz="1600" i="1">
                        <a:latin typeface="Cambria Math" panose="02040503050406030204" pitchFamily="18" charset="0"/>
                      </a:rPr>
                      <m:t>=</m:t>
                    </m:r>
                    <m:sSub>
                      <m:sSubPr>
                        <m:ctrlPr>
                          <a:rPr lang="en-IN" sz="1600" i="1">
                            <a:latin typeface="Cambria Math" panose="02040503050406030204" pitchFamily="18" charset="0"/>
                          </a:rPr>
                        </m:ctrlPr>
                      </m:sSubPr>
                      <m:e>
                        <m:acc>
                          <m:accPr>
                            <m:chr m:val="̂"/>
                            <m:ctrlPr>
                              <a:rPr lang="en-IN" sz="1600" i="1">
                                <a:latin typeface="Cambria Math" panose="02040503050406030204" pitchFamily="18" charset="0"/>
                              </a:rPr>
                            </m:ctrlPr>
                          </m:accPr>
                          <m:e>
                            <m:r>
                              <a:rPr lang="en-IN" sz="1600" b="1" i="1">
                                <a:latin typeface="Cambria Math" panose="02040503050406030204" pitchFamily="18" charset="0"/>
                              </a:rPr>
                              <m:t>𝒖</m:t>
                            </m:r>
                          </m:e>
                        </m:acc>
                      </m:e>
                      <m:sub>
                        <m:r>
                          <m:rPr>
                            <m:sty m:val="p"/>
                          </m:rPr>
                          <a:rPr lang="en-IN" sz="1600" b="1" i="1" smtClean="0">
                            <a:latin typeface="Cambria Math" panose="02040503050406030204" pitchFamily="18" charset="0"/>
                            <a:ea typeface="Cambria Math" panose="02040503050406030204" pitchFamily="18" charset="0"/>
                          </a:rPr>
                          <m:t>∇</m:t>
                        </m:r>
                        <m:r>
                          <a:rPr lang="en-IN" sz="1600" b="1" i="1" smtClean="0">
                            <a:latin typeface="Cambria Math" panose="02040503050406030204" pitchFamily="18" charset="0"/>
                            <a:ea typeface="Cambria Math" panose="02040503050406030204" pitchFamily="18" charset="0"/>
                          </a:rPr>
                          <m:t>𝜌</m:t>
                        </m:r>
                      </m:sub>
                    </m:sSub>
                    <m:r>
                      <a:rPr lang="en-IN" sz="1600" i="1">
                        <a:latin typeface="Cambria Math" panose="02040503050406030204" pitchFamily="18" charset="0"/>
                      </a:rPr>
                      <m:t>−</m:t>
                    </m:r>
                    <m:sSub>
                      <m:sSubPr>
                        <m:ctrlPr>
                          <a:rPr lang="en-IN" sz="1600" i="1">
                            <a:latin typeface="Cambria Math" panose="02040503050406030204" pitchFamily="18" charset="0"/>
                          </a:rPr>
                        </m:ctrlPr>
                      </m:sSubPr>
                      <m:e>
                        <m:r>
                          <a:rPr lang="en-IN" sz="1600" b="1" i="1">
                            <a:latin typeface="Cambria Math" panose="02040503050406030204" pitchFamily="18" charset="0"/>
                          </a:rPr>
                          <m:t>𝒖</m:t>
                        </m:r>
                      </m:e>
                      <m:sub>
                        <m:r>
                          <m:rPr>
                            <m:sty m:val="p"/>
                          </m:rPr>
                          <a:rPr lang="en-IN" sz="1600" b="1" i="1">
                            <a:latin typeface="Cambria Math" panose="02040503050406030204" pitchFamily="18" charset="0"/>
                            <a:ea typeface="Cambria Math" panose="02040503050406030204" pitchFamily="18" charset="0"/>
                          </a:rPr>
                          <m:t>∇</m:t>
                        </m:r>
                        <m:r>
                          <a:rPr lang="en-IN" sz="1600" b="1" i="1">
                            <a:latin typeface="Cambria Math" panose="02040503050406030204" pitchFamily="18" charset="0"/>
                            <a:ea typeface="Cambria Math" panose="02040503050406030204" pitchFamily="18" charset="0"/>
                          </a:rPr>
                          <m:t>𝜌</m:t>
                        </m:r>
                      </m:sub>
                    </m:sSub>
                  </m:oMath>
                </a14:m>
                <a:endParaRPr lang="en-IN" sz="1600" dirty="0"/>
              </a:p>
              <a:p>
                <a:pPr>
                  <a:lnSpc>
                    <a:spcPct val="120000"/>
                  </a:lnSpc>
                </a:pPr>
                <a:r>
                  <a:rPr lang="en-IN" sz="1600" u="sng" dirty="0">
                    <a:solidFill>
                      <a:srgbClr val="FF0000"/>
                    </a:solidFill>
                    <a:latin typeface="Times New Roman" panose="02020603050405020304" pitchFamily="18" charset="0"/>
                    <a:cs typeface="Times New Roman" panose="02020603050405020304" pitchFamily="18" charset="0"/>
                  </a:rPr>
                  <a:t>Entropy Condition</a:t>
                </a:r>
              </a:p>
              <a:p>
                <a:pPr algn="ctr">
                  <a:lnSpc>
                    <a:spcPct val="120000"/>
                  </a:lnSpc>
                </a:pPr>
                <a14:m>
                  <m:oMath xmlns:m="http://schemas.openxmlformats.org/officeDocument/2006/math">
                    <m:sSup>
                      <m:sSupPr>
                        <m:ctrlPr>
                          <a:rPr lang="en-IN" sz="1600" i="1" smtClean="0">
                            <a:latin typeface="Cambria Math" panose="02040503050406030204" pitchFamily="18" charset="0"/>
                          </a:rPr>
                        </m:ctrlPr>
                      </m:sSupPr>
                      <m:e>
                        <m:r>
                          <a:rPr lang="en-IN" sz="1600" i="1" smtClean="0">
                            <a:latin typeface="Cambria Math" panose="02040503050406030204" pitchFamily="18" charset="0"/>
                            <a:ea typeface="Cambria Math" panose="02040503050406030204" pitchFamily="18" charset="0"/>
                          </a:rPr>
                          <m:t>𝜂</m:t>
                        </m:r>
                      </m:e>
                      <m:sup>
                        <m:r>
                          <a:rPr lang="en-IN" sz="1600" b="0" i="1" smtClean="0">
                            <a:latin typeface="Cambria Math" panose="02040503050406030204" pitchFamily="18" charset="0"/>
                          </a:rPr>
                          <m:t>′</m:t>
                        </m:r>
                      </m:sup>
                    </m:sSup>
                    <m:d>
                      <m:dPr>
                        <m:ctrlPr>
                          <a:rPr lang="en-IN" sz="1600" b="0" i="1" smtClean="0">
                            <a:latin typeface="Cambria Math" panose="02040503050406030204" pitchFamily="18" charset="0"/>
                          </a:rPr>
                        </m:ctrlPr>
                      </m:dPr>
                      <m:e>
                        <m:r>
                          <a:rPr lang="en-IN" sz="1600" b="1" i="1" smtClean="0">
                            <a:latin typeface="Cambria Math" panose="02040503050406030204" pitchFamily="18" charset="0"/>
                          </a:rPr>
                          <m:t>𝑼</m:t>
                        </m:r>
                      </m:e>
                    </m:d>
                    <m:sSub>
                      <m:sSubPr>
                        <m:ctrlPr>
                          <a:rPr lang="en-IN" sz="1600" b="0" i="1" smtClean="0">
                            <a:latin typeface="Cambria Math" panose="02040503050406030204" pitchFamily="18" charset="0"/>
                          </a:rPr>
                        </m:ctrlPr>
                      </m:sSubPr>
                      <m:e>
                        <m:r>
                          <a:rPr lang="en-IN" sz="1600" b="0" i="1" smtClean="0">
                            <a:latin typeface="Cambria Math" panose="02040503050406030204" pitchFamily="18" charset="0"/>
                          </a:rPr>
                          <m:t>𝐺</m:t>
                        </m:r>
                      </m:e>
                      <m:sub>
                        <m:r>
                          <a:rPr lang="en-IN" sz="1600" b="0" i="1" smtClean="0">
                            <a:latin typeface="Cambria Math" panose="02040503050406030204" pitchFamily="18" charset="0"/>
                          </a:rPr>
                          <m:t>1</m:t>
                        </m:r>
                      </m:sub>
                    </m:sSub>
                    <m:d>
                      <m:dPr>
                        <m:ctrlPr>
                          <a:rPr lang="en-IN" sz="1600" b="0" i="1" smtClean="0">
                            <a:latin typeface="Cambria Math" panose="02040503050406030204" pitchFamily="18" charset="0"/>
                          </a:rPr>
                        </m:ctrlPr>
                      </m:dPr>
                      <m:e>
                        <m:r>
                          <a:rPr lang="en-IN" sz="1600" b="1" i="1" smtClean="0">
                            <a:latin typeface="Cambria Math" panose="02040503050406030204" pitchFamily="18" charset="0"/>
                          </a:rPr>
                          <m:t>𝑼</m:t>
                        </m:r>
                      </m:e>
                    </m:d>
                    <m:r>
                      <a:rPr lang="en-IN" sz="1600" b="0" i="1" smtClean="0">
                        <a:latin typeface="Cambria Math" panose="02040503050406030204" pitchFamily="18" charset="0"/>
                      </a:rPr>
                      <m:t>=</m:t>
                    </m:r>
                    <m:sSubSup>
                      <m:sSubSupPr>
                        <m:ctrlPr>
                          <a:rPr lang="en-IN" sz="1600" b="0" i="1" smtClean="0">
                            <a:latin typeface="Cambria Math" panose="02040503050406030204" pitchFamily="18" charset="0"/>
                          </a:rPr>
                        </m:ctrlPr>
                      </m:sSubSupPr>
                      <m:e>
                        <m:r>
                          <a:rPr lang="en-IN" sz="1600" b="0" i="1" smtClean="0">
                            <a:latin typeface="Cambria Math" panose="02040503050406030204" pitchFamily="18" charset="0"/>
                            <a:ea typeface="Cambria Math" panose="02040503050406030204" pitchFamily="18" charset="0"/>
                          </a:rPr>
                          <m:t>𝜙</m:t>
                        </m:r>
                      </m:e>
                      <m:sub>
                        <m:r>
                          <a:rPr lang="en-IN" sz="1600" b="0" i="1" smtClean="0">
                            <a:latin typeface="Cambria Math" panose="02040503050406030204" pitchFamily="18" charset="0"/>
                          </a:rPr>
                          <m:t>1</m:t>
                        </m:r>
                      </m:sub>
                      <m:sup>
                        <m:r>
                          <a:rPr lang="en-IN" sz="1600" b="0" i="1" smtClean="0">
                            <a:latin typeface="Cambria Math" panose="02040503050406030204" pitchFamily="18" charset="0"/>
                          </a:rPr>
                          <m:t>′</m:t>
                        </m:r>
                      </m:sup>
                    </m:sSubSup>
                    <m:d>
                      <m:dPr>
                        <m:ctrlPr>
                          <a:rPr lang="en-IN" sz="1600" b="0" i="1" smtClean="0">
                            <a:latin typeface="Cambria Math" panose="02040503050406030204" pitchFamily="18" charset="0"/>
                          </a:rPr>
                        </m:ctrlPr>
                      </m:dPr>
                      <m:e>
                        <m:r>
                          <a:rPr lang="en-IN" sz="1600" b="1" i="1" smtClean="0">
                            <a:latin typeface="Cambria Math" panose="02040503050406030204" pitchFamily="18" charset="0"/>
                          </a:rPr>
                          <m:t>𝑼</m:t>
                        </m:r>
                      </m:e>
                    </m:d>
                    <m:r>
                      <a:rPr lang="en-IN" sz="1600" b="0" i="1" smtClean="0">
                        <a:latin typeface="Cambria Math" panose="02040503050406030204" pitchFamily="18" charset="0"/>
                      </a:rPr>
                      <m:t>,     </m:t>
                    </m:r>
                    <m:sSup>
                      <m:sSupPr>
                        <m:ctrlPr>
                          <a:rPr lang="en-IN" sz="1600" b="0" i="1" smtClean="0">
                            <a:latin typeface="Cambria Math" panose="02040503050406030204" pitchFamily="18" charset="0"/>
                          </a:rPr>
                        </m:ctrlPr>
                      </m:sSupPr>
                      <m:e>
                        <m:r>
                          <a:rPr lang="en-IN" sz="1600" b="0" i="1" smtClean="0">
                            <a:latin typeface="Cambria Math" panose="02040503050406030204" pitchFamily="18" charset="0"/>
                            <a:ea typeface="Cambria Math" panose="02040503050406030204" pitchFamily="18" charset="0"/>
                          </a:rPr>
                          <m:t>𝜂</m:t>
                        </m:r>
                      </m:e>
                      <m:sup>
                        <m:r>
                          <a:rPr lang="en-IN" sz="1600" b="0" i="1" smtClean="0">
                            <a:latin typeface="Cambria Math" panose="02040503050406030204" pitchFamily="18" charset="0"/>
                          </a:rPr>
                          <m:t>′</m:t>
                        </m:r>
                      </m:sup>
                    </m:sSup>
                    <m:d>
                      <m:dPr>
                        <m:ctrlPr>
                          <a:rPr lang="en-IN" sz="1600" b="0" i="1" smtClean="0">
                            <a:latin typeface="Cambria Math" panose="02040503050406030204" pitchFamily="18" charset="0"/>
                          </a:rPr>
                        </m:ctrlPr>
                      </m:dPr>
                      <m:e>
                        <m:r>
                          <a:rPr lang="en-IN" sz="1600" b="1" i="1" smtClean="0">
                            <a:latin typeface="Cambria Math" panose="02040503050406030204" pitchFamily="18" charset="0"/>
                          </a:rPr>
                          <m:t>𝑼</m:t>
                        </m:r>
                      </m:e>
                    </m:d>
                    <m:sSub>
                      <m:sSubPr>
                        <m:ctrlPr>
                          <a:rPr lang="en-IN" sz="1600" b="0" i="1" smtClean="0">
                            <a:latin typeface="Cambria Math" panose="02040503050406030204" pitchFamily="18" charset="0"/>
                          </a:rPr>
                        </m:ctrlPr>
                      </m:sSubPr>
                      <m:e>
                        <m:r>
                          <a:rPr lang="en-IN" sz="1600" b="0" i="1" smtClean="0">
                            <a:latin typeface="Cambria Math" panose="02040503050406030204" pitchFamily="18" charset="0"/>
                          </a:rPr>
                          <m:t>𝐺</m:t>
                        </m:r>
                      </m:e>
                      <m:sub>
                        <m:r>
                          <a:rPr lang="en-IN" sz="1600" b="0" i="1" smtClean="0">
                            <a:latin typeface="Cambria Math" panose="02040503050406030204" pitchFamily="18" charset="0"/>
                          </a:rPr>
                          <m:t>2</m:t>
                        </m:r>
                      </m:sub>
                    </m:sSub>
                    <m:d>
                      <m:dPr>
                        <m:ctrlPr>
                          <a:rPr lang="en-IN" sz="1600" b="0" i="1" smtClean="0">
                            <a:latin typeface="Cambria Math" panose="02040503050406030204" pitchFamily="18" charset="0"/>
                          </a:rPr>
                        </m:ctrlPr>
                      </m:dPr>
                      <m:e>
                        <m:r>
                          <a:rPr lang="en-IN" sz="1600" b="1" i="1" smtClean="0">
                            <a:latin typeface="Cambria Math" panose="02040503050406030204" pitchFamily="18" charset="0"/>
                          </a:rPr>
                          <m:t>𝑼</m:t>
                        </m:r>
                      </m:e>
                    </m:d>
                    <m:r>
                      <a:rPr lang="en-IN" sz="1600" b="0" i="1" smtClean="0">
                        <a:latin typeface="Cambria Math" panose="02040503050406030204" pitchFamily="18" charset="0"/>
                      </a:rPr>
                      <m:t>=</m:t>
                    </m:r>
                    <m:sSubSup>
                      <m:sSubSupPr>
                        <m:ctrlPr>
                          <a:rPr lang="en-IN" sz="1600" b="0" i="1" smtClean="0">
                            <a:latin typeface="Cambria Math" panose="02040503050406030204" pitchFamily="18" charset="0"/>
                          </a:rPr>
                        </m:ctrlPr>
                      </m:sSubSupPr>
                      <m:e>
                        <m:r>
                          <a:rPr lang="en-IN" sz="1600" b="0" i="1" smtClean="0">
                            <a:latin typeface="Cambria Math" panose="02040503050406030204" pitchFamily="18" charset="0"/>
                            <a:ea typeface="Cambria Math" panose="02040503050406030204" pitchFamily="18" charset="0"/>
                          </a:rPr>
                          <m:t>𝜙</m:t>
                        </m:r>
                      </m:e>
                      <m:sub>
                        <m:r>
                          <a:rPr lang="en-IN" sz="1600" b="0" i="1" smtClean="0">
                            <a:latin typeface="Cambria Math" panose="02040503050406030204" pitchFamily="18" charset="0"/>
                          </a:rPr>
                          <m:t>2</m:t>
                        </m:r>
                      </m:sub>
                      <m:sup>
                        <m:r>
                          <a:rPr lang="en-IN" sz="1600" b="0" i="1" smtClean="0">
                            <a:latin typeface="Cambria Math" panose="02040503050406030204" pitchFamily="18" charset="0"/>
                          </a:rPr>
                          <m:t>′</m:t>
                        </m:r>
                      </m:sup>
                    </m:sSubSup>
                    <m:r>
                      <a:rPr lang="en-IN" sz="1600" b="0" i="1" smtClean="0">
                        <a:latin typeface="Cambria Math" panose="02040503050406030204" pitchFamily="18" charset="0"/>
                      </a:rPr>
                      <m:t>(</m:t>
                    </m:r>
                    <m:r>
                      <a:rPr lang="en-IN" sz="1600" b="1" i="1" smtClean="0">
                        <a:latin typeface="Cambria Math" panose="02040503050406030204" pitchFamily="18" charset="0"/>
                      </a:rPr>
                      <m:t>𝑼</m:t>
                    </m:r>
                    <m:r>
                      <a:rPr lang="en-IN" sz="1600" b="0" i="1" smtClean="0">
                        <a:latin typeface="Cambria Math" panose="02040503050406030204" pitchFamily="18" charset="0"/>
                      </a:rPr>
                      <m:t>)</m:t>
                    </m:r>
                  </m:oMath>
                </a14:m>
                <a:r>
                  <a:rPr lang="en-IN" sz="1600" dirty="0"/>
                  <a:t>  </a:t>
                </a:r>
              </a:p>
              <a:p>
                <a:pPr algn="ctr">
                  <a:lnSpc>
                    <a:spcPct val="120000"/>
                  </a:lnSpc>
                </a:pPr>
                <a14:m>
                  <m:oMath xmlns:m="http://schemas.openxmlformats.org/officeDocument/2006/math">
                    <m:sSub>
                      <m:sSubPr>
                        <m:ctrlPr>
                          <a:rPr lang="en-IN" sz="1600" i="1" smtClean="0">
                            <a:latin typeface="Cambria Math" panose="02040503050406030204" pitchFamily="18" charset="0"/>
                          </a:rPr>
                        </m:ctrlPr>
                      </m:sSubPr>
                      <m:e>
                        <m:r>
                          <a:rPr lang="en-IN" sz="1600" i="1" smtClean="0">
                            <a:latin typeface="Cambria Math" panose="02040503050406030204" pitchFamily="18" charset="0"/>
                            <a:ea typeface="Cambria Math" panose="02040503050406030204" pitchFamily="18" charset="0"/>
                          </a:rPr>
                          <m:t>𝜂</m:t>
                        </m:r>
                      </m:e>
                      <m:sub>
                        <m:r>
                          <a:rPr lang="en-IN" sz="1600" b="0" i="1" smtClean="0">
                            <a:latin typeface="Cambria Math" panose="02040503050406030204" pitchFamily="18" charset="0"/>
                          </a:rPr>
                          <m:t>𝑡</m:t>
                        </m:r>
                      </m:sub>
                    </m:sSub>
                    <m:r>
                      <a:rPr lang="en-IN" sz="1600" b="0" i="1" smtClean="0">
                        <a:latin typeface="Cambria Math" panose="02040503050406030204" pitchFamily="18" charset="0"/>
                      </a:rPr>
                      <m:t>+</m:t>
                    </m:r>
                    <m:sSub>
                      <m:sSubPr>
                        <m:ctrlPr>
                          <a:rPr lang="en-IN" sz="1600" b="0" i="1" smtClean="0">
                            <a:latin typeface="Cambria Math" panose="02040503050406030204" pitchFamily="18" charset="0"/>
                          </a:rPr>
                        </m:ctrlPr>
                      </m:sSubPr>
                      <m:e>
                        <m:r>
                          <a:rPr lang="en-IN" sz="1600" b="0" i="1" smtClean="0">
                            <a:latin typeface="Cambria Math" panose="02040503050406030204" pitchFamily="18" charset="0"/>
                            <a:ea typeface="Cambria Math" panose="02040503050406030204" pitchFamily="18" charset="0"/>
                          </a:rPr>
                          <m:t>𝜙</m:t>
                        </m:r>
                      </m:e>
                      <m:sub>
                        <m:r>
                          <a:rPr lang="en-IN" sz="1600" b="0" i="1" smtClean="0">
                            <a:latin typeface="Cambria Math" panose="02040503050406030204" pitchFamily="18" charset="0"/>
                          </a:rPr>
                          <m:t>1</m:t>
                        </m:r>
                        <m:r>
                          <a:rPr lang="en-IN" sz="1600" b="0" i="1" smtClean="0">
                            <a:latin typeface="Cambria Math" panose="02040503050406030204" pitchFamily="18" charset="0"/>
                          </a:rPr>
                          <m:t>𝑥</m:t>
                        </m:r>
                      </m:sub>
                    </m:sSub>
                    <m:r>
                      <a:rPr lang="en-IN" sz="1600" b="0" i="1" smtClean="0">
                        <a:latin typeface="Cambria Math" panose="02040503050406030204" pitchFamily="18" charset="0"/>
                      </a:rPr>
                      <m:t>+</m:t>
                    </m:r>
                    <m:sSub>
                      <m:sSubPr>
                        <m:ctrlPr>
                          <a:rPr lang="en-IN" sz="1600" b="0" i="1" smtClean="0">
                            <a:latin typeface="Cambria Math" panose="02040503050406030204" pitchFamily="18" charset="0"/>
                          </a:rPr>
                        </m:ctrlPr>
                      </m:sSubPr>
                      <m:e>
                        <m:r>
                          <a:rPr lang="en-IN" sz="1600" b="0" i="1" smtClean="0">
                            <a:latin typeface="Cambria Math" panose="02040503050406030204" pitchFamily="18" charset="0"/>
                            <a:ea typeface="Cambria Math" panose="02040503050406030204" pitchFamily="18" charset="0"/>
                          </a:rPr>
                          <m:t>𝜙</m:t>
                        </m:r>
                      </m:e>
                      <m:sub>
                        <m:r>
                          <a:rPr lang="en-IN" sz="1600" b="0" i="1" smtClean="0">
                            <a:latin typeface="Cambria Math" panose="02040503050406030204" pitchFamily="18" charset="0"/>
                          </a:rPr>
                          <m:t>2</m:t>
                        </m:r>
                        <m:r>
                          <a:rPr lang="en-IN" sz="1600" b="0" i="1" smtClean="0">
                            <a:latin typeface="Cambria Math" panose="02040503050406030204" pitchFamily="18" charset="0"/>
                          </a:rPr>
                          <m:t>𝑦</m:t>
                        </m:r>
                      </m:sub>
                    </m:sSub>
                    <m:r>
                      <a:rPr lang="en-IN" sz="1600" b="0" i="1" smtClean="0">
                        <a:latin typeface="Cambria Math" panose="02040503050406030204" pitchFamily="18" charset="0"/>
                        <a:ea typeface="Cambria Math" panose="02040503050406030204" pitchFamily="18" charset="0"/>
                      </a:rPr>
                      <m:t>≤0</m:t>
                    </m:r>
                  </m:oMath>
                </a14:m>
                <a:r>
                  <a:rPr lang="en-IN" sz="1600" dirty="0"/>
                  <a:t>  </a:t>
                </a:r>
              </a:p>
              <a:p>
                <a:pPr algn="ctr">
                  <a:lnSpc>
                    <a:spcPct val="120000"/>
                  </a:lnSpc>
                </a:pPr>
                <a14:m>
                  <m:oMath xmlns:m="http://schemas.openxmlformats.org/officeDocument/2006/math">
                    <m:r>
                      <a:rPr lang="en-IN" sz="1600" i="1" smtClean="0">
                        <a:latin typeface="Cambria Math" panose="02040503050406030204" pitchFamily="18" charset="0"/>
                        <a:ea typeface="Cambria Math" panose="02040503050406030204" pitchFamily="18" charset="0"/>
                      </a:rPr>
                      <m:t>𝜂</m:t>
                    </m:r>
                    <m:r>
                      <a:rPr lang="en-IN" sz="1600" i="1" smtClean="0">
                        <a:latin typeface="Cambria Math" panose="02040503050406030204" pitchFamily="18" charset="0"/>
                        <a:ea typeface="Cambria Math" panose="02040503050406030204" pitchFamily="18" charset="0"/>
                      </a:rPr>
                      <m:t>≜</m:t>
                    </m:r>
                    <m:f>
                      <m:fPr>
                        <m:ctrlPr>
                          <a:rPr lang="en-IN" sz="1600" i="1" smtClean="0">
                            <a:latin typeface="Cambria Math" panose="02040503050406030204" pitchFamily="18" charset="0"/>
                            <a:ea typeface="Cambria Math" panose="02040503050406030204" pitchFamily="18" charset="0"/>
                          </a:rPr>
                        </m:ctrlPr>
                      </m:fPr>
                      <m:num>
                        <m:r>
                          <a:rPr lang="en-IN" sz="1600" b="0" i="1" smtClean="0">
                            <a:latin typeface="Cambria Math" panose="02040503050406030204" pitchFamily="18" charset="0"/>
                            <a:ea typeface="Cambria Math" panose="02040503050406030204" pitchFamily="18" charset="0"/>
                          </a:rPr>
                          <m:t>−</m:t>
                        </m:r>
                        <m:r>
                          <a:rPr lang="en-IN" sz="1600" b="0" i="1" smtClean="0">
                            <a:latin typeface="Cambria Math" panose="02040503050406030204" pitchFamily="18" charset="0"/>
                            <a:ea typeface="Cambria Math" panose="02040503050406030204" pitchFamily="18" charset="0"/>
                          </a:rPr>
                          <m:t>𝜌</m:t>
                        </m:r>
                        <m:r>
                          <a:rPr lang="en-IN" sz="1600" b="0" i="1" smtClean="0">
                            <a:latin typeface="Cambria Math" panose="02040503050406030204" pitchFamily="18" charset="0"/>
                            <a:ea typeface="Cambria Math" panose="02040503050406030204" pitchFamily="18" charset="0"/>
                          </a:rPr>
                          <m:t>𝑠</m:t>
                        </m:r>
                      </m:num>
                      <m:den>
                        <m:r>
                          <a:rPr lang="en-IN" sz="1600" i="1" smtClean="0">
                            <a:latin typeface="Cambria Math" panose="02040503050406030204" pitchFamily="18" charset="0"/>
                            <a:ea typeface="Cambria Math" panose="02040503050406030204" pitchFamily="18" charset="0"/>
                          </a:rPr>
                          <m:t>𝛾</m:t>
                        </m:r>
                        <m:r>
                          <a:rPr lang="en-IN" sz="1600" b="0" i="1" smtClean="0">
                            <a:latin typeface="Cambria Math" panose="02040503050406030204" pitchFamily="18" charset="0"/>
                            <a:ea typeface="Cambria Math" panose="02040503050406030204" pitchFamily="18" charset="0"/>
                          </a:rPr>
                          <m:t>−1</m:t>
                        </m:r>
                      </m:den>
                    </m:f>
                    <m:r>
                      <a:rPr lang="en-IN" sz="1600" b="0" i="1" smtClean="0">
                        <a:latin typeface="Cambria Math" panose="02040503050406030204" pitchFamily="18" charset="0"/>
                        <a:ea typeface="Cambria Math" panose="02040503050406030204" pitchFamily="18" charset="0"/>
                      </a:rPr>
                      <m:t>,  </m:t>
                    </m:r>
                    <m:r>
                      <a:rPr lang="en-IN" sz="1600" b="0" i="1" smtClean="0">
                        <a:latin typeface="Cambria Math" panose="02040503050406030204" pitchFamily="18" charset="0"/>
                        <a:ea typeface="Cambria Math" panose="02040503050406030204" pitchFamily="18" charset="0"/>
                      </a:rPr>
                      <m:t>𝜙</m:t>
                    </m:r>
                    <m:r>
                      <a:rPr lang="en-IN" sz="1600" i="1">
                        <a:latin typeface="Cambria Math" panose="02040503050406030204" pitchFamily="18" charset="0"/>
                        <a:ea typeface="Cambria Math" panose="02040503050406030204" pitchFamily="18" charset="0"/>
                      </a:rPr>
                      <m:t>≜</m:t>
                    </m:r>
                    <m:f>
                      <m:fPr>
                        <m:ctrlPr>
                          <a:rPr lang="en-IN" sz="1600" i="1">
                            <a:latin typeface="Cambria Math" panose="02040503050406030204" pitchFamily="18" charset="0"/>
                            <a:ea typeface="Cambria Math" panose="02040503050406030204" pitchFamily="18" charset="0"/>
                          </a:rPr>
                        </m:ctrlPr>
                      </m:fPr>
                      <m:num>
                        <m:r>
                          <a:rPr lang="en-IN" sz="1600" i="1">
                            <a:latin typeface="Cambria Math" panose="02040503050406030204" pitchFamily="18" charset="0"/>
                            <a:ea typeface="Cambria Math" panose="02040503050406030204" pitchFamily="18" charset="0"/>
                          </a:rPr>
                          <m:t>−</m:t>
                        </m:r>
                        <m:r>
                          <a:rPr lang="en-IN" sz="1600" i="1">
                            <a:latin typeface="Cambria Math" panose="02040503050406030204" pitchFamily="18" charset="0"/>
                            <a:ea typeface="Cambria Math" panose="02040503050406030204" pitchFamily="18" charset="0"/>
                          </a:rPr>
                          <m:t>𝜌</m:t>
                        </m:r>
                        <m:r>
                          <a:rPr lang="en-IN" sz="1600" b="1" i="1" smtClean="0">
                            <a:latin typeface="Cambria Math" panose="02040503050406030204" pitchFamily="18" charset="0"/>
                            <a:ea typeface="Cambria Math" panose="02040503050406030204" pitchFamily="18" charset="0"/>
                          </a:rPr>
                          <m:t>𝒖</m:t>
                        </m:r>
                        <m:r>
                          <a:rPr lang="en-IN" sz="1600" i="1">
                            <a:latin typeface="Cambria Math" panose="02040503050406030204" pitchFamily="18" charset="0"/>
                            <a:ea typeface="Cambria Math" panose="02040503050406030204" pitchFamily="18" charset="0"/>
                          </a:rPr>
                          <m:t>𝑠</m:t>
                        </m:r>
                      </m:num>
                      <m:den>
                        <m:r>
                          <a:rPr lang="en-IN" sz="1600" i="1">
                            <a:latin typeface="Cambria Math" panose="02040503050406030204" pitchFamily="18" charset="0"/>
                            <a:ea typeface="Cambria Math" panose="02040503050406030204" pitchFamily="18" charset="0"/>
                          </a:rPr>
                          <m:t>𝛾</m:t>
                        </m:r>
                        <m:r>
                          <a:rPr lang="en-IN" sz="1600" i="1">
                            <a:latin typeface="Cambria Math" panose="02040503050406030204" pitchFamily="18" charset="0"/>
                            <a:ea typeface="Cambria Math" panose="02040503050406030204" pitchFamily="18" charset="0"/>
                          </a:rPr>
                          <m:t>−1</m:t>
                        </m:r>
                      </m:den>
                    </m:f>
                  </m:oMath>
                </a14:m>
                <a:r>
                  <a:rPr lang="en-IN" sz="1600" dirty="0"/>
                  <a:t> </a:t>
                </a:r>
              </a:p>
              <a:p>
                <a:pPr>
                  <a:lnSpc>
                    <a:spcPct val="120000"/>
                  </a:lnSpc>
                </a:pPr>
                <a:r>
                  <a:rPr lang="en-IN" sz="1400" b="0" dirty="0">
                    <a:solidFill>
                      <a:schemeClr val="tx1">
                        <a:lumMod val="50000"/>
                        <a:lumOff val="50000"/>
                      </a:schemeClr>
                    </a:solidFill>
                    <a:latin typeface="Times New Roman" panose="02020603050405020304" pitchFamily="18" charset="0"/>
                    <a:cs typeface="Times New Roman" panose="02020603050405020304" pitchFamily="18" charset="0"/>
                  </a:rPr>
                  <a:t>Entropy </a:t>
                </a:r>
                <a:r>
                  <a:rPr lang="en-IN" sz="1400" b="0" dirty="0">
                    <a:solidFill>
                      <a:schemeClr val="tx1">
                        <a:lumMod val="50000"/>
                        <a:lumOff val="50000"/>
                      </a:schemeClr>
                    </a:solidFill>
                  </a:rPr>
                  <a:t>	</a:t>
                </a:r>
                <a14:m>
                  <m:oMath xmlns:m="http://schemas.openxmlformats.org/officeDocument/2006/math">
                    <m:r>
                      <a:rPr lang="en-IN" sz="1400" b="0" i="1" smtClean="0">
                        <a:solidFill>
                          <a:schemeClr val="tx1">
                            <a:lumMod val="50000"/>
                            <a:lumOff val="50000"/>
                          </a:schemeClr>
                        </a:solidFill>
                        <a:latin typeface="Cambria Math" panose="02040503050406030204" pitchFamily="18" charset="0"/>
                      </a:rPr>
                      <m:t>𝑠</m:t>
                    </m:r>
                    <m:r>
                      <a:rPr lang="en-IN" sz="1400" b="0" i="1" smtClean="0">
                        <a:solidFill>
                          <a:schemeClr val="tx1">
                            <a:lumMod val="50000"/>
                            <a:lumOff val="50000"/>
                          </a:schemeClr>
                        </a:solidFill>
                        <a:latin typeface="Cambria Math" panose="02040503050406030204" pitchFamily="18" charset="0"/>
                      </a:rPr>
                      <m:t>=</m:t>
                    </m:r>
                    <m:func>
                      <m:funcPr>
                        <m:ctrlPr>
                          <a:rPr lang="en-IN" sz="1400" b="0" i="1" smtClean="0">
                            <a:solidFill>
                              <a:schemeClr val="tx1">
                                <a:lumMod val="50000"/>
                                <a:lumOff val="50000"/>
                              </a:schemeClr>
                            </a:solidFill>
                            <a:latin typeface="Cambria Math" panose="02040503050406030204" pitchFamily="18" charset="0"/>
                          </a:rPr>
                        </m:ctrlPr>
                      </m:funcPr>
                      <m:fName>
                        <m:r>
                          <m:rPr>
                            <m:sty m:val="p"/>
                          </m:rPr>
                          <a:rPr lang="en-IN" sz="1400" b="0" i="0" smtClean="0">
                            <a:solidFill>
                              <a:schemeClr val="tx1">
                                <a:lumMod val="50000"/>
                                <a:lumOff val="50000"/>
                              </a:schemeClr>
                            </a:solidFill>
                            <a:latin typeface="Cambria Math" panose="02040503050406030204" pitchFamily="18" charset="0"/>
                          </a:rPr>
                          <m:t>log</m:t>
                        </m:r>
                      </m:fName>
                      <m:e>
                        <m:d>
                          <m:dPr>
                            <m:ctrlPr>
                              <a:rPr lang="en-IN" sz="1400" b="0" i="1" smtClean="0">
                                <a:solidFill>
                                  <a:schemeClr val="tx1">
                                    <a:lumMod val="50000"/>
                                    <a:lumOff val="50000"/>
                                  </a:schemeClr>
                                </a:solidFill>
                                <a:latin typeface="Cambria Math" panose="02040503050406030204" pitchFamily="18" charset="0"/>
                              </a:rPr>
                            </m:ctrlPr>
                          </m:dPr>
                          <m:e>
                            <m:f>
                              <m:fPr>
                                <m:ctrlPr>
                                  <a:rPr lang="en-IN" sz="1400" b="0" i="1" smtClean="0">
                                    <a:solidFill>
                                      <a:schemeClr val="tx1">
                                        <a:lumMod val="50000"/>
                                        <a:lumOff val="50000"/>
                                      </a:schemeClr>
                                    </a:solidFill>
                                    <a:latin typeface="Cambria Math" panose="02040503050406030204" pitchFamily="18" charset="0"/>
                                  </a:rPr>
                                </m:ctrlPr>
                              </m:fPr>
                              <m:num>
                                <m:acc>
                                  <m:accPr>
                                    <m:chr m:val="̂"/>
                                    <m:ctrlPr>
                                      <a:rPr lang="en-IN" sz="1400" b="0" i="1" smtClean="0">
                                        <a:solidFill>
                                          <a:schemeClr val="tx1">
                                            <a:lumMod val="50000"/>
                                            <a:lumOff val="50000"/>
                                          </a:schemeClr>
                                        </a:solidFill>
                                        <a:latin typeface="Cambria Math" panose="02040503050406030204" pitchFamily="18" charset="0"/>
                                      </a:rPr>
                                    </m:ctrlPr>
                                  </m:accPr>
                                  <m:e>
                                    <m:r>
                                      <a:rPr lang="en-IN" sz="1400" i="1">
                                        <a:solidFill>
                                          <a:schemeClr val="tx1">
                                            <a:lumMod val="50000"/>
                                            <a:lumOff val="50000"/>
                                          </a:schemeClr>
                                        </a:solidFill>
                                        <a:latin typeface="Cambria Math" panose="02040503050406030204" pitchFamily="18" charset="0"/>
                                      </a:rPr>
                                      <m:t>𝑝</m:t>
                                    </m:r>
                                  </m:e>
                                </m:acc>
                              </m:num>
                              <m:den>
                                <m:sSup>
                                  <m:sSupPr>
                                    <m:ctrlPr>
                                      <a:rPr lang="en-IN" sz="1400" b="0" i="1" smtClean="0">
                                        <a:solidFill>
                                          <a:schemeClr val="tx1">
                                            <a:lumMod val="50000"/>
                                            <a:lumOff val="50000"/>
                                          </a:schemeClr>
                                        </a:solidFill>
                                        <a:latin typeface="Cambria Math" panose="02040503050406030204" pitchFamily="18" charset="0"/>
                                      </a:rPr>
                                    </m:ctrlPr>
                                  </m:sSupPr>
                                  <m:e>
                                    <m:acc>
                                      <m:accPr>
                                        <m:chr m:val="̂"/>
                                        <m:ctrlPr>
                                          <a:rPr lang="en-IN" sz="1400" i="1">
                                            <a:solidFill>
                                              <a:schemeClr val="tx1">
                                                <a:lumMod val="50000"/>
                                                <a:lumOff val="50000"/>
                                              </a:schemeClr>
                                            </a:solidFill>
                                            <a:latin typeface="Cambria Math" panose="02040503050406030204" pitchFamily="18" charset="0"/>
                                          </a:rPr>
                                        </m:ctrlPr>
                                      </m:accPr>
                                      <m:e>
                                        <m:r>
                                          <a:rPr lang="en-IN" sz="1400" i="1">
                                            <a:solidFill>
                                              <a:schemeClr val="tx1">
                                                <a:lumMod val="50000"/>
                                                <a:lumOff val="50000"/>
                                              </a:schemeClr>
                                            </a:solidFill>
                                            <a:latin typeface="Cambria Math" panose="02040503050406030204" pitchFamily="18" charset="0"/>
                                            <a:ea typeface="Cambria Math" panose="02040503050406030204" pitchFamily="18" charset="0"/>
                                          </a:rPr>
                                          <m:t>𝜌</m:t>
                                        </m:r>
                                      </m:e>
                                    </m:acc>
                                  </m:e>
                                  <m:sup>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𝛾</m:t>
                                    </m:r>
                                  </m:sup>
                                </m:sSup>
                              </m:den>
                            </m:f>
                          </m:e>
                        </m:d>
                      </m:e>
                    </m:func>
                  </m:oMath>
                </a14:m>
                <a:r>
                  <a:rPr lang="en-IN" sz="1400" dirty="0">
                    <a:solidFill>
                      <a:schemeClr val="tx1">
                        <a:lumMod val="50000"/>
                        <a:lumOff val="50000"/>
                      </a:schemeClr>
                    </a:solidFill>
                  </a:rPr>
                  <a:t> </a:t>
                </a:r>
              </a:p>
              <a:p>
                <a:pPr>
                  <a:lnSpc>
                    <a:spcPct val="120000"/>
                  </a:lnSpc>
                </a:pPr>
                <a:r>
                  <a:rPr lang="en-IN" sz="1400" b="0" dirty="0">
                    <a:solidFill>
                      <a:schemeClr val="tx1">
                        <a:lumMod val="50000"/>
                        <a:lumOff val="50000"/>
                      </a:schemeClr>
                    </a:solidFill>
                    <a:latin typeface="Times New Roman" panose="02020603050405020304" pitchFamily="18" charset="0"/>
                    <a:cs typeface="Times New Roman" panose="02020603050405020304" pitchFamily="18" charset="0"/>
                  </a:rPr>
                  <a:t>Output</a:t>
                </a:r>
                <a:r>
                  <a:rPr lang="en-IN" sz="1400" b="0" dirty="0">
                    <a:solidFill>
                      <a:schemeClr val="tx1">
                        <a:lumMod val="50000"/>
                        <a:lumOff val="50000"/>
                      </a:schemeClr>
                    </a:solidFill>
                  </a:rPr>
                  <a:t>	</a:t>
                </a:r>
                <a14:m>
                  <m:oMath xmlns:m="http://schemas.openxmlformats.org/officeDocument/2006/math">
                    <m:func>
                      <m:funcPr>
                        <m:ctrlPr>
                          <a:rPr lang="en-IN" sz="1400" b="0" i="1" smtClean="0">
                            <a:solidFill>
                              <a:schemeClr val="tx1">
                                <a:lumMod val="50000"/>
                                <a:lumOff val="50000"/>
                              </a:schemeClr>
                            </a:solidFill>
                            <a:latin typeface="Cambria Math" panose="02040503050406030204" pitchFamily="18" charset="0"/>
                          </a:rPr>
                        </m:ctrlPr>
                      </m:funcPr>
                      <m:fName>
                        <m:r>
                          <m:rPr>
                            <m:sty m:val="p"/>
                          </m:rPr>
                          <a:rPr lang="en-IN" sz="1400" b="0" i="0" smtClean="0">
                            <a:solidFill>
                              <a:schemeClr val="tx1">
                                <a:lumMod val="50000"/>
                                <a:lumOff val="50000"/>
                              </a:schemeClr>
                            </a:solidFill>
                            <a:latin typeface="Cambria Math" panose="02040503050406030204" pitchFamily="18" charset="0"/>
                          </a:rPr>
                          <m:t>max</m:t>
                        </m:r>
                      </m:fName>
                      <m:e>
                        <m:d>
                          <m:dPr>
                            <m:ctrlPr>
                              <a:rPr lang="en-IN" sz="1400" b="0" i="1" smtClean="0">
                                <a:solidFill>
                                  <a:schemeClr val="tx1">
                                    <a:lumMod val="50000"/>
                                    <a:lumOff val="50000"/>
                                  </a:schemeClr>
                                </a:solidFill>
                                <a:latin typeface="Cambria Math" panose="02040503050406030204" pitchFamily="18" charset="0"/>
                              </a:rPr>
                            </m:ctrlPr>
                          </m:dPr>
                          <m:e>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𝛼</m:t>
                            </m:r>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m:t>
                            </m:r>
                            <m:acc>
                              <m:accPr>
                                <m:chr m:val="̂"/>
                                <m:ctrlP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ctrlPr>
                              </m:accPr>
                              <m:e>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𝜌</m:t>
                                </m:r>
                              </m:e>
                            </m:acc>
                          </m:e>
                        </m:d>
                      </m:e>
                    </m:func>
                    <m:r>
                      <a:rPr lang="en-IN" sz="1400" b="0" i="1" smtClean="0">
                        <a:solidFill>
                          <a:schemeClr val="tx1">
                            <a:lumMod val="50000"/>
                            <a:lumOff val="50000"/>
                          </a:schemeClr>
                        </a:solidFill>
                        <a:latin typeface="Cambria Math" panose="02040503050406030204" pitchFamily="18" charset="0"/>
                      </a:rPr>
                      <m:t>,</m:t>
                    </m:r>
                    <m:func>
                      <m:funcPr>
                        <m:ctrlPr>
                          <a:rPr lang="en-IN" sz="1400" b="0" i="1" smtClean="0">
                            <a:solidFill>
                              <a:schemeClr val="tx1">
                                <a:lumMod val="50000"/>
                                <a:lumOff val="50000"/>
                              </a:schemeClr>
                            </a:solidFill>
                            <a:latin typeface="Cambria Math" panose="02040503050406030204" pitchFamily="18" charset="0"/>
                          </a:rPr>
                        </m:ctrlPr>
                      </m:funcPr>
                      <m:fName>
                        <m:r>
                          <m:rPr>
                            <m:sty m:val="p"/>
                          </m:rPr>
                          <a:rPr lang="en-IN" sz="1400" b="0" i="0" smtClean="0">
                            <a:solidFill>
                              <a:schemeClr val="tx1">
                                <a:lumMod val="50000"/>
                                <a:lumOff val="50000"/>
                              </a:schemeClr>
                            </a:solidFill>
                            <a:latin typeface="Cambria Math" panose="02040503050406030204" pitchFamily="18" charset="0"/>
                          </a:rPr>
                          <m:t>max</m:t>
                        </m:r>
                      </m:fName>
                      <m:e>
                        <m:d>
                          <m:dPr>
                            <m:ctrlPr>
                              <a:rPr lang="en-IN" sz="1400" b="0" i="1" smtClean="0">
                                <a:solidFill>
                                  <a:schemeClr val="tx1">
                                    <a:lumMod val="50000"/>
                                    <a:lumOff val="50000"/>
                                  </a:schemeClr>
                                </a:solidFill>
                                <a:latin typeface="Cambria Math" panose="02040503050406030204" pitchFamily="18" charset="0"/>
                              </a:rPr>
                            </m:ctrlPr>
                          </m:dPr>
                          <m:e>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𝛼</m:t>
                            </m:r>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m:t>
                            </m:r>
                            <m:acc>
                              <m:accPr>
                                <m:chr m:val="̂"/>
                                <m:ctrlP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ctrlPr>
                              </m:accPr>
                              <m:e>
                                <m:r>
                                  <a:rPr lang="en-IN" sz="1400" b="0" i="1" smtClean="0">
                                    <a:solidFill>
                                      <a:schemeClr val="tx1">
                                        <a:lumMod val="50000"/>
                                        <a:lumOff val="50000"/>
                                      </a:schemeClr>
                                    </a:solidFill>
                                    <a:latin typeface="Cambria Math" panose="02040503050406030204" pitchFamily="18" charset="0"/>
                                    <a:ea typeface="Cambria Math" panose="02040503050406030204" pitchFamily="18" charset="0"/>
                                  </a:rPr>
                                  <m:t>𝑝</m:t>
                                </m:r>
                              </m:e>
                            </m:acc>
                          </m:e>
                        </m:d>
                      </m:e>
                    </m:func>
                  </m:oMath>
                </a14:m>
                <a:r>
                  <a:rPr lang="en-IN" sz="1400" dirty="0"/>
                  <a:t>  </a:t>
                </a:r>
              </a:p>
            </p:txBody>
          </p:sp>
        </mc:Choice>
        <mc:Fallback xmlns="">
          <p:sp>
            <p:nvSpPr>
              <p:cNvPr id="11" name="TextBox 10">
                <a:extLst>
                  <a:ext uri="{FF2B5EF4-FFF2-40B4-BE49-F238E27FC236}">
                    <a16:creationId xmlns:a16="http://schemas.microsoft.com/office/drawing/2014/main" id="{EC750581-BF61-CE19-FAEC-3D5A6714C33D}"/>
                  </a:ext>
                </a:extLst>
              </p:cNvPr>
              <p:cNvSpPr txBox="1">
                <a:spLocks noRot="1" noChangeAspect="1" noMove="1" noResize="1" noEditPoints="1" noAdjustHandles="1" noChangeArrowheads="1" noChangeShapeType="1" noTextEdit="1"/>
              </p:cNvSpPr>
              <p:nvPr/>
            </p:nvSpPr>
            <p:spPr>
              <a:xfrm>
                <a:off x="922378" y="3717076"/>
                <a:ext cx="6594015" cy="3140924"/>
              </a:xfrm>
              <a:prstGeom prst="rect">
                <a:avLst/>
              </a:prstGeom>
              <a:blipFill>
                <a:blip r:embed="rId6"/>
                <a:stretch>
                  <a:fillRect l="-462" b="-9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0DB0A23-EB74-E594-046A-B958E42F11A4}"/>
                  </a:ext>
                </a:extLst>
              </p:cNvPr>
              <p:cNvSpPr txBox="1"/>
              <p:nvPr/>
            </p:nvSpPr>
            <p:spPr>
              <a:xfrm>
                <a:off x="7516393" y="1532108"/>
                <a:ext cx="3921581" cy="1830629"/>
              </a:xfrm>
              <a:prstGeom prst="rect">
                <a:avLst/>
              </a:prstGeom>
              <a:noFill/>
            </p:spPr>
            <p:txBody>
              <a:bodyPr wrap="square">
                <a:spAutoFit/>
              </a:bodyPr>
              <a:lstStyle/>
              <a:p>
                <a:pPr algn="ctr">
                  <a:lnSpc>
                    <a:spcPct val="120000"/>
                  </a:lnSpc>
                </a:pPr>
                <a:r>
                  <a:rPr lang="en-IN" sz="1400" dirty="0">
                    <a:latin typeface="Times New Roman" panose="02020603050405020304" pitchFamily="18" charset="0"/>
                    <a:ea typeface="Cambria Math" panose="02040503050406030204" pitchFamily="18" charset="0"/>
                    <a:cs typeface="Times New Roman" panose="02020603050405020304" pitchFamily="18" charset="0"/>
                  </a:rPr>
                  <a:t>Wedge</a:t>
                </a:r>
                <a:r>
                  <a:rPr lang="en-IN" sz="1400" b="0" dirty="0">
                    <a:latin typeface="Times New Roman" panose="02020603050405020304" pitchFamily="18" charset="0"/>
                    <a:ea typeface="Cambria Math" panose="02040503050406030204" pitchFamily="18" charset="0"/>
                    <a:cs typeface="Times New Roman" panose="02020603050405020304" pitchFamily="18" charset="0"/>
                  </a:rPr>
                  <a:t> angle is </a:t>
                </a:r>
                <a14:m>
                  <m:oMath xmlns:m="http://schemas.openxmlformats.org/officeDocument/2006/math">
                    <m:sSup>
                      <m:sSup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𝑜</m:t>
                        </m:r>
                      </m:sup>
                    </m:sSup>
                  </m:oMath>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20000"/>
                  </a:lnSpc>
                </a:pPr>
                <a:r>
                  <a:rPr lang="en-IN" sz="1400" b="0" dirty="0">
                    <a:latin typeface="Times New Roman" panose="02020603050405020304" pitchFamily="18" charset="0"/>
                    <a:ea typeface="Cambria Math" panose="02040503050406030204" pitchFamily="18" charset="0"/>
                    <a:cs typeface="Times New Roman" panose="02020603050405020304" pitchFamily="18" charset="0"/>
                  </a:rPr>
                  <a:t>Mach Number is </a:t>
                </a:r>
                <a14:m>
                  <m:oMath xmlns:m="http://schemas.openxmlformats.org/officeDocument/2006/math">
                    <m:r>
                      <a:rPr lang="en-IN" sz="1400" b="0" i="1" dirty="0" smtClean="0">
                        <a:latin typeface="Cambria Math" panose="02040503050406030204" pitchFamily="18" charset="0"/>
                        <a:ea typeface="Cambria Math" panose="02040503050406030204" pitchFamily="18" charset="0"/>
                        <a:cs typeface="Times New Roman" panose="02020603050405020304" pitchFamily="18" charset="0"/>
                      </a:rPr>
                      <m:t>2</m:t>
                    </m:r>
                  </m:oMath>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20000"/>
                  </a:lnSpc>
                </a:pPr>
                <a14:m>
                  <m:oMathPara xmlns:m="http://schemas.openxmlformats.org/officeDocument/2006/math">
                    <m:oMathParaPr>
                      <m:jc m:val="center"/>
                    </m:oMathParaPr>
                    <m:oMath xmlns:m="http://schemas.openxmlformats.org/officeDocument/2006/math">
                      <m:sSub>
                        <m:sSub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𝑢</m:t>
                          </m:r>
                        </m:e>
                        <m: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=678.1</m:t>
                      </m:r>
                      <m:f>
                        <m:f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𝑚</m:t>
                          </m:r>
                        </m:num>
                        <m:den>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𝑠</m:t>
                          </m:r>
                        </m:den>
                      </m:f>
                    </m:oMath>
                  </m:oMathPara>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20000"/>
                  </a:lnSpc>
                </a:pPr>
                <a14:m>
                  <m:oMathPara xmlns:m="http://schemas.openxmlformats.org/officeDocument/2006/math">
                    <m:oMathParaPr>
                      <m:jc m:val="center"/>
                    </m:oMathParaPr>
                    <m:oMath xmlns:m="http://schemas.openxmlformats.org/officeDocument/2006/math">
                      <m:sSub>
                        <m:sSub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𝑣</m:t>
                          </m:r>
                        </m:e>
                        <m: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=0 </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𝑚</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𝑠</m:t>
                      </m:r>
                    </m:oMath>
                  </m:oMathPara>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20000"/>
                  </a:lnSpc>
                </a:pPr>
                <a14:m>
                  <m:oMathPara xmlns:m="http://schemas.openxmlformats.org/officeDocument/2006/math">
                    <m:oMathParaPr>
                      <m:jc m:val="center"/>
                    </m:oMathParaPr>
                    <m:oMath xmlns:m="http://schemas.openxmlformats.org/officeDocument/2006/math">
                      <m:sSub>
                        <m:sSub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𝑝</m:t>
                          </m:r>
                        </m:e>
                        <m: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=1.01 ×</m:t>
                      </m:r>
                      <m:sSup>
                        <m:sSup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400" b="0" i="1" smtClean="0">
                              <a:latin typeface="Cambria Math" panose="02040503050406030204" pitchFamily="18" charset="0"/>
                              <a:ea typeface="Cambria Math" panose="02040503050406030204" pitchFamily="18" charset="0"/>
                              <a:cs typeface="Times New Roman" panose="02020603050405020304" pitchFamily="18" charset="0"/>
                            </a:rPr>
                            <m:t>5</m:t>
                          </m:r>
                        </m:sup>
                      </m:sSup>
                      <m:r>
                        <a:rPr lang="en-IN" sz="1400" b="0" i="1" smtClean="0">
                          <a:latin typeface="Cambria Math" panose="02040503050406030204" pitchFamily="18" charset="0"/>
                          <a:ea typeface="Cambria Math" panose="02040503050406030204" pitchFamily="18" charset="0"/>
                          <a:cs typeface="Times New Roman" panose="02020603050405020304" pitchFamily="18" charset="0"/>
                        </a:rPr>
                        <m:t> </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𝑃𝑎</m:t>
                      </m:r>
                    </m:oMath>
                  </m:oMathPara>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a:p>
                <a:pPr algn="ctr">
                  <a:lnSpc>
                    <a:spcPct val="120000"/>
                  </a:lnSpc>
                </a:pPr>
                <a14:m>
                  <m:oMathPara xmlns:m="http://schemas.openxmlformats.org/officeDocument/2006/math">
                    <m:oMathParaPr>
                      <m:jc m:val="center"/>
                    </m:oMathParaPr>
                    <m:oMath xmlns:m="http://schemas.openxmlformats.org/officeDocument/2006/math">
                      <m:sSub>
                        <m:sSubPr>
                          <m:ctrlPr>
                            <a:rPr lang="en-IN" sz="14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𝑇</m:t>
                          </m:r>
                        </m:e>
                        <m: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n-IN" sz="1400" b="0" i="1" smtClean="0">
                          <a:latin typeface="Cambria Math" panose="02040503050406030204" pitchFamily="18" charset="0"/>
                          <a:ea typeface="Cambria Math" panose="02040503050406030204" pitchFamily="18" charset="0"/>
                          <a:cs typeface="Times New Roman" panose="02020603050405020304" pitchFamily="18" charset="0"/>
                        </a:rPr>
                        <m:t>=286.1 </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𝐾</m:t>
                      </m:r>
                    </m:oMath>
                  </m:oMathPara>
                </a14:m>
                <a:endParaRPr lang="en-IN" sz="1400" b="0" dirty="0">
                  <a:latin typeface="Times New Roman" panose="02020603050405020304" pitchFamily="18" charset="0"/>
                  <a:ea typeface="Cambria Math" panose="020405030504060302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20DB0A23-EB74-E594-046A-B958E42F11A4}"/>
                  </a:ext>
                </a:extLst>
              </p:cNvPr>
              <p:cNvSpPr txBox="1">
                <a:spLocks noRot="1" noChangeAspect="1" noMove="1" noResize="1" noEditPoints="1" noAdjustHandles="1" noChangeArrowheads="1" noChangeShapeType="1" noTextEdit="1"/>
              </p:cNvSpPr>
              <p:nvPr/>
            </p:nvSpPr>
            <p:spPr>
              <a:xfrm>
                <a:off x="7516393" y="1532108"/>
                <a:ext cx="3921581" cy="1830629"/>
              </a:xfrm>
              <a:prstGeom prst="rect">
                <a:avLst/>
              </a:prstGeom>
              <a:blipFill>
                <a:blip r:embed="rId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575068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Rectangle 259">
            <a:extLst>
              <a:ext uri="{FF2B5EF4-FFF2-40B4-BE49-F238E27FC236}">
                <a16:creationId xmlns:a16="http://schemas.microsoft.com/office/drawing/2014/main" id="{CFB65E0B-8860-9156-BCB5-D41C6A280E1D}"/>
              </a:ext>
            </a:extLst>
          </p:cNvPr>
          <p:cNvSpPr/>
          <p:nvPr/>
        </p:nvSpPr>
        <p:spPr>
          <a:xfrm>
            <a:off x="1011468" y="511113"/>
            <a:ext cx="8091469" cy="1108732"/>
          </a:xfrm>
          <a:prstGeom prst="rect">
            <a:avLst/>
          </a:prstGeom>
          <a:ln w="190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16</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10886"/>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Oblique Shock Problem</a:t>
            </a:r>
          </a:p>
        </p:txBody>
      </p:sp>
      <p:pic>
        <p:nvPicPr>
          <p:cNvPr id="6" name="Picture 5">
            <a:extLst>
              <a:ext uri="{FF2B5EF4-FFF2-40B4-BE49-F238E27FC236}">
                <a16:creationId xmlns:a16="http://schemas.microsoft.com/office/drawing/2014/main" id="{ACA3DC2D-212D-FB62-4449-CE5C0C1EF5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16053" y="480834"/>
            <a:ext cx="2604705" cy="2766006"/>
          </a:xfrm>
          <a:prstGeom prst="rect">
            <a:avLst/>
          </a:prstGeom>
        </p:spPr>
      </p:pic>
      <p:sp>
        <p:nvSpPr>
          <p:cNvPr id="7" name="TextBox 6">
            <a:extLst>
              <a:ext uri="{FF2B5EF4-FFF2-40B4-BE49-F238E27FC236}">
                <a16:creationId xmlns:a16="http://schemas.microsoft.com/office/drawing/2014/main" id="{28CA4B83-FF64-8293-EA6B-5BC55B299089}"/>
              </a:ext>
            </a:extLst>
          </p:cNvPr>
          <p:cNvSpPr txBox="1"/>
          <p:nvPr/>
        </p:nvSpPr>
        <p:spPr>
          <a:xfrm>
            <a:off x="9216053" y="3283586"/>
            <a:ext cx="2604706"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Distribution of Residual Points</a:t>
            </a:r>
          </a:p>
        </p:txBody>
      </p:sp>
      <p:grpSp>
        <p:nvGrpSpPr>
          <p:cNvPr id="8" name="Group 7">
            <a:extLst>
              <a:ext uri="{FF2B5EF4-FFF2-40B4-BE49-F238E27FC236}">
                <a16:creationId xmlns:a16="http://schemas.microsoft.com/office/drawing/2014/main" id="{FF4779CB-CA58-33AF-952A-FCC420296AD1}"/>
              </a:ext>
            </a:extLst>
          </p:cNvPr>
          <p:cNvGrpSpPr/>
          <p:nvPr/>
        </p:nvGrpSpPr>
        <p:grpSpPr>
          <a:xfrm>
            <a:off x="87775" y="2803258"/>
            <a:ext cx="8172305" cy="4039994"/>
            <a:chOff x="95877" y="2717603"/>
            <a:chExt cx="8172305" cy="3983727"/>
          </a:xfrm>
        </p:grpSpPr>
        <p:sp>
          <p:nvSpPr>
            <p:cNvPr id="9" name="Rectangle 8">
              <a:extLst>
                <a:ext uri="{FF2B5EF4-FFF2-40B4-BE49-F238E27FC236}">
                  <a16:creationId xmlns:a16="http://schemas.microsoft.com/office/drawing/2014/main" id="{8FD2CE88-AD6F-172E-205B-A33C3955C14A}"/>
                </a:ext>
              </a:extLst>
            </p:cNvPr>
            <p:cNvSpPr/>
            <p:nvPr/>
          </p:nvSpPr>
          <p:spPr>
            <a:xfrm>
              <a:off x="95877" y="2717603"/>
              <a:ext cx="3379471" cy="2860412"/>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0" name="Rectangle: Rounded Corners 9">
              <a:extLst>
                <a:ext uri="{FF2B5EF4-FFF2-40B4-BE49-F238E27FC236}">
                  <a16:creationId xmlns:a16="http://schemas.microsoft.com/office/drawing/2014/main" id="{499107BA-1D62-E930-9681-87C78D2937C9}"/>
                </a:ext>
              </a:extLst>
            </p:cNvPr>
            <p:cNvSpPr/>
            <p:nvPr/>
          </p:nvSpPr>
          <p:spPr>
            <a:xfrm>
              <a:off x="2356127" y="2855252"/>
              <a:ext cx="5912055" cy="2587796"/>
            </a:xfrm>
            <a:prstGeom prst="roundRect">
              <a:avLst/>
            </a:prstGeom>
            <a:ln w="38100">
              <a:solidFill>
                <a:srgbClr val="FF0000"/>
              </a:solidFill>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11" name="TextBox 10">
              <a:extLst>
                <a:ext uri="{FF2B5EF4-FFF2-40B4-BE49-F238E27FC236}">
                  <a16:creationId xmlns:a16="http://schemas.microsoft.com/office/drawing/2014/main" id="{DD0FB9C3-7C69-BDC7-6D4A-3E72C99A3622}"/>
                </a:ext>
              </a:extLst>
            </p:cNvPr>
            <p:cNvSpPr txBox="1"/>
            <p:nvPr/>
          </p:nvSpPr>
          <p:spPr>
            <a:xfrm>
              <a:off x="5001607" y="3089679"/>
              <a:ext cx="3175135" cy="307777"/>
            </a:xfrm>
            <a:prstGeom prst="rect">
              <a:avLst/>
            </a:prstGeom>
            <a:noFill/>
          </p:spPr>
          <p:txBody>
            <a:bodyPr wrap="square">
              <a:spAutoFit/>
            </a:bodyPr>
            <a:lstStyle/>
            <a:p>
              <a:pPr algn="ctr"/>
              <a:r>
                <a:rPr lang="en-IN" sz="1400" dirty="0">
                  <a:solidFill>
                    <a:srgbClr val="FF0000"/>
                  </a:solidFill>
                  <a:latin typeface="Baskerville Old Face" panose="02020602080505020303" pitchFamily="18" charset="0"/>
                </a:rPr>
                <a:t>Physics Part for 2D Euler Equation</a:t>
              </a:r>
              <a:endParaRPr lang="en-IN" sz="1400"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0334D26C-D595-0798-CD48-57DA87CF66A6}"/>
                    </a:ext>
                  </a:extLst>
                </p:cNvPr>
                <p:cNvSpPr/>
                <p:nvPr/>
              </p:nvSpPr>
              <p:spPr>
                <a:xfrm>
                  <a:off x="4129362" y="3093027"/>
                  <a:ext cx="605625" cy="554558"/>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IN" sz="1000" i="1" smtClean="0">
                            <a:latin typeface="Cambria Math" panose="02040503050406030204" pitchFamily="18" charset="0"/>
                            <a:ea typeface="Cambria Math" panose="02040503050406030204" pitchFamily="18" charset="0"/>
                          </a:rPr>
                          <m:t>∇</m:t>
                        </m:r>
                        <m:r>
                          <a:rPr lang="en-IN" sz="1000" i="1" smtClean="0">
                            <a:latin typeface="Cambria Math" panose="02040503050406030204" pitchFamily="18" charset="0"/>
                            <a:ea typeface="Cambria Math" panose="02040503050406030204" pitchFamily="18" charset="0"/>
                          </a:rPr>
                          <m:t>∙</m:t>
                        </m:r>
                      </m:oMath>
                    </m:oMathPara>
                  </a14:m>
                  <a:endParaRPr lang="en-IN" sz="1000" dirty="0"/>
                </a:p>
              </p:txBody>
            </p:sp>
          </mc:Choice>
          <mc:Fallback xmlns="">
            <p:sp>
              <p:nvSpPr>
                <p:cNvPr id="244" name="Oval 243">
                  <a:extLst>
                    <a:ext uri="{FF2B5EF4-FFF2-40B4-BE49-F238E27FC236}">
                      <a16:creationId xmlns:a16="http://schemas.microsoft.com/office/drawing/2014/main" id="{70C436CF-8CCB-7443-B496-EA89868A8AB0}"/>
                    </a:ext>
                  </a:extLst>
                </p:cNvPr>
                <p:cNvSpPr>
                  <a:spLocks noRot="1" noChangeAspect="1" noMove="1" noResize="1" noEditPoints="1" noAdjustHandles="1" noChangeArrowheads="1" noChangeShapeType="1" noTextEdit="1"/>
                </p:cNvSpPr>
                <p:nvPr/>
              </p:nvSpPr>
              <p:spPr>
                <a:xfrm>
                  <a:off x="4129362" y="3093027"/>
                  <a:ext cx="605625" cy="554558"/>
                </a:xfrm>
                <a:prstGeom prst="ellipse">
                  <a:avLst/>
                </a:prstGeom>
                <a:blipFill>
                  <a:blip r:embed="rId4"/>
                  <a:stretch>
                    <a:fillRect/>
                  </a:stretch>
                </a:blipFill>
                <a:ln/>
              </p:spPr>
              <p:txBody>
                <a:bodyPr/>
                <a:lstStyle/>
                <a:p>
                  <a:r>
                    <a:rPr lang="en-IN">
                      <a:noFill/>
                    </a:rPr>
                    <a:t> </a:t>
                  </a:r>
                </a:p>
              </p:txBody>
            </p:sp>
          </mc:Fallback>
        </mc:AlternateContent>
        <p:sp>
          <p:nvSpPr>
            <p:cNvPr id="13" name="Oval 12">
              <a:extLst>
                <a:ext uri="{FF2B5EF4-FFF2-40B4-BE49-F238E27FC236}">
                  <a16:creationId xmlns:a16="http://schemas.microsoft.com/office/drawing/2014/main" id="{E01CB01D-F339-2FAE-2FA6-5E9A12BBEE61}"/>
                </a:ext>
              </a:extLst>
            </p:cNvPr>
            <p:cNvSpPr/>
            <p:nvPr/>
          </p:nvSpPr>
          <p:spPr>
            <a:xfrm>
              <a:off x="4129361" y="4524896"/>
              <a:ext cx="605625" cy="554794"/>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1200" dirty="0">
                  <a:latin typeface="Baskerville Old Face" panose="02020602080505020303" pitchFamily="18" charset="0"/>
                </a:rPr>
                <a:t>I</a:t>
              </a:r>
            </a:p>
          </p:txBody>
        </p:sp>
        <p:cxnSp>
          <p:nvCxnSpPr>
            <p:cNvPr id="14" name="Straight Arrow Connector 13">
              <a:extLst>
                <a:ext uri="{FF2B5EF4-FFF2-40B4-BE49-F238E27FC236}">
                  <a16:creationId xmlns:a16="http://schemas.microsoft.com/office/drawing/2014/main" id="{812B8EAC-B10D-05EC-275F-8412BDD001A1}"/>
                </a:ext>
              </a:extLst>
            </p:cNvPr>
            <p:cNvCxnSpPr>
              <a:cxnSpLocks/>
              <a:stCxn id="36" idx="6"/>
              <a:endCxn id="12" idx="2"/>
            </p:cNvCxnSpPr>
            <p:nvPr/>
          </p:nvCxnSpPr>
          <p:spPr>
            <a:xfrm flipV="1">
              <a:off x="3585243" y="3370306"/>
              <a:ext cx="544119" cy="456479"/>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9C3E712-EE39-4F1D-EEEA-97006851BC77}"/>
                </a:ext>
              </a:extLst>
            </p:cNvPr>
            <p:cNvCxnSpPr>
              <a:cxnSpLocks/>
              <a:stCxn id="36" idx="6"/>
              <a:endCxn id="13" idx="2"/>
            </p:cNvCxnSpPr>
            <p:nvPr/>
          </p:nvCxnSpPr>
          <p:spPr>
            <a:xfrm>
              <a:off x="3585243" y="3826785"/>
              <a:ext cx="544118" cy="97550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DFEF2F46-A5B3-A322-8D7B-C66D10C02CA3}"/>
                    </a:ext>
                  </a:extLst>
                </p:cNvPr>
                <p:cNvSpPr/>
                <p:nvPr/>
              </p:nvSpPr>
              <p:spPr>
                <a:xfrm>
                  <a:off x="5001607" y="3404864"/>
                  <a:ext cx="3175135" cy="1374133"/>
                </a:xfrm>
                <a:prstGeom prst="rect">
                  <a:avLst/>
                </a:prstGeom>
                <a:solidFill>
                  <a:schemeClr val="bg1"/>
                </a:solidFill>
                <a:ln w="28575">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sz="1400" i="1" smtClean="0">
                                <a:latin typeface="Cambria Math" panose="02040503050406030204" pitchFamily="18" charset="0"/>
                                <a:cs typeface="Times New Roman" panose="02020603050405020304" pitchFamily="18" charset="0"/>
                              </a:rPr>
                            </m:ctrlPr>
                          </m:sSubPr>
                          <m:e>
                            <m:r>
                              <a:rPr lang="en-IN" sz="1400" i="1">
                                <a:latin typeface="Cambria Math" panose="02040503050406030204" pitchFamily="18" charset="0"/>
                                <a:cs typeface="Times New Roman" panose="02020603050405020304" pitchFamily="18" charset="0"/>
                              </a:rPr>
                              <m:t>𝑀𝑆𝐸</m:t>
                            </m:r>
                          </m:e>
                          <m:sub>
                            <m:r>
                              <a:rPr lang="en-IN" sz="1400" i="1">
                                <a:latin typeface="Cambria Math" panose="02040503050406030204" pitchFamily="18" charset="0"/>
                                <a:cs typeface="Times New Roman" panose="02020603050405020304" pitchFamily="18" charset="0"/>
                              </a:rPr>
                              <m:t>𝑇𝑜𝑡𝑎𝑙</m:t>
                            </m:r>
                            <m:r>
                              <a:rPr lang="en-IN" sz="1400" i="1">
                                <a:latin typeface="Cambria Math" panose="02040503050406030204" pitchFamily="18" charset="0"/>
                                <a:cs typeface="Times New Roman" panose="02020603050405020304" pitchFamily="18" charset="0"/>
                              </a:rPr>
                              <m:t> </m:t>
                            </m:r>
                            <m:r>
                              <a:rPr lang="en-IN" sz="1400" i="1">
                                <a:latin typeface="Cambria Math" panose="02040503050406030204" pitchFamily="18" charset="0"/>
                                <a:cs typeface="Times New Roman" panose="02020603050405020304" pitchFamily="18" charset="0"/>
                              </a:rPr>
                              <m:t>𝐿𝑜𝑠𝑠</m:t>
                            </m:r>
                          </m:sub>
                        </m:sSub>
                        <m:r>
                          <a:rPr lang="en-IN" sz="1400" b="0" i="1" smtClean="0">
                            <a:latin typeface="Cambria Math" panose="02040503050406030204" pitchFamily="18" charset="0"/>
                            <a:cs typeface="Times New Roman" panose="02020603050405020304" pitchFamily="18" charset="0"/>
                          </a:rPr>
                          <m:t>=</m:t>
                        </m:r>
                        <m:limLow>
                          <m:limLowPr>
                            <m:ctrlPr>
                              <a:rPr lang="en-IN" sz="1400" b="0" i="1" smtClean="0">
                                <a:latin typeface="Cambria Math" panose="02040503050406030204" pitchFamily="18" charset="0"/>
                                <a:cs typeface="Times New Roman" panose="02020603050405020304" pitchFamily="18" charset="0"/>
                              </a:rPr>
                            </m:ctrlPr>
                          </m:limLowPr>
                          <m:e>
                            <m:groupChr>
                              <m:groupChrPr>
                                <m:chr m:val="⏟"/>
                                <m:ctrlPr>
                                  <a:rPr lang="en-IN" sz="1400" b="0" i="1" smtClean="0">
                                    <a:latin typeface="Cambria Math" panose="02040503050406030204" pitchFamily="18" charset="0"/>
                                    <a:cs typeface="Times New Roman" panose="02020603050405020304" pitchFamily="18" charset="0"/>
                                  </a:rPr>
                                </m:ctrlPr>
                              </m:groupChrPr>
                              <m:e>
                                <m:f>
                                  <m:fPr>
                                    <m:ctrlPr>
                                      <a:rPr lang="en-IN" sz="1400" b="0" i="1" smtClean="0">
                                        <a:latin typeface="Cambria Math" panose="02040503050406030204" pitchFamily="18" charset="0"/>
                                        <a:cs typeface="Times New Roman" panose="02020603050405020304" pitchFamily="18" charset="0"/>
                                      </a:rPr>
                                    </m:ctrlPr>
                                  </m:fPr>
                                  <m:num>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1" i="1" smtClean="0">
                                        <a:latin typeface="Cambria Math" panose="02040503050406030204" pitchFamily="18" charset="0"/>
                                        <a:ea typeface="Cambria Math" panose="02040503050406030204" pitchFamily="18" charset="0"/>
                                        <a:cs typeface="Times New Roman" panose="02020603050405020304" pitchFamily="18" charset="0"/>
                                      </a:rPr>
                                      <m:t>𝑼</m:t>
                                    </m:r>
                                  </m:num>
                                  <m:den>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𝑡</m:t>
                                    </m:r>
                                  </m:den>
                                </m:f>
                                <m:r>
                                  <a:rPr lang="en-IN" sz="1400" b="0" i="1" smtClean="0">
                                    <a:latin typeface="Cambria Math" panose="02040503050406030204" pitchFamily="18" charset="0"/>
                                    <a:cs typeface="Times New Roman" panose="02020603050405020304" pitchFamily="18" charset="0"/>
                                  </a:rPr>
                                  <m:t>+</m:t>
                                </m:r>
                                <m:r>
                                  <m:rPr>
                                    <m:sty m:val="p"/>
                                  </m:rP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0" i="1" smtClean="0">
                                    <a:latin typeface="Cambria Math" panose="02040503050406030204" pitchFamily="18" charset="0"/>
                                    <a:ea typeface="Cambria Math" panose="02040503050406030204" pitchFamily="18" charset="0"/>
                                    <a:cs typeface="Times New Roman" panose="02020603050405020304" pitchFamily="18" charset="0"/>
                                  </a:rPr>
                                  <m:t>∙</m:t>
                                </m:r>
                                <m:r>
                                  <a:rPr lang="en-IN" sz="1400" b="1" i="1" smtClean="0">
                                    <a:latin typeface="Cambria Math" panose="02040503050406030204" pitchFamily="18" charset="0"/>
                                    <a:ea typeface="Cambria Math" panose="02040503050406030204" pitchFamily="18" charset="0"/>
                                    <a:cs typeface="Times New Roman" panose="02020603050405020304" pitchFamily="18" charset="0"/>
                                  </a:rPr>
                                  <m:t>𝑮</m:t>
                                </m:r>
                                <m:d>
                                  <m:dPr>
                                    <m:ctrlPr>
                                      <a:rPr lang="en-IN" sz="1400" b="1"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IN" sz="1400" b="1" i="1" smtClean="0">
                                        <a:latin typeface="Cambria Math" panose="02040503050406030204" pitchFamily="18" charset="0"/>
                                        <a:ea typeface="Cambria Math" panose="02040503050406030204" pitchFamily="18" charset="0"/>
                                        <a:cs typeface="Times New Roman" panose="02020603050405020304" pitchFamily="18" charset="0"/>
                                      </a:rPr>
                                      <m:t>𝑼</m:t>
                                    </m:r>
                                  </m:e>
                                </m:d>
                                <m:r>
                                  <a:rPr lang="en-IN" sz="1400" b="0" i="1" smtClean="0">
                                    <a:latin typeface="Cambria Math" panose="02040503050406030204" pitchFamily="18" charset="0"/>
                                    <a:ea typeface="Cambria Math" panose="02040503050406030204" pitchFamily="18" charset="0"/>
                                    <a:cs typeface="Times New Roman" panose="02020603050405020304" pitchFamily="18" charset="0"/>
                                  </a:rPr>
                                  <m:t>=0</m:t>
                                </m:r>
                              </m:e>
                            </m:groupChr>
                          </m:e>
                          <m:lim>
                            <m:r>
                              <a:rPr lang="en-IN" sz="1400" b="0" i="1" smtClean="0">
                                <a:latin typeface="Cambria Math" panose="02040503050406030204" pitchFamily="18" charset="0"/>
                                <a:cs typeface="Times New Roman" panose="02020603050405020304" pitchFamily="18" charset="0"/>
                              </a:rPr>
                              <m:t>𝐸𝑢𝑙𝑒𝑟</m:t>
                            </m:r>
                            <m:r>
                              <a:rPr lang="en-IN" sz="1400" b="0" i="1" smtClean="0">
                                <a:latin typeface="Cambria Math" panose="02040503050406030204" pitchFamily="18" charset="0"/>
                                <a:cs typeface="Times New Roman" panose="02020603050405020304" pitchFamily="18" charset="0"/>
                              </a:rPr>
                              <m:t> </m:t>
                            </m:r>
                            <m:r>
                              <a:rPr lang="en-IN" sz="1400" b="0" i="1" smtClean="0">
                                <a:latin typeface="Cambria Math" panose="02040503050406030204" pitchFamily="18" charset="0"/>
                                <a:cs typeface="Times New Roman" panose="02020603050405020304" pitchFamily="18" charset="0"/>
                              </a:rPr>
                              <m:t>𝐸𝑞𝑢𝑎𝑡𝑖𝑜𝑛</m:t>
                            </m:r>
                          </m:lim>
                        </m:limLow>
                      </m:oMath>
                    </m:oMathPara>
                  </a14:m>
                  <a:endParaRPr lang="en-IN" sz="1400" b="0" i="1" dirty="0">
                    <a:latin typeface="Cambria Math" panose="020405030504060302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cs typeface="Times New Roman" panose="02020603050405020304" pitchFamily="18" charset="0"/>
                          </a:rPr>
                          <m:t>+</m:t>
                        </m:r>
                        <m:limLow>
                          <m:limLowPr>
                            <m:ctrlPr>
                              <a:rPr lang="en-IN" sz="1400" b="0" i="1" smtClean="0">
                                <a:solidFill>
                                  <a:srgbClr val="FF0000"/>
                                </a:solidFill>
                                <a:latin typeface="Cambria Math" panose="02040503050406030204" pitchFamily="18" charset="0"/>
                                <a:cs typeface="Times New Roman" panose="02020603050405020304" pitchFamily="18" charset="0"/>
                              </a:rPr>
                            </m:ctrlPr>
                          </m:limLowPr>
                          <m:e>
                            <m:groupChr>
                              <m:groupChrPr>
                                <m:chr m:val="⏟"/>
                                <m:ctrlPr>
                                  <a:rPr lang="en-IN" sz="1400" b="0" i="1" smtClean="0">
                                    <a:solidFill>
                                      <a:srgbClr val="FF0000"/>
                                    </a:solidFill>
                                    <a:latin typeface="Cambria Math" panose="02040503050406030204" pitchFamily="18" charset="0"/>
                                    <a:cs typeface="Times New Roman" panose="02020603050405020304" pitchFamily="18" charset="0"/>
                                  </a:rPr>
                                </m:ctrlPr>
                              </m:groupChrPr>
                              <m:e>
                                <m:sSub>
                                  <m:sSubPr>
                                    <m:ctrlPr>
                                      <a:rPr lang="en-IN" sz="1400" b="0" i="1" smtClean="0">
                                        <a:solidFill>
                                          <a:srgbClr val="FF0000"/>
                                        </a:solidFill>
                                        <a:latin typeface="Cambria Math" panose="02040503050406030204" pitchFamily="18" charset="0"/>
                                        <a:cs typeface="Times New Roman" panose="02020603050405020304" pitchFamily="18" charset="0"/>
                                      </a:rPr>
                                    </m:ctrlPr>
                                  </m:sSubPr>
                                  <m:e>
                                    <m:r>
                                      <a:rPr lang="en-IN" sz="1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𝜂</m:t>
                                    </m:r>
                                  </m:e>
                                  <m:sub>
                                    <m:r>
                                      <a:rPr lang="en-IN" sz="1400" b="0" i="1" smtClean="0">
                                        <a:solidFill>
                                          <a:srgbClr val="FF0000"/>
                                        </a:solidFill>
                                        <a:latin typeface="Cambria Math" panose="02040503050406030204" pitchFamily="18" charset="0"/>
                                        <a:cs typeface="Times New Roman" panose="02020603050405020304" pitchFamily="18" charset="0"/>
                                      </a:rPr>
                                      <m:t>𝑡</m:t>
                                    </m:r>
                                  </m:sub>
                                </m:sSub>
                                <m:r>
                                  <a:rPr lang="en-IN" sz="1400" b="0" i="1" smtClean="0">
                                    <a:solidFill>
                                      <a:srgbClr val="FF0000"/>
                                    </a:solidFill>
                                    <a:latin typeface="Cambria Math" panose="02040503050406030204" pitchFamily="18" charset="0"/>
                                    <a:cs typeface="Times New Roman" panose="02020603050405020304" pitchFamily="18" charset="0"/>
                                  </a:rPr>
                                  <m:t>+</m:t>
                                </m:r>
                                <m:sSub>
                                  <m:sSubPr>
                                    <m:ctrlPr>
                                      <a:rPr lang="en-IN" sz="1400" b="0" i="1" smtClean="0">
                                        <a:solidFill>
                                          <a:srgbClr val="FF0000"/>
                                        </a:solidFill>
                                        <a:latin typeface="Cambria Math" panose="02040503050406030204" pitchFamily="18" charset="0"/>
                                        <a:cs typeface="Times New Roman" panose="02020603050405020304" pitchFamily="18" charset="0"/>
                                      </a:rPr>
                                    </m:ctrlPr>
                                  </m:sSubPr>
                                  <m:e>
                                    <m:r>
                                      <a:rPr lang="en-IN" sz="1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𝜙</m:t>
                                    </m:r>
                                  </m:e>
                                  <m:sub>
                                    <m:r>
                                      <a:rPr lang="en-IN" sz="1400" b="0" i="1" smtClean="0">
                                        <a:solidFill>
                                          <a:srgbClr val="FF0000"/>
                                        </a:solidFill>
                                        <a:latin typeface="Cambria Math" panose="02040503050406030204" pitchFamily="18" charset="0"/>
                                        <a:cs typeface="Times New Roman" panose="02020603050405020304" pitchFamily="18" charset="0"/>
                                      </a:rPr>
                                      <m:t>1</m:t>
                                    </m:r>
                                    <m:r>
                                      <a:rPr lang="en-IN" sz="1400" b="0" i="1" smtClean="0">
                                        <a:solidFill>
                                          <a:srgbClr val="FF0000"/>
                                        </a:solidFill>
                                        <a:latin typeface="Cambria Math" panose="02040503050406030204" pitchFamily="18" charset="0"/>
                                        <a:cs typeface="Times New Roman" panose="02020603050405020304" pitchFamily="18" charset="0"/>
                                      </a:rPr>
                                      <m:t>𝑥</m:t>
                                    </m:r>
                                  </m:sub>
                                </m:sSub>
                                <m:r>
                                  <a:rPr lang="en-IN" sz="1400" b="0" i="1" smtClean="0">
                                    <a:solidFill>
                                      <a:srgbClr val="FF0000"/>
                                    </a:solidFill>
                                    <a:latin typeface="Cambria Math" panose="02040503050406030204" pitchFamily="18" charset="0"/>
                                    <a:cs typeface="Times New Roman" panose="02020603050405020304" pitchFamily="18" charset="0"/>
                                  </a:rPr>
                                  <m:t>+</m:t>
                                </m:r>
                                <m:sSub>
                                  <m:sSubPr>
                                    <m:ctrlPr>
                                      <a:rPr lang="en-IN" sz="1400" b="0" i="1" smtClean="0">
                                        <a:solidFill>
                                          <a:srgbClr val="FF0000"/>
                                        </a:solidFill>
                                        <a:latin typeface="Cambria Math" panose="02040503050406030204" pitchFamily="18" charset="0"/>
                                        <a:cs typeface="Times New Roman" panose="02020603050405020304" pitchFamily="18" charset="0"/>
                                      </a:rPr>
                                    </m:ctrlPr>
                                  </m:sSubPr>
                                  <m:e>
                                    <m:r>
                                      <a:rPr lang="en-IN" sz="1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𝜙</m:t>
                                    </m:r>
                                  </m:e>
                                  <m:sub>
                                    <m:r>
                                      <a:rPr lang="en-IN" sz="1400" b="0" i="1" smtClean="0">
                                        <a:solidFill>
                                          <a:srgbClr val="FF0000"/>
                                        </a:solidFill>
                                        <a:latin typeface="Cambria Math" panose="02040503050406030204" pitchFamily="18" charset="0"/>
                                        <a:cs typeface="Times New Roman" panose="02020603050405020304" pitchFamily="18" charset="0"/>
                                      </a:rPr>
                                      <m:t>2</m:t>
                                    </m:r>
                                    <m:r>
                                      <a:rPr lang="en-IN" sz="1400" b="0" i="1" smtClean="0">
                                        <a:solidFill>
                                          <a:srgbClr val="FF0000"/>
                                        </a:solidFill>
                                        <a:latin typeface="Cambria Math" panose="02040503050406030204" pitchFamily="18" charset="0"/>
                                        <a:cs typeface="Times New Roman" panose="02020603050405020304" pitchFamily="18" charset="0"/>
                                      </a:rPr>
                                      <m:t>𝑦</m:t>
                                    </m:r>
                                  </m:sub>
                                </m:sSub>
                                <m:r>
                                  <a:rPr lang="en-IN" sz="14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≤0</m:t>
                                </m:r>
                              </m:e>
                            </m:groupChr>
                          </m:e>
                          <m:lim>
                            <m:r>
                              <a:rPr lang="en-IN" sz="1400" b="0" i="1" smtClean="0">
                                <a:solidFill>
                                  <a:srgbClr val="FF0000"/>
                                </a:solidFill>
                                <a:latin typeface="Cambria Math" panose="02040503050406030204" pitchFamily="18" charset="0"/>
                                <a:cs typeface="Times New Roman" panose="02020603050405020304" pitchFamily="18" charset="0"/>
                              </a:rPr>
                              <m:t>𝐸𝑛𝑡𝑟𝑜𝑝𝑦</m:t>
                            </m:r>
                            <m:r>
                              <a:rPr lang="en-IN" sz="1400" b="0" i="1" smtClean="0">
                                <a:solidFill>
                                  <a:srgbClr val="FF0000"/>
                                </a:solidFill>
                                <a:latin typeface="Cambria Math" panose="02040503050406030204" pitchFamily="18" charset="0"/>
                                <a:cs typeface="Times New Roman" panose="02020603050405020304" pitchFamily="18" charset="0"/>
                              </a:rPr>
                              <m:t> </m:t>
                            </m:r>
                            <m:r>
                              <a:rPr lang="en-IN" sz="1400" b="0" i="1" smtClean="0">
                                <a:solidFill>
                                  <a:srgbClr val="FF0000"/>
                                </a:solidFill>
                                <a:latin typeface="Cambria Math" panose="02040503050406030204" pitchFamily="18" charset="0"/>
                                <a:cs typeface="Times New Roman" panose="02020603050405020304" pitchFamily="18" charset="0"/>
                              </a:rPr>
                              <m:t>𝐶𝑜𝑛𝑑𝑖𝑡𝑖𝑜𝑛</m:t>
                            </m:r>
                          </m:lim>
                        </m:limLow>
                      </m:oMath>
                    </m:oMathPara>
                  </a14:m>
                  <a:endParaRPr lang="en-IN" sz="1400" dirty="0">
                    <a:latin typeface="Baskerville Old Face" panose="02020602080505020303" pitchFamily="18" charset="0"/>
                  </a:endParaRPr>
                </a:p>
              </p:txBody>
            </p:sp>
          </mc:Choice>
          <mc:Fallback xmlns="">
            <p:sp>
              <p:nvSpPr>
                <p:cNvPr id="248" name="Rectangle 247">
                  <a:extLst>
                    <a:ext uri="{FF2B5EF4-FFF2-40B4-BE49-F238E27FC236}">
                      <a16:creationId xmlns:a16="http://schemas.microsoft.com/office/drawing/2014/main" id="{E7C726B5-988B-5DF1-D80A-9CBAD003BF44}"/>
                    </a:ext>
                  </a:extLst>
                </p:cNvPr>
                <p:cNvSpPr>
                  <a:spLocks noRot="1" noChangeAspect="1" noMove="1" noResize="1" noEditPoints="1" noAdjustHandles="1" noChangeArrowheads="1" noChangeShapeType="1" noTextEdit="1"/>
                </p:cNvSpPr>
                <p:nvPr/>
              </p:nvSpPr>
              <p:spPr>
                <a:xfrm>
                  <a:off x="5001607" y="3404864"/>
                  <a:ext cx="3175135" cy="1374133"/>
                </a:xfrm>
                <a:prstGeom prst="rect">
                  <a:avLst/>
                </a:prstGeom>
                <a:blipFill>
                  <a:blip r:embed="rId5"/>
                  <a:stretch>
                    <a:fillRect/>
                  </a:stretch>
                </a:blipFill>
                <a:ln w="28575">
                  <a:solidFill>
                    <a:srgbClr val="FF0000"/>
                  </a:solidFill>
                </a:ln>
              </p:spPr>
              <p:txBody>
                <a:bodyPr/>
                <a:lstStyle/>
                <a:p>
                  <a:r>
                    <a:rPr lang="en-IN">
                      <a:noFill/>
                    </a:rPr>
                    <a:t> </a:t>
                  </a:r>
                </a:p>
              </p:txBody>
            </p:sp>
          </mc:Fallback>
        </mc:AlternateContent>
        <p:cxnSp>
          <p:nvCxnSpPr>
            <p:cNvPr id="17" name="Straight Arrow Connector 16">
              <a:extLst>
                <a:ext uri="{FF2B5EF4-FFF2-40B4-BE49-F238E27FC236}">
                  <a16:creationId xmlns:a16="http://schemas.microsoft.com/office/drawing/2014/main" id="{9DE6F4D8-ECF2-D46E-960E-B8E77C29407A}"/>
                </a:ext>
              </a:extLst>
            </p:cNvPr>
            <p:cNvCxnSpPr>
              <a:cxnSpLocks/>
              <a:stCxn id="12" idx="6"/>
              <a:endCxn id="16" idx="1"/>
            </p:cNvCxnSpPr>
            <p:nvPr/>
          </p:nvCxnSpPr>
          <p:spPr>
            <a:xfrm>
              <a:off x="4734987" y="3370306"/>
              <a:ext cx="266620" cy="72162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1036228-F6DB-F50F-6177-C3BD2ACA2C13}"/>
                </a:ext>
              </a:extLst>
            </p:cNvPr>
            <p:cNvCxnSpPr>
              <a:cxnSpLocks/>
              <a:stCxn id="13" idx="6"/>
              <a:endCxn id="16" idx="1"/>
            </p:cNvCxnSpPr>
            <p:nvPr/>
          </p:nvCxnSpPr>
          <p:spPr>
            <a:xfrm flipV="1">
              <a:off x="4734986" y="4091931"/>
              <a:ext cx="266621" cy="7103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C4823B9B-6DF2-BEA7-0663-31071663ADAD}"/>
                </a:ext>
              </a:extLst>
            </p:cNvPr>
            <p:cNvSpPr/>
            <p:nvPr/>
          </p:nvSpPr>
          <p:spPr>
            <a:xfrm>
              <a:off x="3596497" y="5587848"/>
              <a:ext cx="664296" cy="59574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20" name="Oval 19">
              <a:extLst>
                <a:ext uri="{FF2B5EF4-FFF2-40B4-BE49-F238E27FC236}">
                  <a16:creationId xmlns:a16="http://schemas.microsoft.com/office/drawing/2014/main" id="{55C6CB63-8AF0-9DB3-84CB-574AE503917A}"/>
                </a:ext>
              </a:extLst>
            </p:cNvPr>
            <p:cNvSpPr/>
            <p:nvPr/>
          </p:nvSpPr>
          <p:spPr>
            <a:xfrm>
              <a:off x="6257026" y="5605360"/>
              <a:ext cx="664296" cy="596612"/>
            </a:xfrm>
            <a:prstGeom prst="ellipse">
              <a:avLst/>
            </a:prstGeom>
            <a:solidFill>
              <a:srgbClr val="00B050"/>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IN" sz="1200" dirty="0">
                  <a:latin typeface="Baskerville Old Face" panose="02020602080505020303" pitchFamily="18" charset="0"/>
                </a:rPr>
                <a:t>Loss</a:t>
              </a:r>
            </a:p>
          </p:txBody>
        </p:sp>
        <p:sp>
          <p:nvSpPr>
            <p:cNvPr id="21" name="TextBox 20">
              <a:extLst>
                <a:ext uri="{FF2B5EF4-FFF2-40B4-BE49-F238E27FC236}">
                  <a16:creationId xmlns:a16="http://schemas.microsoft.com/office/drawing/2014/main" id="{4471AAA8-1160-A1DC-2A89-0DEF3CE0AB0B}"/>
                </a:ext>
              </a:extLst>
            </p:cNvPr>
            <p:cNvSpPr txBox="1"/>
            <p:nvPr/>
          </p:nvSpPr>
          <p:spPr>
            <a:xfrm>
              <a:off x="2448197" y="5882059"/>
              <a:ext cx="606865" cy="276999"/>
            </a:xfrm>
            <a:prstGeom prst="rect">
              <a:avLst/>
            </a:prstGeom>
            <a:noFill/>
          </p:spPr>
          <p:txBody>
            <a:bodyPr wrap="square" rtlCol="0">
              <a:spAutoFit/>
            </a:bodyPr>
            <a:lstStyle/>
            <a:p>
              <a:pPr algn="ctr"/>
              <a:r>
                <a:rPr lang="en-IN" sz="1200" dirty="0">
                  <a:latin typeface="Baskerville Old Face" panose="02020602080505020303" pitchFamily="18" charset="0"/>
                </a:rPr>
                <a:t>NO</a:t>
              </a:r>
            </a:p>
          </p:txBody>
        </p:sp>
        <p:sp>
          <p:nvSpPr>
            <p:cNvPr id="22" name="TextBox 21">
              <a:extLst>
                <a:ext uri="{FF2B5EF4-FFF2-40B4-BE49-F238E27FC236}">
                  <a16:creationId xmlns:a16="http://schemas.microsoft.com/office/drawing/2014/main" id="{09D46270-48D2-74A8-9D96-DD7C38AD8153}"/>
                </a:ext>
              </a:extLst>
            </p:cNvPr>
            <p:cNvSpPr txBox="1"/>
            <p:nvPr/>
          </p:nvSpPr>
          <p:spPr>
            <a:xfrm>
              <a:off x="4177960" y="6136519"/>
              <a:ext cx="496408" cy="276999"/>
            </a:xfrm>
            <a:prstGeom prst="rect">
              <a:avLst/>
            </a:prstGeom>
            <a:noFill/>
          </p:spPr>
          <p:txBody>
            <a:bodyPr wrap="square">
              <a:spAutoFit/>
            </a:bodyPr>
            <a:lstStyle/>
            <a:p>
              <a:pPr algn="ctr"/>
              <a:r>
                <a:rPr lang="en-IN" sz="1200" dirty="0">
                  <a:latin typeface="Baskerville Old Face" panose="02020602080505020303" pitchFamily="18" charset="0"/>
                </a:rPr>
                <a:t>YES</a:t>
              </a:r>
            </a:p>
          </p:txBody>
        </p:sp>
        <p:sp>
          <p:nvSpPr>
            <p:cNvPr id="23" name="TextBox 22">
              <a:extLst>
                <a:ext uri="{FF2B5EF4-FFF2-40B4-BE49-F238E27FC236}">
                  <a16:creationId xmlns:a16="http://schemas.microsoft.com/office/drawing/2014/main" id="{E9962F1A-4766-00DC-61F1-3C5364AB28DF}"/>
                </a:ext>
              </a:extLst>
            </p:cNvPr>
            <p:cNvSpPr txBox="1"/>
            <p:nvPr/>
          </p:nvSpPr>
          <p:spPr>
            <a:xfrm>
              <a:off x="3201838" y="6393553"/>
              <a:ext cx="1491445" cy="307777"/>
            </a:xfrm>
            <a:prstGeom prst="rect">
              <a:avLst/>
            </a:prstGeom>
            <a:noFill/>
          </p:spPr>
          <p:txBody>
            <a:bodyPr wrap="square" rtlCol="0">
              <a:spAutoFit/>
            </a:bodyPr>
            <a:lstStyle/>
            <a:p>
              <a:pPr algn="ctr"/>
              <a:r>
                <a:rPr lang="en-IN" sz="1400" b="1" dirty="0">
                  <a:latin typeface="Times New Roman" panose="02020603050405020304" pitchFamily="18" charset="0"/>
                  <a:cs typeface="Times New Roman" panose="02020603050405020304" pitchFamily="18" charset="0"/>
                </a:rPr>
                <a:t>DONE</a:t>
              </a:r>
            </a:p>
          </p:txBody>
        </p:sp>
        <p:cxnSp>
          <p:nvCxnSpPr>
            <p:cNvPr id="24" name="Straight Arrow Connector 23">
              <a:extLst>
                <a:ext uri="{FF2B5EF4-FFF2-40B4-BE49-F238E27FC236}">
                  <a16:creationId xmlns:a16="http://schemas.microsoft.com/office/drawing/2014/main" id="{176F3875-FBCB-A6C8-680A-80013DBD5613}"/>
                </a:ext>
              </a:extLst>
            </p:cNvPr>
            <p:cNvCxnSpPr>
              <a:cxnSpLocks/>
              <a:stCxn id="16" idx="2"/>
              <a:endCxn id="20" idx="0"/>
            </p:cNvCxnSpPr>
            <p:nvPr/>
          </p:nvCxnSpPr>
          <p:spPr>
            <a:xfrm flipH="1">
              <a:off x="6589174" y="4778997"/>
              <a:ext cx="1" cy="8263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FE5B3EE-3BC9-61BE-8D35-3092FA766C33}"/>
                </a:ext>
              </a:extLst>
            </p:cNvPr>
            <p:cNvCxnSpPr>
              <a:cxnSpLocks/>
              <a:stCxn id="20" idx="2"/>
              <a:endCxn id="19" idx="3"/>
            </p:cNvCxnSpPr>
            <p:nvPr/>
          </p:nvCxnSpPr>
          <p:spPr>
            <a:xfrm flipH="1" flipV="1">
              <a:off x="4260793" y="5885722"/>
              <a:ext cx="1996233" cy="1794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937F5B53-62E5-A4C6-97BE-CA0DDC9DAC3C}"/>
                </a:ext>
              </a:extLst>
            </p:cNvPr>
            <p:cNvCxnSpPr>
              <a:cxnSpLocks/>
              <a:stCxn id="19" idx="1"/>
              <a:endCxn id="9" idx="2"/>
            </p:cNvCxnSpPr>
            <p:nvPr/>
          </p:nvCxnSpPr>
          <p:spPr>
            <a:xfrm rot="10800000">
              <a:off x="1785613" y="5578016"/>
              <a:ext cx="1810884" cy="307707"/>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4360161-48EC-BB16-FEE0-10100BE4C311}"/>
                </a:ext>
              </a:extLst>
            </p:cNvPr>
            <p:cNvCxnSpPr>
              <a:cxnSpLocks/>
              <a:stCxn id="19" idx="2"/>
              <a:endCxn id="23" idx="0"/>
            </p:cNvCxnSpPr>
            <p:nvPr/>
          </p:nvCxnSpPr>
          <p:spPr>
            <a:xfrm>
              <a:off x="3928645" y="6183595"/>
              <a:ext cx="18916" cy="20995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B23AC129-684D-7048-C420-847A65CA6BE2}"/>
                    </a:ext>
                  </a:extLst>
                </p:cNvPr>
                <p:cNvSpPr txBox="1"/>
                <p:nvPr/>
              </p:nvSpPr>
              <p:spPr>
                <a:xfrm>
                  <a:off x="3062311" y="5649751"/>
                  <a:ext cx="1763173" cy="507831"/>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IN" sz="900" i="1" smtClean="0">
                            <a:latin typeface="Cambria Math" panose="02040503050406030204" pitchFamily="18" charset="0"/>
                            <a:ea typeface="Cambria Math" panose="02040503050406030204" pitchFamily="18" charset="0"/>
                          </a:rPr>
                          <m:t>&gt;</m:t>
                        </m:r>
                        <m:sSup>
                          <m:sSupPr>
                            <m:ctrlPr>
                              <a:rPr lang="en-IN" sz="900" i="1" smtClean="0">
                                <a:latin typeface="Cambria Math" panose="02040503050406030204" pitchFamily="18" charset="0"/>
                                <a:ea typeface="Cambria Math" panose="02040503050406030204" pitchFamily="18" charset="0"/>
                              </a:rPr>
                            </m:ctrlPr>
                          </m:sSupPr>
                          <m:e>
                            <m:r>
                              <a:rPr lang="en-IN" sz="900" b="0" i="1" smtClean="0">
                                <a:latin typeface="Cambria Math" panose="02040503050406030204" pitchFamily="18" charset="0"/>
                                <a:ea typeface="Cambria Math" panose="02040503050406030204" pitchFamily="18" charset="0"/>
                              </a:rPr>
                              <m:t>10</m:t>
                            </m:r>
                          </m:e>
                          <m:sup>
                            <m:r>
                              <a:rPr lang="en-IN" sz="900" b="0" i="1" smtClean="0">
                                <a:latin typeface="Cambria Math" panose="02040503050406030204" pitchFamily="18" charset="0"/>
                                <a:ea typeface="Cambria Math" panose="02040503050406030204" pitchFamily="18" charset="0"/>
                              </a:rPr>
                              <m:t>−5</m:t>
                            </m:r>
                          </m:sup>
                        </m:sSup>
                      </m:oMath>
                    </m:oMathPara>
                  </a14:m>
                  <a:endParaRPr lang="en-IN" sz="900" dirty="0">
                    <a:latin typeface="Baskerville Old Face" panose="02020602080505020303" pitchFamily="18" charset="0"/>
                  </a:endParaRPr>
                </a:p>
                <a:p>
                  <a:pPr algn="ctr"/>
                  <a14:m>
                    <m:oMathPara xmlns:m="http://schemas.openxmlformats.org/officeDocument/2006/math">
                      <m:oMathParaPr>
                        <m:jc m:val="centerGroup"/>
                      </m:oMathParaPr>
                      <m:oMath xmlns:m="http://schemas.openxmlformats.org/officeDocument/2006/math">
                        <m:r>
                          <a:rPr lang="en-IN" sz="900" i="1" dirty="0" smtClean="0">
                            <a:latin typeface="Cambria Math" panose="02040503050406030204" pitchFamily="18" charset="0"/>
                          </a:rPr>
                          <m:t>𝑂</m:t>
                        </m:r>
                        <m:r>
                          <a:rPr lang="en-IN" sz="900" i="1" dirty="0">
                            <a:latin typeface="Cambria Math" panose="02040503050406030204" pitchFamily="18" charset="0"/>
                          </a:rPr>
                          <m:t>𝑅</m:t>
                        </m:r>
                      </m:oMath>
                    </m:oMathPara>
                  </a14:m>
                  <a:endParaRPr lang="en-IN" sz="900" dirty="0">
                    <a:latin typeface="Baskerville Old Face" panose="02020602080505020303" pitchFamily="18" charset="0"/>
                  </a:endParaRPr>
                </a:p>
                <a:p>
                  <a:pPr algn="ctr"/>
                  <a14:m>
                    <m:oMathPara xmlns:m="http://schemas.openxmlformats.org/officeDocument/2006/math">
                      <m:oMathParaPr>
                        <m:jc m:val="centerGroup"/>
                      </m:oMathParaPr>
                      <m:oMath xmlns:m="http://schemas.openxmlformats.org/officeDocument/2006/math">
                        <m:r>
                          <a:rPr lang="en-IN" sz="900" b="0" i="1" dirty="0" smtClean="0">
                            <a:latin typeface="Cambria Math" panose="02040503050406030204" pitchFamily="18" charset="0"/>
                          </a:rPr>
                          <m:t>𝑖𝑡𝑒𝑟</m:t>
                        </m:r>
                        <m:r>
                          <a:rPr lang="en-IN" sz="900" b="0" i="1" dirty="0" smtClean="0">
                            <a:latin typeface="Cambria Math" panose="02040503050406030204" pitchFamily="18" charset="0"/>
                          </a:rPr>
                          <m:t>=8000</m:t>
                        </m:r>
                      </m:oMath>
                    </m:oMathPara>
                  </a14:m>
                  <a:endParaRPr lang="en-IN" sz="900" dirty="0"/>
                </a:p>
              </p:txBody>
            </p:sp>
          </mc:Choice>
          <mc:Fallback xmlns="">
            <p:sp>
              <p:nvSpPr>
                <p:cNvPr id="28" name="TextBox 27">
                  <a:extLst>
                    <a:ext uri="{FF2B5EF4-FFF2-40B4-BE49-F238E27FC236}">
                      <a16:creationId xmlns:a16="http://schemas.microsoft.com/office/drawing/2014/main" id="{B23AC129-684D-7048-C420-847A65CA6BE2}"/>
                    </a:ext>
                  </a:extLst>
                </p:cNvPr>
                <p:cNvSpPr txBox="1">
                  <a:spLocks noRot="1" noChangeAspect="1" noMove="1" noResize="1" noEditPoints="1" noAdjustHandles="1" noChangeArrowheads="1" noChangeShapeType="1" noTextEdit="1"/>
                </p:cNvSpPr>
                <p:nvPr/>
              </p:nvSpPr>
              <p:spPr>
                <a:xfrm>
                  <a:off x="3062311" y="5649751"/>
                  <a:ext cx="1763173" cy="507831"/>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A7DB516B-08AA-E5A5-CC6D-B27CACD9CDFC}"/>
                    </a:ext>
                  </a:extLst>
                </p:cNvPr>
                <p:cNvSpPr/>
                <p:nvPr/>
              </p:nvSpPr>
              <p:spPr>
                <a:xfrm>
                  <a:off x="239283" y="3388097"/>
                  <a:ext cx="375517" cy="310483"/>
                </a:xfrm>
                <a:prstGeom prst="ellipse">
                  <a:avLst/>
                </a:prstGeom>
                <a:ln w="12700"/>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rPr>
                          <m:t> </m:t>
                        </m:r>
                        <m:r>
                          <a:rPr lang="en-IN" sz="1400" b="0" i="1" smtClean="0">
                            <a:latin typeface="Cambria Math" panose="02040503050406030204" pitchFamily="18" charset="0"/>
                          </a:rPr>
                          <m:t>𝑥</m:t>
                        </m:r>
                      </m:oMath>
                    </m:oMathPara>
                  </a14:m>
                  <a:endParaRPr lang="en-IN" sz="1400" dirty="0"/>
                </a:p>
              </p:txBody>
            </p:sp>
          </mc:Choice>
          <mc:Fallback xmlns="">
            <p:sp>
              <p:nvSpPr>
                <p:cNvPr id="261" name="Oval 260">
                  <a:extLst>
                    <a:ext uri="{FF2B5EF4-FFF2-40B4-BE49-F238E27FC236}">
                      <a16:creationId xmlns:a16="http://schemas.microsoft.com/office/drawing/2014/main" id="{85D61B45-3FEC-4215-3050-370B90792B28}"/>
                    </a:ext>
                  </a:extLst>
                </p:cNvPr>
                <p:cNvSpPr>
                  <a:spLocks noRot="1" noChangeAspect="1" noMove="1" noResize="1" noEditPoints="1" noAdjustHandles="1" noChangeArrowheads="1" noChangeShapeType="1" noTextEdit="1"/>
                </p:cNvSpPr>
                <p:nvPr/>
              </p:nvSpPr>
              <p:spPr>
                <a:xfrm>
                  <a:off x="239283" y="3388097"/>
                  <a:ext cx="375517" cy="310483"/>
                </a:xfrm>
                <a:prstGeom prst="ellipse">
                  <a:avLst/>
                </a:prstGeom>
                <a:blipFill>
                  <a:blip r:embed="rId7"/>
                  <a:stretch>
                    <a:fillRect/>
                  </a:stretch>
                </a:blipFill>
                <a:ln w="12700"/>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2B6114D1-6C83-E0F4-4546-967C8E92C442}"/>
                    </a:ext>
                  </a:extLst>
                </p:cNvPr>
                <p:cNvSpPr/>
                <p:nvPr/>
              </p:nvSpPr>
              <p:spPr>
                <a:xfrm>
                  <a:off x="236507" y="4478947"/>
                  <a:ext cx="375517" cy="310483"/>
                </a:xfrm>
                <a:prstGeom prst="ellipse">
                  <a:avLst/>
                </a:prstGeom>
                <a:ln w="12700"/>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rPr>
                          <m:t> </m:t>
                        </m:r>
                        <m:r>
                          <a:rPr lang="en-IN" sz="1400" b="0" i="1" smtClean="0">
                            <a:latin typeface="Cambria Math" panose="02040503050406030204" pitchFamily="18" charset="0"/>
                          </a:rPr>
                          <m:t>𝑦</m:t>
                        </m:r>
                      </m:oMath>
                    </m:oMathPara>
                  </a14:m>
                  <a:endParaRPr lang="en-IN" sz="1400" dirty="0"/>
                </a:p>
              </p:txBody>
            </p:sp>
          </mc:Choice>
          <mc:Fallback xmlns="">
            <p:sp>
              <p:nvSpPr>
                <p:cNvPr id="262" name="Oval 261">
                  <a:extLst>
                    <a:ext uri="{FF2B5EF4-FFF2-40B4-BE49-F238E27FC236}">
                      <a16:creationId xmlns:a16="http://schemas.microsoft.com/office/drawing/2014/main" id="{FDD2A550-91E1-8971-0EB9-6AB7B24F4D88}"/>
                    </a:ext>
                  </a:extLst>
                </p:cNvPr>
                <p:cNvSpPr>
                  <a:spLocks noRot="1" noChangeAspect="1" noMove="1" noResize="1" noEditPoints="1" noAdjustHandles="1" noChangeArrowheads="1" noChangeShapeType="1" noTextEdit="1"/>
                </p:cNvSpPr>
                <p:nvPr/>
              </p:nvSpPr>
              <p:spPr>
                <a:xfrm>
                  <a:off x="236507" y="4478947"/>
                  <a:ext cx="375517" cy="310483"/>
                </a:xfrm>
                <a:prstGeom prst="ellipse">
                  <a:avLst/>
                </a:prstGeom>
                <a:blipFill>
                  <a:blip r:embed="rId8"/>
                  <a:stretch>
                    <a:fillRect/>
                  </a:stretch>
                </a:blipFill>
                <a:ln w="12700"/>
              </p:spPr>
              <p:txBody>
                <a:bodyPr/>
                <a:lstStyle/>
                <a:p>
                  <a:r>
                    <a:rPr lang="en-IN">
                      <a:noFill/>
                    </a:rPr>
                    <a:t> </a:t>
                  </a:r>
                </a:p>
              </p:txBody>
            </p:sp>
          </mc:Fallback>
        </mc:AlternateContent>
        <p:sp>
          <p:nvSpPr>
            <p:cNvPr id="31" name="Oval 30">
              <a:extLst>
                <a:ext uri="{FF2B5EF4-FFF2-40B4-BE49-F238E27FC236}">
                  <a16:creationId xmlns:a16="http://schemas.microsoft.com/office/drawing/2014/main" id="{2F5F7EE0-C1B4-C0EF-2CAD-2BB9E3977382}"/>
                </a:ext>
              </a:extLst>
            </p:cNvPr>
            <p:cNvSpPr/>
            <p:nvPr/>
          </p:nvSpPr>
          <p:spPr>
            <a:xfrm>
              <a:off x="1831962" y="2815729"/>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909681F5-DFF1-A9DB-EA55-F742EB2F84BA}"/>
                </a:ext>
              </a:extLst>
            </p:cNvPr>
            <p:cNvSpPr/>
            <p:nvPr/>
          </p:nvSpPr>
          <p:spPr>
            <a:xfrm>
              <a:off x="1840534" y="3374605"/>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A4AD6137-7A59-A9A5-AA50-CFC82C6158EC}"/>
                </a:ext>
              </a:extLst>
            </p:cNvPr>
            <p:cNvSpPr/>
            <p:nvPr/>
          </p:nvSpPr>
          <p:spPr>
            <a:xfrm>
              <a:off x="1886521" y="3931421"/>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09D68E12-960D-21BF-A28B-6464185A2D8A}"/>
                </a:ext>
              </a:extLst>
            </p:cNvPr>
            <p:cNvSpPr/>
            <p:nvPr/>
          </p:nvSpPr>
          <p:spPr>
            <a:xfrm>
              <a:off x="1858083" y="4498183"/>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2A6C08BD-2C75-BB0F-1891-C0B4F88E75DF}"/>
                </a:ext>
              </a:extLst>
            </p:cNvPr>
            <p:cNvSpPr/>
            <p:nvPr/>
          </p:nvSpPr>
          <p:spPr>
            <a:xfrm>
              <a:off x="1867493" y="5057940"/>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EDCF597C-6D39-2F72-BBC2-40881CCB9F52}"/>
                    </a:ext>
                  </a:extLst>
                </p:cNvPr>
                <p:cNvSpPr/>
                <p:nvPr/>
              </p:nvSpPr>
              <p:spPr>
                <a:xfrm>
                  <a:off x="2997266" y="3549384"/>
                  <a:ext cx="587977" cy="554802"/>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rPr>
                          <m:t> </m:t>
                        </m:r>
                        <m:acc>
                          <m:accPr>
                            <m:chr m:val="̂"/>
                            <m:ctrlPr>
                              <a:rPr lang="en-IN" sz="1400" i="1" smtClean="0">
                                <a:latin typeface="Cambria Math" panose="02040503050406030204" pitchFamily="18" charset="0"/>
                              </a:rPr>
                            </m:ctrlPr>
                          </m:accPr>
                          <m:e>
                            <m:r>
                              <a:rPr lang="en-IN" sz="1400" b="0" i="1" smtClean="0">
                                <a:latin typeface="Cambria Math" panose="02040503050406030204" pitchFamily="18" charset="0"/>
                              </a:rPr>
                              <m:t>𝑢</m:t>
                            </m:r>
                          </m:e>
                        </m:acc>
                      </m:oMath>
                    </m:oMathPara>
                  </a14:m>
                  <a:endParaRPr lang="en-IN" sz="1400" dirty="0"/>
                </a:p>
              </p:txBody>
            </p:sp>
          </mc:Choice>
          <mc:Fallback xmlns="">
            <p:sp>
              <p:nvSpPr>
                <p:cNvPr id="268" name="Oval 267">
                  <a:extLst>
                    <a:ext uri="{FF2B5EF4-FFF2-40B4-BE49-F238E27FC236}">
                      <a16:creationId xmlns:a16="http://schemas.microsoft.com/office/drawing/2014/main" id="{63C1348B-FD3F-749F-DBEC-8DE3CF2BB52C}"/>
                    </a:ext>
                  </a:extLst>
                </p:cNvPr>
                <p:cNvSpPr>
                  <a:spLocks noRot="1" noChangeAspect="1" noMove="1" noResize="1" noEditPoints="1" noAdjustHandles="1" noChangeArrowheads="1" noChangeShapeType="1" noTextEdit="1"/>
                </p:cNvSpPr>
                <p:nvPr/>
              </p:nvSpPr>
              <p:spPr>
                <a:xfrm>
                  <a:off x="2997266" y="3549384"/>
                  <a:ext cx="587977" cy="554802"/>
                </a:xfrm>
                <a:prstGeom prst="ellipse">
                  <a:avLst/>
                </a:prstGeom>
                <a:blipFill>
                  <a:blip r:embed="rId9"/>
                  <a:stretch>
                    <a:fillRect/>
                  </a:stretch>
                </a:blipFill>
                <a:ln/>
              </p:spPr>
              <p:txBody>
                <a:bodyPr/>
                <a:lstStyle/>
                <a:p>
                  <a:r>
                    <a:rPr lang="en-IN">
                      <a:noFill/>
                    </a:rPr>
                    <a:t> </a:t>
                  </a:r>
                </a:p>
              </p:txBody>
            </p:sp>
          </mc:Fallback>
        </mc:AlternateContent>
        <p:cxnSp>
          <p:nvCxnSpPr>
            <p:cNvPr id="37" name="Straight Arrow Connector 36">
              <a:extLst>
                <a:ext uri="{FF2B5EF4-FFF2-40B4-BE49-F238E27FC236}">
                  <a16:creationId xmlns:a16="http://schemas.microsoft.com/office/drawing/2014/main" id="{4B01D778-0594-8A50-E78F-BEA5E8673EBC}"/>
                </a:ext>
              </a:extLst>
            </p:cNvPr>
            <p:cNvCxnSpPr>
              <a:cxnSpLocks/>
              <a:stCxn id="29" idx="6"/>
              <a:endCxn id="52" idx="2"/>
            </p:cNvCxnSpPr>
            <p:nvPr/>
          </p:nvCxnSpPr>
          <p:spPr>
            <a:xfrm flipV="1">
              <a:off x="614800" y="2981827"/>
              <a:ext cx="426061" cy="56151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E1463E9-87C7-08D7-C768-E6D15D77D3C1}"/>
                </a:ext>
              </a:extLst>
            </p:cNvPr>
            <p:cNvCxnSpPr>
              <a:cxnSpLocks/>
              <a:stCxn id="29" idx="6"/>
              <a:endCxn id="53" idx="2"/>
            </p:cNvCxnSpPr>
            <p:nvPr/>
          </p:nvCxnSpPr>
          <p:spPr>
            <a:xfrm flipV="1">
              <a:off x="614800" y="3536879"/>
              <a:ext cx="420826" cy="64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BE502F9-0315-48EF-619A-3700D2E875B6}"/>
                </a:ext>
              </a:extLst>
            </p:cNvPr>
            <p:cNvCxnSpPr>
              <a:cxnSpLocks/>
              <a:stCxn id="29" idx="6"/>
              <a:endCxn id="54" idx="2"/>
            </p:cNvCxnSpPr>
            <p:nvPr/>
          </p:nvCxnSpPr>
          <p:spPr>
            <a:xfrm>
              <a:off x="614800" y="3543339"/>
              <a:ext cx="413100" cy="54859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74160F9-438F-F320-D2D2-36E3272AED4A}"/>
                </a:ext>
              </a:extLst>
            </p:cNvPr>
            <p:cNvCxnSpPr>
              <a:cxnSpLocks/>
              <a:stCxn id="29" idx="6"/>
              <a:endCxn id="55" idx="2"/>
            </p:cNvCxnSpPr>
            <p:nvPr/>
          </p:nvCxnSpPr>
          <p:spPr>
            <a:xfrm>
              <a:off x="614800" y="3543339"/>
              <a:ext cx="407547" cy="110191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05D586A-E305-365C-F218-E2EA84918B6D}"/>
                </a:ext>
              </a:extLst>
            </p:cNvPr>
            <p:cNvCxnSpPr>
              <a:cxnSpLocks/>
              <a:stCxn id="29" idx="6"/>
              <a:endCxn id="56" idx="2"/>
            </p:cNvCxnSpPr>
            <p:nvPr/>
          </p:nvCxnSpPr>
          <p:spPr>
            <a:xfrm>
              <a:off x="614800" y="3543339"/>
              <a:ext cx="404771" cy="167834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FF983C0-4F1C-5480-B636-A629B91792D5}"/>
                </a:ext>
              </a:extLst>
            </p:cNvPr>
            <p:cNvCxnSpPr>
              <a:cxnSpLocks/>
              <a:stCxn id="30" idx="6"/>
              <a:endCxn id="55" idx="2"/>
            </p:cNvCxnSpPr>
            <p:nvPr/>
          </p:nvCxnSpPr>
          <p:spPr>
            <a:xfrm>
              <a:off x="612024" y="4634189"/>
              <a:ext cx="410323" cy="1106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C555710A-9F12-A0F0-938B-A2CBD90D408D}"/>
                </a:ext>
              </a:extLst>
            </p:cNvPr>
            <p:cNvCxnSpPr>
              <a:cxnSpLocks/>
              <a:stCxn id="30" idx="6"/>
              <a:endCxn id="52" idx="2"/>
            </p:cNvCxnSpPr>
            <p:nvPr/>
          </p:nvCxnSpPr>
          <p:spPr>
            <a:xfrm flipV="1">
              <a:off x="612024" y="2981827"/>
              <a:ext cx="428837" cy="16523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E818E61-77D3-DB52-51F8-1651636758F5}"/>
                </a:ext>
              </a:extLst>
            </p:cNvPr>
            <p:cNvCxnSpPr>
              <a:cxnSpLocks/>
              <a:stCxn id="30" idx="6"/>
              <a:endCxn id="53" idx="2"/>
            </p:cNvCxnSpPr>
            <p:nvPr/>
          </p:nvCxnSpPr>
          <p:spPr>
            <a:xfrm flipV="1">
              <a:off x="612024" y="3536879"/>
              <a:ext cx="423602" cy="10973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B5E2FF24-AE75-76CA-0D4A-BB23F97109F3}"/>
                </a:ext>
              </a:extLst>
            </p:cNvPr>
            <p:cNvCxnSpPr>
              <a:cxnSpLocks/>
              <a:stCxn id="30" idx="6"/>
              <a:endCxn id="54" idx="2"/>
            </p:cNvCxnSpPr>
            <p:nvPr/>
          </p:nvCxnSpPr>
          <p:spPr>
            <a:xfrm flipV="1">
              <a:off x="612024" y="4091932"/>
              <a:ext cx="415876" cy="5422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4B89A28-6160-CD4D-3EAE-6429CE5330B8}"/>
                </a:ext>
              </a:extLst>
            </p:cNvPr>
            <p:cNvCxnSpPr>
              <a:cxnSpLocks/>
              <a:stCxn id="35" idx="6"/>
              <a:endCxn id="36" idx="2"/>
            </p:cNvCxnSpPr>
            <p:nvPr/>
          </p:nvCxnSpPr>
          <p:spPr>
            <a:xfrm flipV="1">
              <a:off x="2243010" y="3826785"/>
              <a:ext cx="754256" cy="138639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4DF48867-2BA5-3415-BF02-A8FC313BD66A}"/>
                </a:ext>
              </a:extLst>
            </p:cNvPr>
            <p:cNvCxnSpPr>
              <a:cxnSpLocks/>
              <a:stCxn id="34" idx="6"/>
              <a:endCxn id="36" idx="2"/>
            </p:cNvCxnSpPr>
            <p:nvPr/>
          </p:nvCxnSpPr>
          <p:spPr>
            <a:xfrm flipV="1">
              <a:off x="2233600" y="3826785"/>
              <a:ext cx="763666" cy="8266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F5CED562-350B-9967-EB9B-13F247034949}"/>
                </a:ext>
              </a:extLst>
            </p:cNvPr>
            <p:cNvCxnSpPr>
              <a:cxnSpLocks/>
              <a:stCxn id="33" idx="6"/>
              <a:endCxn id="36" idx="2"/>
            </p:cNvCxnSpPr>
            <p:nvPr/>
          </p:nvCxnSpPr>
          <p:spPr>
            <a:xfrm flipV="1">
              <a:off x="2262038" y="3826785"/>
              <a:ext cx="735228" cy="25987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2F02B4D-545E-6D22-B7BD-D7CEEB304250}"/>
                </a:ext>
              </a:extLst>
            </p:cNvPr>
            <p:cNvCxnSpPr>
              <a:cxnSpLocks/>
              <a:stCxn id="32" idx="6"/>
              <a:endCxn id="36" idx="2"/>
            </p:cNvCxnSpPr>
            <p:nvPr/>
          </p:nvCxnSpPr>
          <p:spPr>
            <a:xfrm>
              <a:off x="2216051" y="3529847"/>
              <a:ext cx="781215" cy="29693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28B85EB2-003A-C881-B01C-EA314512929F}"/>
                </a:ext>
              </a:extLst>
            </p:cNvPr>
            <p:cNvCxnSpPr>
              <a:cxnSpLocks/>
              <a:stCxn id="31" idx="6"/>
              <a:endCxn id="36" idx="2"/>
            </p:cNvCxnSpPr>
            <p:nvPr/>
          </p:nvCxnSpPr>
          <p:spPr>
            <a:xfrm>
              <a:off x="2207479" y="2970971"/>
              <a:ext cx="789787" cy="85581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9595F682-8B10-F540-D2D8-BB068CE20629}"/>
                </a:ext>
              </a:extLst>
            </p:cNvPr>
            <p:cNvCxnSpPr>
              <a:cxnSpLocks/>
              <a:stCxn id="30" idx="6"/>
              <a:endCxn id="56" idx="2"/>
            </p:cNvCxnSpPr>
            <p:nvPr/>
          </p:nvCxnSpPr>
          <p:spPr>
            <a:xfrm>
              <a:off x="612024" y="4634189"/>
              <a:ext cx="407547" cy="58749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A7D60C50-0A8E-12EB-35CE-2BC78585D0F8}"/>
                </a:ext>
              </a:extLst>
            </p:cNvPr>
            <p:cNvSpPr/>
            <p:nvPr/>
          </p:nvSpPr>
          <p:spPr>
            <a:xfrm>
              <a:off x="1040860" y="2826585"/>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BDCF6F4A-27ED-3BD0-3848-D16DF4652784}"/>
                </a:ext>
              </a:extLst>
            </p:cNvPr>
            <p:cNvSpPr/>
            <p:nvPr/>
          </p:nvSpPr>
          <p:spPr>
            <a:xfrm>
              <a:off x="1035626" y="3381637"/>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Oval 53">
              <a:extLst>
                <a:ext uri="{FF2B5EF4-FFF2-40B4-BE49-F238E27FC236}">
                  <a16:creationId xmlns:a16="http://schemas.microsoft.com/office/drawing/2014/main" id="{D5E7E83B-C477-096D-A7C0-4DF3FCF75975}"/>
                </a:ext>
              </a:extLst>
            </p:cNvPr>
            <p:cNvSpPr/>
            <p:nvPr/>
          </p:nvSpPr>
          <p:spPr>
            <a:xfrm>
              <a:off x="1027900" y="3936690"/>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Oval 54">
              <a:extLst>
                <a:ext uri="{FF2B5EF4-FFF2-40B4-BE49-F238E27FC236}">
                  <a16:creationId xmlns:a16="http://schemas.microsoft.com/office/drawing/2014/main" id="{781FEFFA-C5DF-F082-8100-69F15C84C971}"/>
                </a:ext>
              </a:extLst>
            </p:cNvPr>
            <p:cNvSpPr/>
            <p:nvPr/>
          </p:nvSpPr>
          <p:spPr>
            <a:xfrm>
              <a:off x="1022347" y="4490010"/>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DBE26A36-61B9-5B7D-9C2D-C62C4C1145CE}"/>
                </a:ext>
              </a:extLst>
            </p:cNvPr>
            <p:cNvSpPr/>
            <p:nvPr/>
          </p:nvSpPr>
          <p:spPr>
            <a:xfrm>
              <a:off x="1019571" y="5066443"/>
              <a:ext cx="375517" cy="310483"/>
            </a:xfrm>
            <a:prstGeom prst="ellipse">
              <a:avLst/>
            </a:prstGeom>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57" name="Oval 56">
                  <a:extLst>
                    <a:ext uri="{FF2B5EF4-FFF2-40B4-BE49-F238E27FC236}">
                      <a16:creationId xmlns:a16="http://schemas.microsoft.com/office/drawing/2014/main" id="{E04BC818-B8E4-CF2E-ABFC-3ABEE50788F7}"/>
                    </a:ext>
                  </a:extLst>
                </p:cNvPr>
                <p:cNvSpPr/>
                <p:nvPr/>
              </p:nvSpPr>
              <p:spPr>
                <a:xfrm>
                  <a:off x="4129362" y="3805338"/>
                  <a:ext cx="605625" cy="559546"/>
                </a:xfrm>
                <a:prstGeom prst="ellipse">
                  <a:avLst/>
                </a:prstGeom>
                <a:solidFill>
                  <a:schemeClr val="accent4">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IN" sz="1000" b="0" i="1" smtClean="0">
                                <a:latin typeface="Cambria Math" panose="02040503050406030204" pitchFamily="18" charset="0"/>
                              </a:rPr>
                            </m:ctrlPr>
                          </m:sSupPr>
                          <m:e>
                            <m:r>
                              <m:rPr>
                                <m:sty m:val="p"/>
                              </m:rPr>
                              <a:rPr lang="en-IN" sz="1000" b="0" i="1" smtClean="0">
                                <a:latin typeface="Cambria Math" panose="02040503050406030204" pitchFamily="18" charset="0"/>
                                <a:ea typeface="Cambria Math" panose="02040503050406030204" pitchFamily="18" charset="0"/>
                              </a:rPr>
                              <m:t>∇</m:t>
                            </m:r>
                          </m:e>
                          <m:sup>
                            <m:r>
                              <a:rPr lang="en-IN" sz="1000" b="0" i="1" smtClean="0">
                                <a:latin typeface="Cambria Math" panose="02040503050406030204" pitchFamily="18" charset="0"/>
                              </a:rPr>
                              <m:t>2</m:t>
                            </m:r>
                          </m:sup>
                        </m:sSup>
                        <m:r>
                          <a:rPr lang="en-IN" sz="1000" b="0" i="1" smtClean="0">
                            <a:latin typeface="Cambria Math" panose="02040503050406030204" pitchFamily="18" charset="0"/>
                            <a:ea typeface="Cambria Math" panose="02040503050406030204" pitchFamily="18" charset="0"/>
                          </a:rPr>
                          <m:t>∙</m:t>
                        </m:r>
                      </m:oMath>
                    </m:oMathPara>
                  </a14:m>
                  <a:endParaRPr lang="en-IN" sz="1000" dirty="0"/>
                </a:p>
              </p:txBody>
            </p:sp>
          </mc:Choice>
          <mc:Fallback xmlns="">
            <p:sp>
              <p:nvSpPr>
                <p:cNvPr id="289" name="Oval 288">
                  <a:extLst>
                    <a:ext uri="{FF2B5EF4-FFF2-40B4-BE49-F238E27FC236}">
                      <a16:creationId xmlns:a16="http://schemas.microsoft.com/office/drawing/2014/main" id="{0CF3B8CD-8ED8-4934-D0C6-1AC07757A4E6}"/>
                    </a:ext>
                  </a:extLst>
                </p:cNvPr>
                <p:cNvSpPr>
                  <a:spLocks noRot="1" noChangeAspect="1" noMove="1" noResize="1" noEditPoints="1" noAdjustHandles="1" noChangeArrowheads="1" noChangeShapeType="1" noTextEdit="1"/>
                </p:cNvSpPr>
                <p:nvPr/>
              </p:nvSpPr>
              <p:spPr>
                <a:xfrm>
                  <a:off x="4129362" y="3805338"/>
                  <a:ext cx="605625" cy="559546"/>
                </a:xfrm>
                <a:prstGeom prst="ellipse">
                  <a:avLst/>
                </a:prstGeom>
                <a:blipFill>
                  <a:blip r:embed="rId10"/>
                  <a:stretch>
                    <a:fillRect/>
                  </a:stretch>
                </a:blipFill>
                <a:ln/>
              </p:spPr>
              <p:txBody>
                <a:bodyPr/>
                <a:lstStyle/>
                <a:p>
                  <a:r>
                    <a:rPr lang="en-IN">
                      <a:noFill/>
                    </a:rPr>
                    <a:t> </a:t>
                  </a:r>
                </a:p>
              </p:txBody>
            </p:sp>
          </mc:Fallback>
        </mc:AlternateContent>
        <p:cxnSp>
          <p:nvCxnSpPr>
            <p:cNvPr id="58" name="Straight Arrow Connector 57">
              <a:extLst>
                <a:ext uri="{FF2B5EF4-FFF2-40B4-BE49-F238E27FC236}">
                  <a16:creationId xmlns:a16="http://schemas.microsoft.com/office/drawing/2014/main" id="{1C198E41-B081-E32A-A722-EC81118008E7}"/>
                </a:ext>
              </a:extLst>
            </p:cNvPr>
            <p:cNvCxnSpPr>
              <a:cxnSpLocks/>
              <a:stCxn id="36" idx="6"/>
              <a:endCxn id="57" idx="2"/>
            </p:cNvCxnSpPr>
            <p:nvPr/>
          </p:nvCxnSpPr>
          <p:spPr>
            <a:xfrm>
              <a:off x="3585243" y="3826785"/>
              <a:ext cx="544119" cy="25832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C40C38CF-A177-F139-67D8-EF814EFDD3D7}"/>
                </a:ext>
              </a:extLst>
            </p:cNvPr>
            <p:cNvCxnSpPr>
              <a:cxnSpLocks/>
              <a:stCxn id="57" idx="6"/>
              <a:endCxn id="16" idx="1"/>
            </p:cNvCxnSpPr>
            <p:nvPr/>
          </p:nvCxnSpPr>
          <p:spPr>
            <a:xfrm>
              <a:off x="4734987" y="4085111"/>
              <a:ext cx="266620" cy="682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9058D13A-5112-770B-2731-6A6E222513FE}"/>
                    </a:ext>
                  </a:extLst>
                </p:cNvPr>
                <p:cNvSpPr txBox="1"/>
                <p:nvPr/>
              </p:nvSpPr>
              <p:spPr>
                <a:xfrm>
                  <a:off x="1394258" y="3947219"/>
                  <a:ext cx="44893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oMath>
                    </m:oMathPara>
                  </a14:m>
                  <a:endParaRPr lang="en-IN" dirty="0"/>
                </a:p>
              </p:txBody>
            </p:sp>
          </mc:Choice>
          <mc:Fallback xmlns="">
            <p:sp>
              <p:nvSpPr>
                <p:cNvPr id="292" name="TextBox 291">
                  <a:extLst>
                    <a:ext uri="{FF2B5EF4-FFF2-40B4-BE49-F238E27FC236}">
                      <a16:creationId xmlns:a16="http://schemas.microsoft.com/office/drawing/2014/main" id="{1D815773-8090-1185-EEB7-029DDA387CFA}"/>
                    </a:ext>
                  </a:extLst>
                </p:cNvPr>
                <p:cNvSpPr txBox="1">
                  <a:spLocks noRot="1" noChangeAspect="1" noMove="1" noResize="1" noEditPoints="1" noAdjustHandles="1" noChangeArrowheads="1" noChangeShapeType="1" noTextEdit="1"/>
                </p:cNvSpPr>
                <p:nvPr/>
              </p:nvSpPr>
              <p:spPr>
                <a:xfrm>
                  <a:off x="1394258" y="3947219"/>
                  <a:ext cx="448938" cy="369332"/>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Oval 60">
                  <a:extLst>
                    <a:ext uri="{FF2B5EF4-FFF2-40B4-BE49-F238E27FC236}">
                      <a16:creationId xmlns:a16="http://schemas.microsoft.com/office/drawing/2014/main" id="{81E51105-2C8F-AA02-83E0-AABB30444BA5}"/>
                    </a:ext>
                  </a:extLst>
                </p:cNvPr>
                <p:cNvSpPr/>
                <p:nvPr/>
              </p:nvSpPr>
              <p:spPr>
                <a:xfrm>
                  <a:off x="2987830" y="4209580"/>
                  <a:ext cx="570429" cy="554802"/>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400" b="0" i="1" smtClean="0">
                            <a:latin typeface="Cambria Math" panose="02040503050406030204" pitchFamily="18" charset="0"/>
                          </a:rPr>
                          <m:t> </m:t>
                        </m:r>
                        <m:acc>
                          <m:accPr>
                            <m:chr m:val="̂"/>
                            <m:ctrlPr>
                              <a:rPr lang="en-IN" sz="1400" i="1" smtClean="0">
                                <a:latin typeface="Cambria Math" panose="02040503050406030204" pitchFamily="18" charset="0"/>
                              </a:rPr>
                            </m:ctrlPr>
                          </m:accPr>
                          <m:e>
                            <m:r>
                              <a:rPr lang="en-IN" sz="1400" b="0" i="1" smtClean="0">
                                <a:latin typeface="Cambria Math" panose="02040503050406030204" pitchFamily="18" charset="0"/>
                              </a:rPr>
                              <m:t>𝑣</m:t>
                            </m:r>
                          </m:e>
                        </m:acc>
                      </m:oMath>
                    </m:oMathPara>
                  </a14:m>
                  <a:endParaRPr lang="en-IN" sz="1400" dirty="0"/>
                </a:p>
              </p:txBody>
            </p:sp>
          </mc:Choice>
          <mc:Fallback xmlns="">
            <p:sp>
              <p:nvSpPr>
                <p:cNvPr id="293" name="Oval 292">
                  <a:extLst>
                    <a:ext uri="{FF2B5EF4-FFF2-40B4-BE49-F238E27FC236}">
                      <a16:creationId xmlns:a16="http://schemas.microsoft.com/office/drawing/2014/main" id="{110DF6D3-CAE2-1E4B-3A37-B9CF1C49B4B0}"/>
                    </a:ext>
                  </a:extLst>
                </p:cNvPr>
                <p:cNvSpPr>
                  <a:spLocks noRot="1" noChangeAspect="1" noMove="1" noResize="1" noEditPoints="1" noAdjustHandles="1" noChangeArrowheads="1" noChangeShapeType="1" noTextEdit="1"/>
                </p:cNvSpPr>
                <p:nvPr/>
              </p:nvSpPr>
              <p:spPr>
                <a:xfrm>
                  <a:off x="2987830" y="4209580"/>
                  <a:ext cx="570429" cy="554802"/>
                </a:xfrm>
                <a:prstGeom prst="ellipse">
                  <a:avLst/>
                </a:prstGeom>
                <a:blipFill>
                  <a:blip r:embed="rId12"/>
                  <a:stretch>
                    <a:fillRect/>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Oval 61">
                  <a:extLst>
                    <a:ext uri="{FF2B5EF4-FFF2-40B4-BE49-F238E27FC236}">
                      <a16:creationId xmlns:a16="http://schemas.microsoft.com/office/drawing/2014/main" id="{93704290-3243-2FD9-4870-587F670F58B4}"/>
                    </a:ext>
                  </a:extLst>
                </p:cNvPr>
                <p:cNvSpPr/>
                <p:nvPr/>
              </p:nvSpPr>
              <p:spPr>
                <a:xfrm>
                  <a:off x="2997266" y="2900451"/>
                  <a:ext cx="591831" cy="549657"/>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000" b="0" i="1" smtClean="0">
                            <a:latin typeface="Cambria Math" panose="02040503050406030204" pitchFamily="18" charset="0"/>
                          </a:rPr>
                          <m:t> </m:t>
                        </m:r>
                        <m:r>
                          <a:rPr lang="en-IN" sz="1000" b="0" i="1" smtClean="0">
                            <a:latin typeface="Cambria Math" panose="02040503050406030204" pitchFamily="18" charset="0"/>
                          </a:rPr>
                          <m:t>𝑚𝑎𝑥</m:t>
                        </m:r>
                        <m:r>
                          <a:rPr lang="en-IN" sz="1000" b="0" i="1" smtClean="0">
                            <a:latin typeface="Cambria Math" panose="02040503050406030204" pitchFamily="18" charset="0"/>
                          </a:rPr>
                          <m:t>(</m:t>
                        </m:r>
                        <m:r>
                          <a:rPr lang="en-IN" sz="1000" b="0" i="1" smtClean="0">
                            <a:latin typeface="Cambria Math" panose="02040503050406030204" pitchFamily="18" charset="0"/>
                            <a:ea typeface="Cambria Math" panose="02040503050406030204" pitchFamily="18" charset="0"/>
                          </a:rPr>
                          <m:t>𝛼</m:t>
                        </m:r>
                        <m:r>
                          <a:rPr lang="en-IN" sz="1000" b="0" i="1" smtClean="0">
                            <a:latin typeface="Cambria Math" panose="02040503050406030204" pitchFamily="18" charset="0"/>
                          </a:rPr>
                          <m:t>,</m:t>
                        </m:r>
                        <m:acc>
                          <m:accPr>
                            <m:chr m:val="̂"/>
                            <m:ctrlPr>
                              <a:rPr lang="en-IN" sz="1000" i="1">
                                <a:latin typeface="Cambria Math" panose="02040503050406030204" pitchFamily="18" charset="0"/>
                              </a:rPr>
                            </m:ctrlPr>
                          </m:accPr>
                          <m:e>
                            <m:r>
                              <a:rPr lang="en-IN" sz="1000" b="0" i="1" smtClean="0">
                                <a:latin typeface="Cambria Math" panose="02040503050406030204" pitchFamily="18" charset="0"/>
                              </a:rPr>
                              <m:t>𝑝</m:t>
                            </m:r>
                          </m:e>
                        </m:acc>
                        <m:r>
                          <a:rPr lang="en-IN" sz="1000" b="0" i="1" smtClean="0">
                            <a:latin typeface="Cambria Math" panose="02040503050406030204" pitchFamily="18" charset="0"/>
                          </a:rPr>
                          <m:t>)</m:t>
                        </m:r>
                      </m:oMath>
                    </m:oMathPara>
                  </a14:m>
                  <a:endParaRPr lang="en-IN" sz="1000" dirty="0"/>
                </a:p>
              </p:txBody>
            </p:sp>
          </mc:Choice>
          <mc:Fallback xmlns="">
            <p:sp>
              <p:nvSpPr>
                <p:cNvPr id="294" name="Oval 293">
                  <a:extLst>
                    <a:ext uri="{FF2B5EF4-FFF2-40B4-BE49-F238E27FC236}">
                      <a16:creationId xmlns:a16="http://schemas.microsoft.com/office/drawing/2014/main" id="{227C851D-8825-1243-125B-1182FED36A0B}"/>
                    </a:ext>
                  </a:extLst>
                </p:cNvPr>
                <p:cNvSpPr>
                  <a:spLocks noRot="1" noChangeAspect="1" noMove="1" noResize="1" noEditPoints="1" noAdjustHandles="1" noChangeArrowheads="1" noChangeShapeType="1" noTextEdit="1"/>
                </p:cNvSpPr>
                <p:nvPr/>
              </p:nvSpPr>
              <p:spPr>
                <a:xfrm>
                  <a:off x="2997266" y="2900451"/>
                  <a:ext cx="591831" cy="549657"/>
                </a:xfrm>
                <a:prstGeom prst="ellipse">
                  <a:avLst/>
                </a:prstGeom>
                <a:blipFill>
                  <a:blip r:embed="rId13"/>
                  <a:stretch>
                    <a:fillRect l="-2041" r="-21429"/>
                  </a:stretch>
                </a:blip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Oval 62">
                  <a:extLst>
                    <a:ext uri="{FF2B5EF4-FFF2-40B4-BE49-F238E27FC236}">
                      <a16:creationId xmlns:a16="http://schemas.microsoft.com/office/drawing/2014/main" id="{2D0FD700-E970-1512-99B9-9C00995F9CE5}"/>
                    </a:ext>
                  </a:extLst>
                </p:cNvPr>
                <p:cNvSpPr/>
                <p:nvPr/>
              </p:nvSpPr>
              <p:spPr>
                <a:xfrm>
                  <a:off x="2982367" y="4844452"/>
                  <a:ext cx="570429" cy="554802"/>
                </a:xfrm>
                <a:prstGeom prst="ellipse">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IN" sz="1000" b="0" i="1" smtClean="0">
                            <a:latin typeface="Cambria Math" panose="02040503050406030204" pitchFamily="18" charset="0"/>
                          </a:rPr>
                          <m:t> </m:t>
                        </m:r>
                        <m:r>
                          <m:rPr>
                            <m:sty m:val="p"/>
                          </m:rPr>
                          <a:rPr lang="en-IN" sz="1000" b="0" i="0" smtClean="0">
                            <a:latin typeface="Cambria Math" panose="02040503050406030204" pitchFamily="18" charset="0"/>
                          </a:rPr>
                          <m:t>max</m:t>
                        </m:r>
                        <m:r>
                          <a:rPr lang="en-IN" sz="1000" b="0" i="1" smtClean="0">
                            <a:latin typeface="Cambria Math" panose="02040503050406030204" pitchFamily="18" charset="0"/>
                          </a:rPr>
                          <m:t>⁡(</m:t>
                        </m:r>
                        <m:r>
                          <a:rPr lang="en-IN" sz="1000" b="0" i="1" smtClean="0">
                            <a:latin typeface="Cambria Math" panose="02040503050406030204" pitchFamily="18" charset="0"/>
                            <a:ea typeface="Cambria Math" panose="02040503050406030204" pitchFamily="18" charset="0"/>
                          </a:rPr>
                          <m:t>𝛼</m:t>
                        </m:r>
                        <m:r>
                          <a:rPr lang="en-IN" sz="1000" b="0" i="1" smtClean="0">
                            <a:latin typeface="Cambria Math" panose="02040503050406030204" pitchFamily="18" charset="0"/>
                            <a:ea typeface="Cambria Math" panose="02040503050406030204" pitchFamily="18" charset="0"/>
                          </a:rPr>
                          <m:t>,</m:t>
                        </m:r>
                        <m:acc>
                          <m:accPr>
                            <m:chr m:val="̂"/>
                            <m:ctrlPr>
                              <a:rPr lang="en-IN" sz="1000" b="0" i="1" smtClean="0">
                                <a:latin typeface="Cambria Math" panose="02040503050406030204" pitchFamily="18" charset="0"/>
                                <a:ea typeface="Cambria Math" panose="02040503050406030204" pitchFamily="18" charset="0"/>
                              </a:rPr>
                            </m:ctrlPr>
                          </m:accPr>
                          <m:e>
                            <m:r>
                              <a:rPr lang="en-IN" sz="1000" b="0" i="1" smtClean="0">
                                <a:latin typeface="Cambria Math" panose="02040503050406030204" pitchFamily="18" charset="0"/>
                                <a:ea typeface="Cambria Math" panose="02040503050406030204" pitchFamily="18" charset="0"/>
                              </a:rPr>
                              <m:t>𝜌</m:t>
                            </m:r>
                          </m:e>
                        </m:acc>
                        <m:r>
                          <a:rPr lang="en-IN" sz="1000" b="0" i="1" smtClean="0">
                            <a:latin typeface="Cambria Math" panose="02040503050406030204" pitchFamily="18" charset="0"/>
                          </a:rPr>
                          <m:t>)</m:t>
                        </m:r>
                      </m:oMath>
                    </m:oMathPara>
                  </a14:m>
                  <a:endParaRPr lang="en-IN" sz="1000" dirty="0"/>
                </a:p>
              </p:txBody>
            </p:sp>
          </mc:Choice>
          <mc:Fallback xmlns="">
            <p:sp>
              <p:nvSpPr>
                <p:cNvPr id="197" name="Oval 196">
                  <a:extLst>
                    <a:ext uri="{FF2B5EF4-FFF2-40B4-BE49-F238E27FC236}">
                      <a16:creationId xmlns:a16="http://schemas.microsoft.com/office/drawing/2014/main" id="{C7ACA965-FACB-8895-FEA2-F24806F1DD98}"/>
                    </a:ext>
                  </a:extLst>
                </p:cNvPr>
                <p:cNvSpPr>
                  <a:spLocks noRot="1" noChangeAspect="1" noMove="1" noResize="1" noEditPoints="1" noAdjustHandles="1" noChangeArrowheads="1" noChangeShapeType="1" noTextEdit="1"/>
                </p:cNvSpPr>
                <p:nvPr/>
              </p:nvSpPr>
              <p:spPr>
                <a:xfrm>
                  <a:off x="2982367" y="4844452"/>
                  <a:ext cx="570429" cy="554802"/>
                </a:xfrm>
                <a:prstGeom prst="ellipse">
                  <a:avLst/>
                </a:prstGeom>
                <a:blipFill>
                  <a:blip r:embed="rId14"/>
                  <a:stretch>
                    <a:fillRect l="-3191" r="-23404"/>
                  </a:stretch>
                </a:blipFill>
                <a:ln/>
              </p:spPr>
              <p:txBody>
                <a:bodyPr/>
                <a:lstStyle/>
                <a:p>
                  <a:r>
                    <a:rPr lang="en-IN">
                      <a:noFill/>
                    </a:rPr>
                    <a:t> </a:t>
                  </a:r>
                </a:p>
              </p:txBody>
            </p:sp>
          </mc:Fallback>
        </mc:AlternateContent>
        <p:cxnSp>
          <p:nvCxnSpPr>
            <p:cNvPr id="64" name="Straight Arrow Connector 63">
              <a:extLst>
                <a:ext uri="{FF2B5EF4-FFF2-40B4-BE49-F238E27FC236}">
                  <a16:creationId xmlns:a16="http://schemas.microsoft.com/office/drawing/2014/main" id="{A9BA2D74-1AF5-3D2B-C939-165383D190CD}"/>
                </a:ext>
              </a:extLst>
            </p:cNvPr>
            <p:cNvCxnSpPr>
              <a:cxnSpLocks/>
              <a:stCxn id="31" idx="6"/>
              <a:endCxn id="62" idx="2"/>
            </p:cNvCxnSpPr>
            <p:nvPr/>
          </p:nvCxnSpPr>
          <p:spPr>
            <a:xfrm>
              <a:off x="2207479" y="2970971"/>
              <a:ext cx="789787" cy="20430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D71C85A-3196-1EE6-C2F0-F051235BF915}"/>
                </a:ext>
              </a:extLst>
            </p:cNvPr>
            <p:cNvCxnSpPr>
              <a:cxnSpLocks/>
              <a:stCxn id="31" idx="6"/>
              <a:endCxn id="36" idx="2"/>
            </p:cNvCxnSpPr>
            <p:nvPr/>
          </p:nvCxnSpPr>
          <p:spPr>
            <a:xfrm>
              <a:off x="2207479" y="2970971"/>
              <a:ext cx="789787" cy="85581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5DDDFB4-43B2-85A2-4CA2-5A45519FDC2E}"/>
                </a:ext>
              </a:extLst>
            </p:cNvPr>
            <p:cNvCxnSpPr>
              <a:cxnSpLocks/>
              <a:stCxn id="31" idx="6"/>
              <a:endCxn id="61" idx="2"/>
            </p:cNvCxnSpPr>
            <p:nvPr/>
          </p:nvCxnSpPr>
          <p:spPr>
            <a:xfrm>
              <a:off x="2207479" y="2970971"/>
              <a:ext cx="780351" cy="151601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3C499B5-2920-7B84-D122-74FAE18043F3}"/>
                </a:ext>
              </a:extLst>
            </p:cNvPr>
            <p:cNvCxnSpPr>
              <a:cxnSpLocks/>
              <a:stCxn id="31" idx="6"/>
              <a:endCxn id="63" idx="2"/>
            </p:cNvCxnSpPr>
            <p:nvPr/>
          </p:nvCxnSpPr>
          <p:spPr>
            <a:xfrm>
              <a:off x="2207479" y="2970971"/>
              <a:ext cx="774888" cy="21508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8D9E7ECC-05C7-9240-541C-4B9AEF96E86E}"/>
                </a:ext>
              </a:extLst>
            </p:cNvPr>
            <p:cNvCxnSpPr>
              <a:cxnSpLocks/>
              <a:stCxn id="35" idx="6"/>
              <a:endCxn id="63" idx="2"/>
            </p:cNvCxnSpPr>
            <p:nvPr/>
          </p:nvCxnSpPr>
          <p:spPr>
            <a:xfrm flipV="1">
              <a:off x="2243010" y="5121853"/>
              <a:ext cx="739357" cy="9132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BD3ECC98-B04B-5F87-B041-C47DD2391FEB}"/>
                </a:ext>
              </a:extLst>
            </p:cNvPr>
            <p:cNvCxnSpPr>
              <a:cxnSpLocks/>
              <a:stCxn id="35" idx="6"/>
              <a:endCxn id="61" idx="2"/>
            </p:cNvCxnSpPr>
            <p:nvPr/>
          </p:nvCxnSpPr>
          <p:spPr>
            <a:xfrm flipV="1">
              <a:off x="2243010" y="4486981"/>
              <a:ext cx="744820" cy="72620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BE33F3C9-638B-74BA-8A44-40FB17F43A9F}"/>
                </a:ext>
              </a:extLst>
            </p:cNvPr>
            <p:cNvCxnSpPr>
              <a:cxnSpLocks/>
              <a:stCxn id="35" idx="6"/>
              <a:endCxn id="62" idx="2"/>
            </p:cNvCxnSpPr>
            <p:nvPr/>
          </p:nvCxnSpPr>
          <p:spPr>
            <a:xfrm flipV="1">
              <a:off x="2243010" y="3175280"/>
              <a:ext cx="754256" cy="203790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ED086AE-4521-A6AF-2A2A-E6044A745F7F}"/>
                </a:ext>
              </a:extLst>
            </p:cNvPr>
            <p:cNvCxnSpPr>
              <a:cxnSpLocks/>
              <a:stCxn id="34" idx="6"/>
              <a:endCxn id="62" idx="2"/>
            </p:cNvCxnSpPr>
            <p:nvPr/>
          </p:nvCxnSpPr>
          <p:spPr>
            <a:xfrm flipV="1">
              <a:off x="2233600" y="3175280"/>
              <a:ext cx="763666" cy="147814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71A816A5-6BD2-6503-E57F-11B419DFE3D9}"/>
                </a:ext>
              </a:extLst>
            </p:cNvPr>
            <p:cNvCxnSpPr>
              <a:cxnSpLocks/>
              <a:stCxn id="34" idx="6"/>
              <a:endCxn id="61" idx="2"/>
            </p:cNvCxnSpPr>
            <p:nvPr/>
          </p:nvCxnSpPr>
          <p:spPr>
            <a:xfrm flipV="1">
              <a:off x="2233600" y="4486981"/>
              <a:ext cx="754230" cy="1664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8889A58-1264-F658-0DC8-9669E00E1528}"/>
                </a:ext>
              </a:extLst>
            </p:cNvPr>
            <p:cNvCxnSpPr>
              <a:cxnSpLocks/>
              <a:stCxn id="34" idx="6"/>
              <a:endCxn id="63" idx="2"/>
            </p:cNvCxnSpPr>
            <p:nvPr/>
          </p:nvCxnSpPr>
          <p:spPr>
            <a:xfrm>
              <a:off x="2233600" y="4653425"/>
              <a:ext cx="748767" cy="4684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A16798AD-012F-60F7-5782-EAFE41A8CA9B}"/>
                </a:ext>
              </a:extLst>
            </p:cNvPr>
            <p:cNvCxnSpPr>
              <a:cxnSpLocks/>
              <a:stCxn id="33" idx="6"/>
              <a:endCxn id="63" idx="2"/>
            </p:cNvCxnSpPr>
            <p:nvPr/>
          </p:nvCxnSpPr>
          <p:spPr>
            <a:xfrm>
              <a:off x="2262038" y="4086663"/>
              <a:ext cx="720329" cy="10351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C0B62016-55A7-09E0-DAD4-978BBFBD862D}"/>
                </a:ext>
              </a:extLst>
            </p:cNvPr>
            <p:cNvCxnSpPr>
              <a:cxnSpLocks/>
              <a:stCxn id="33" idx="6"/>
              <a:endCxn id="61" idx="2"/>
            </p:cNvCxnSpPr>
            <p:nvPr/>
          </p:nvCxnSpPr>
          <p:spPr>
            <a:xfrm>
              <a:off x="2262038" y="4086663"/>
              <a:ext cx="725792" cy="40031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05BBD17-88D4-DB09-813F-711C822FBF3E}"/>
                </a:ext>
              </a:extLst>
            </p:cNvPr>
            <p:cNvCxnSpPr>
              <a:cxnSpLocks/>
              <a:stCxn id="33" idx="6"/>
              <a:endCxn id="62" idx="2"/>
            </p:cNvCxnSpPr>
            <p:nvPr/>
          </p:nvCxnSpPr>
          <p:spPr>
            <a:xfrm flipV="1">
              <a:off x="2262038" y="3175280"/>
              <a:ext cx="735228" cy="91138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E8D91A13-D5DD-9AAF-9345-D5545F834D64}"/>
                </a:ext>
              </a:extLst>
            </p:cNvPr>
            <p:cNvCxnSpPr>
              <a:cxnSpLocks/>
              <a:stCxn id="32" idx="6"/>
              <a:endCxn id="62" idx="2"/>
            </p:cNvCxnSpPr>
            <p:nvPr/>
          </p:nvCxnSpPr>
          <p:spPr>
            <a:xfrm flipV="1">
              <a:off x="2216051" y="3175280"/>
              <a:ext cx="781215" cy="35456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6139221A-F552-E391-7724-B10690A6C7FE}"/>
                </a:ext>
              </a:extLst>
            </p:cNvPr>
            <p:cNvCxnSpPr>
              <a:cxnSpLocks/>
              <a:stCxn id="32" idx="6"/>
              <a:endCxn id="63" idx="2"/>
            </p:cNvCxnSpPr>
            <p:nvPr/>
          </p:nvCxnSpPr>
          <p:spPr>
            <a:xfrm>
              <a:off x="2216051" y="3529847"/>
              <a:ext cx="766316" cy="159200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0C14E283-5EED-DDD1-F90E-18993D1925B9}"/>
                </a:ext>
              </a:extLst>
            </p:cNvPr>
            <p:cNvCxnSpPr>
              <a:cxnSpLocks/>
              <a:stCxn id="32" idx="6"/>
              <a:endCxn id="61" idx="2"/>
            </p:cNvCxnSpPr>
            <p:nvPr/>
          </p:nvCxnSpPr>
          <p:spPr>
            <a:xfrm>
              <a:off x="2216051" y="3529847"/>
              <a:ext cx="771779" cy="95713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C1B3A92-E163-8D3F-0430-1666034B8F6C}"/>
                </a:ext>
              </a:extLst>
            </p:cNvPr>
            <p:cNvCxnSpPr>
              <a:cxnSpLocks/>
              <a:stCxn id="62" idx="6"/>
              <a:endCxn id="12" idx="2"/>
            </p:cNvCxnSpPr>
            <p:nvPr/>
          </p:nvCxnSpPr>
          <p:spPr>
            <a:xfrm>
              <a:off x="3589097" y="3175280"/>
              <a:ext cx="540265" cy="19502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A8DAFC94-BF84-9812-1514-E39DE69B93FE}"/>
                </a:ext>
              </a:extLst>
            </p:cNvPr>
            <p:cNvCxnSpPr>
              <a:cxnSpLocks/>
              <a:stCxn id="62" idx="6"/>
              <a:endCxn id="57" idx="2"/>
            </p:cNvCxnSpPr>
            <p:nvPr/>
          </p:nvCxnSpPr>
          <p:spPr>
            <a:xfrm>
              <a:off x="3589097" y="3175280"/>
              <a:ext cx="540265" cy="9098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6A7EB072-CAB6-A819-BDA0-FCA17590E63C}"/>
                </a:ext>
              </a:extLst>
            </p:cNvPr>
            <p:cNvCxnSpPr>
              <a:cxnSpLocks/>
              <a:stCxn id="62" idx="6"/>
              <a:endCxn id="13" idx="2"/>
            </p:cNvCxnSpPr>
            <p:nvPr/>
          </p:nvCxnSpPr>
          <p:spPr>
            <a:xfrm>
              <a:off x="3589097" y="3175280"/>
              <a:ext cx="540264" cy="162701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C8B78369-D332-68BB-022F-EF8B1AC22006}"/>
                </a:ext>
              </a:extLst>
            </p:cNvPr>
            <p:cNvCxnSpPr>
              <a:cxnSpLocks/>
              <a:stCxn id="61" idx="6"/>
              <a:endCxn id="13" idx="2"/>
            </p:cNvCxnSpPr>
            <p:nvPr/>
          </p:nvCxnSpPr>
          <p:spPr>
            <a:xfrm>
              <a:off x="3558259" y="4486981"/>
              <a:ext cx="571102" cy="31531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1A891A97-35D2-D38B-F260-A831168DB625}"/>
                </a:ext>
              </a:extLst>
            </p:cNvPr>
            <p:cNvCxnSpPr>
              <a:cxnSpLocks/>
              <a:stCxn id="63" idx="6"/>
              <a:endCxn id="13" idx="2"/>
            </p:cNvCxnSpPr>
            <p:nvPr/>
          </p:nvCxnSpPr>
          <p:spPr>
            <a:xfrm flipV="1">
              <a:off x="3552796" y="4802293"/>
              <a:ext cx="576565" cy="3195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856A7F39-5195-3AF4-468D-18CA81E133F5}"/>
                </a:ext>
              </a:extLst>
            </p:cNvPr>
            <p:cNvCxnSpPr>
              <a:cxnSpLocks/>
              <a:stCxn id="63" idx="6"/>
              <a:endCxn id="57" idx="2"/>
            </p:cNvCxnSpPr>
            <p:nvPr/>
          </p:nvCxnSpPr>
          <p:spPr>
            <a:xfrm flipV="1">
              <a:off x="3552796" y="4085111"/>
              <a:ext cx="576566" cy="103674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B7CD628A-1F63-8F06-7F77-DBC6C7DDD600}"/>
                </a:ext>
              </a:extLst>
            </p:cNvPr>
            <p:cNvCxnSpPr>
              <a:cxnSpLocks/>
              <a:stCxn id="63" idx="6"/>
              <a:endCxn id="12" idx="2"/>
            </p:cNvCxnSpPr>
            <p:nvPr/>
          </p:nvCxnSpPr>
          <p:spPr>
            <a:xfrm flipV="1">
              <a:off x="3552796" y="3370306"/>
              <a:ext cx="576566" cy="175154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F029C8E7-7EF8-970F-ADEE-80C2EB85FA6C}"/>
                </a:ext>
              </a:extLst>
            </p:cNvPr>
            <p:cNvCxnSpPr>
              <a:cxnSpLocks/>
              <a:stCxn id="61" idx="6"/>
              <a:endCxn id="12" idx="2"/>
            </p:cNvCxnSpPr>
            <p:nvPr/>
          </p:nvCxnSpPr>
          <p:spPr>
            <a:xfrm flipV="1">
              <a:off x="3558259" y="3370306"/>
              <a:ext cx="571103" cy="11166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2B020E79-6D81-C609-34BE-E776B45B961F}"/>
                </a:ext>
              </a:extLst>
            </p:cNvPr>
            <p:cNvCxnSpPr>
              <a:cxnSpLocks/>
              <a:stCxn id="61" idx="6"/>
              <a:endCxn id="57" idx="2"/>
            </p:cNvCxnSpPr>
            <p:nvPr/>
          </p:nvCxnSpPr>
          <p:spPr>
            <a:xfrm flipV="1">
              <a:off x="3558259" y="4085111"/>
              <a:ext cx="571103" cy="40187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89" name="Table 9">
                <a:extLst>
                  <a:ext uri="{FF2B5EF4-FFF2-40B4-BE49-F238E27FC236}">
                    <a16:creationId xmlns:a16="http://schemas.microsoft.com/office/drawing/2014/main" id="{608F362A-5CFE-EF33-99F5-564714E6FAF0}"/>
                  </a:ext>
                </a:extLst>
              </p:cNvPr>
              <p:cNvGraphicFramePr>
                <a:graphicFrameLocks noGrp="1"/>
              </p:cNvGraphicFramePr>
              <p:nvPr>
                <p:extLst>
                  <p:ext uri="{D42A27DB-BD31-4B8C-83A1-F6EECF244321}">
                    <p14:modId xmlns:p14="http://schemas.microsoft.com/office/powerpoint/2010/main" val="854615082"/>
                  </p:ext>
                </p:extLst>
              </p:nvPr>
            </p:nvGraphicFramePr>
            <p:xfrm>
              <a:off x="87775" y="1751508"/>
              <a:ext cx="6538455" cy="914400"/>
            </p:xfrm>
            <a:graphic>
              <a:graphicData uri="http://schemas.openxmlformats.org/drawingml/2006/table">
                <a:tbl>
                  <a:tblPr firstRow="1" bandRow="1">
                    <a:tableStyleId>{5940675A-B579-460E-94D1-54222C63F5DA}</a:tableStyleId>
                  </a:tblPr>
                  <a:tblGrid>
                    <a:gridCol w="1307691">
                      <a:extLst>
                        <a:ext uri="{9D8B030D-6E8A-4147-A177-3AD203B41FA5}">
                          <a16:colId xmlns:a16="http://schemas.microsoft.com/office/drawing/2014/main" val="823688102"/>
                        </a:ext>
                      </a:extLst>
                    </a:gridCol>
                    <a:gridCol w="1307691">
                      <a:extLst>
                        <a:ext uri="{9D8B030D-6E8A-4147-A177-3AD203B41FA5}">
                          <a16:colId xmlns:a16="http://schemas.microsoft.com/office/drawing/2014/main" val="2728146464"/>
                        </a:ext>
                      </a:extLst>
                    </a:gridCol>
                    <a:gridCol w="1307691">
                      <a:extLst>
                        <a:ext uri="{9D8B030D-6E8A-4147-A177-3AD203B41FA5}">
                          <a16:colId xmlns:a16="http://schemas.microsoft.com/office/drawing/2014/main" val="3718674403"/>
                        </a:ext>
                      </a:extLst>
                    </a:gridCol>
                    <a:gridCol w="1307691">
                      <a:extLst>
                        <a:ext uri="{9D8B030D-6E8A-4147-A177-3AD203B41FA5}">
                          <a16:colId xmlns:a16="http://schemas.microsoft.com/office/drawing/2014/main" val="672914455"/>
                        </a:ext>
                      </a:extLst>
                    </a:gridCol>
                    <a:gridCol w="1307691">
                      <a:extLst>
                        <a:ext uri="{9D8B030D-6E8A-4147-A177-3AD203B41FA5}">
                          <a16:colId xmlns:a16="http://schemas.microsoft.com/office/drawing/2014/main" val="3704592857"/>
                        </a:ext>
                      </a:extLst>
                    </a:gridCol>
                  </a:tblGrid>
                  <a:tr h="536052">
                    <a:tc>
                      <a:txBody>
                        <a:bodyPr/>
                        <a:lstStyle/>
                        <a:p>
                          <a:pPr algn="ctr"/>
                          <a:r>
                            <a:rPr lang="en-IN" sz="1200" dirty="0">
                              <a:latin typeface="Times New Roman" panose="02020603050405020304" pitchFamily="18" charset="0"/>
                              <a:cs typeface="Times New Roman" panose="02020603050405020304" pitchFamily="18" charset="0"/>
                            </a:rPr>
                            <a:t>Number of hidden layers</a:t>
                          </a:r>
                        </a:p>
                      </a:txBody>
                      <a:tcPr anchor="ctr"/>
                    </a:tc>
                    <a:tc>
                      <a:txBody>
                        <a:bodyPr/>
                        <a:lstStyle/>
                        <a:p>
                          <a:pPr algn="ctr"/>
                          <a:r>
                            <a:rPr lang="en-IN" sz="1200" dirty="0">
                              <a:latin typeface="Times New Roman" panose="02020603050405020304" pitchFamily="18" charset="0"/>
                              <a:cs typeface="Times New Roman" panose="02020603050405020304" pitchFamily="18" charset="0"/>
                            </a:rPr>
                            <a:t>Number of neurons in each hidden layer</a:t>
                          </a:r>
                        </a:p>
                      </a:txBody>
                      <a:tcPr anchor="ctr"/>
                    </a:tc>
                    <a:tc>
                      <a:txBody>
                        <a:bodyPr/>
                        <a:lstStyle/>
                        <a:p>
                          <a:pPr algn="ctr"/>
                          <a:r>
                            <a:rPr lang="en-IN" sz="1200" dirty="0">
                              <a:latin typeface="Times New Roman" panose="02020603050405020304" pitchFamily="18" charset="0"/>
                              <a:cs typeface="Times New Roman" panose="02020603050405020304" pitchFamily="18" charset="0"/>
                            </a:rPr>
                            <a:t>Optimization 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Learning Rate</a:t>
                          </a:r>
                        </a:p>
                        <a:p>
                          <a:pPr algn="ct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latin typeface="Times New Roman" panose="02020603050405020304" pitchFamily="18" charset="0"/>
                              <a:cs typeface="Times New Roman" panose="02020603050405020304" pitchFamily="18" charset="0"/>
                            </a:rPr>
                            <a:t>Activation function</a:t>
                          </a:r>
                        </a:p>
                      </a:txBody>
                      <a:tcPr anchor="ctr"/>
                    </a:tc>
                    <a:extLst>
                      <a:ext uri="{0D108BD9-81ED-4DB2-BD59-A6C34878D82A}">
                        <a16:rowId xmlns:a16="http://schemas.microsoft.com/office/drawing/2014/main" val="1145901188"/>
                      </a:ext>
                    </a:extLst>
                  </a:tr>
                  <a:tr h="234950">
                    <a:tc>
                      <a:txBody>
                        <a:bodyP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cs typeface="Times New Roman" panose="02020603050405020304" pitchFamily="18" charset="0"/>
                                  </a:rPr>
                                  <m:t>6</m:t>
                                </m:r>
                              </m:oMath>
                            </m:oMathPara>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60</m:t>
                                </m:r>
                              </m:oMath>
                            </m:oMathPara>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i="1" dirty="0" smtClean="0">
                                    <a:latin typeface="Cambria Math" panose="02040503050406030204" pitchFamily="18" charset="0"/>
                                    <a:cs typeface="Times New Roman" panose="02020603050405020304" pitchFamily="18" charset="0"/>
                                  </a:rPr>
                                  <m:t>𝐿</m:t>
                                </m:r>
                                <m:r>
                                  <a:rPr lang="en-IN" sz="1200" b="0" i="1" dirty="0" smtClean="0">
                                    <a:latin typeface="Cambria Math" panose="02040503050406030204" pitchFamily="18" charset="0"/>
                                    <a:cs typeface="Times New Roman" panose="02020603050405020304" pitchFamily="18" charset="0"/>
                                  </a:rPr>
                                  <m:t>−</m:t>
                                </m:r>
                                <m:r>
                                  <a:rPr lang="en-IN" sz="1200" i="1" dirty="0" smtClean="0">
                                    <a:latin typeface="Cambria Math" panose="02040503050406030204" pitchFamily="18" charset="0"/>
                                    <a:cs typeface="Times New Roman" panose="02020603050405020304" pitchFamily="18" charset="0"/>
                                  </a:rPr>
                                  <m:t>𝐵𝐹𝐺𝑆</m:t>
                                </m:r>
                              </m:oMath>
                            </m:oMathPara>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dirty="0" smtClean="0">
                                    <a:latin typeface="Cambria Math" panose="02040503050406030204" pitchFamily="18" charset="0"/>
                                    <a:cs typeface="Times New Roman" panose="02020603050405020304" pitchFamily="18" charset="0"/>
                                  </a:rPr>
                                  <m:t>0.1, </m:t>
                                </m:r>
                                <m:r>
                                  <a:rPr lang="en-IN" sz="1200" i="1" dirty="0" smtClean="0">
                                    <a:latin typeface="Cambria Math" panose="02040503050406030204" pitchFamily="18" charset="0"/>
                                    <a:cs typeface="Times New Roman" panose="02020603050405020304" pitchFamily="18" charset="0"/>
                                  </a:rPr>
                                  <m:t>0.01</m:t>
                                </m:r>
                              </m:oMath>
                            </m:oMathPara>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dirty="0" smtClean="0">
                                    <a:latin typeface="Cambria Math" panose="02040503050406030204" pitchFamily="18" charset="0"/>
                                    <a:cs typeface="Times New Roman" panose="02020603050405020304" pitchFamily="18" charset="0"/>
                                  </a:rPr>
                                  <m:t>𝑡</m:t>
                                </m:r>
                                <m:r>
                                  <a:rPr lang="en-IN" sz="1200" i="1" dirty="0" smtClean="0">
                                    <a:latin typeface="Cambria Math" panose="02040503050406030204" pitchFamily="18" charset="0"/>
                                    <a:cs typeface="Times New Roman" panose="02020603050405020304" pitchFamily="18" charset="0"/>
                                  </a:rPr>
                                  <m:t>𝑎𝑛h</m:t>
                                </m:r>
                                <m:r>
                                  <a:rPr lang="en-IN" sz="1200" i="1" dirty="0" smtClean="0">
                                    <a:latin typeface="Cambria Math" panose="02040503050406030204" pitchFamily="18" charset="0"/>
                                    <a:cs typeface="Times New Roman" panose="02020603050405020304" pitchFamily="18" charset="0"/>
                                  </a:rPr>
                                  <m:t>(∙)</m:t>
                                </m:r>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96096386"/>
                      </a:ext>
                    </a:extLst>
                  </a:tr>
                </a:tbl>
              </a:graphicData>
            </a:graphic>
          </p:graphicFrame>
        </mc:Choice>
        <mc:Fallback xmlns="">
          <p:graphicFrame>
            <p:nvGraphicFramePr>
              <p:cNvPr id="89" name="Table 9">
                <a:extLst>
                  <a:ext uri="{FF2B5EF4-FFF2-40B4-BE49-F238E27FC236}">
                    <a16:creationId xmlns:a16="http://schemas.microsoft.com/office/drawing/2014/main" id="{608F362A-5CFE-EF33-99F5-564714E6FAF0}"/>
                  </a:ext>
                </a:extLst>
              </p:cNvPr>
              <p:cNvGraphicFramePr>
                <a:graphicFrameLocks noGrp="1"/>
              </p:cNvGraphicFramePr>
              <p:nvPr>
                <p:extLst>
                  <p:ext uri="{D42A27DB-BD31-4B8C-83A1-F6EECF244321}">
                    <p14:modId xmlns:p14="http://schemas.microsoft.com/office/powerpoint/2010/main" val="854615082"/>
                  </p:ext>
                </p:extLst>
              </p:nvPr>
            </p:nvGraphicFramePr>
            <p:xfrm>
              <a:off x="87775" y="1751508"/>
              <a:ext cx="6538455" cy="914400"/>
            </p:xfrm>
            <a:graphic>
              <a:graphicData uri="http://schemas.openxmlformats.org/drawingml/2006/table">
                <a:tbl>
                  <a:tblPr firstRow="1" bandRow="1">
                    <a:tableStyleId>{5940675A-B579-460E-94D1-54222C63F5DA}</a:tableStyleId>
                  </a:tblPr>
                  <a:tblGrid>
                    <a:gridCol w="1307691">
                      <a:extLst>
                        <a:ext uri="{9D8B030D-6E8A-4147-A177-3AD203B41FA5}">
                          <a16:colId xmlns:a16="http://schemas.microsoft.com/office/drawing/2014/main" val="823688102"/>
                        </a:ext>
                      </a:extLst>
                    </a:gridCol>
                    <a:gridCol w="1307691">
                      <a:extLst>
                        <a:ext uri="{9D8B030D-6E8A-4147-A177-3AD203B41FA5}">
                          <a16:colId xmlns:a16="http://schemas.microsoft.com/office/drawing/2014/main" val="2728146464"/>
                        </a:ext>
                      </a:extLst>
                    </a:gridCol>
                    <a:gridCol w="1307691">
                      <a:extLst>
                        <a:ext uri="{9D8B030D-6E8A-4147-A177-3AD203B41FA5}">
                          <a16:colId xmlns:a16="http://schemas.microsoft.com/office/drawing/2014/main" val="3718674403"/>
                        </a:ext>
                      </a:extLst>
                    </a:gridCol>
                    <a:gridCol w="1307691">
                      <a:extLst>
                        <a:ext uri="{9D8B030D-6E8A-4147-A177-3AD203B41FA5}">
                          <a16:colId xmlns:a16="http://schemas.microsoft.com/office/drawing/2014/main" val="672914455"/>
                        </a:ext>
                      </a:extLst>
                    </a:gridCol>
                    <a:gridCol w="1307691">
                      <a:extLst>
                        <a:ext uri="{9D8B030D-6E8A-4147-A177-3AD203B41FA5}">
                          <a16:colId xmlns:a16="http://schemas.microsoft.com/office/drawing/2014/main" val="3704592857"/>
                        </a:ext>
                      </a:extLst>
                    </a:gridCol>
                  </a:tblGrid>
                  <a:tr h="640080">
                    <a:tc>
                      <a:txBody>
                        <a:bodyPr/>
                        <a:lstStyle/>
                        <a:p>
                          <a:pPr algn="ctr"/>
                          <a:r>
                            <a:rPr lang="en-IN" sz="1200" dirty="0">
                              <a:latin typeface="Times New Roman" panose="02020603050405020304" pitchFamily="18" charset="0"/>
                              <a:cs typeface="Times New Roman" panose="02020603050405020304" pitchFamily="18" charset="0"/>
                            </a:rPr>
                            <a:t>Number of hidden layers</a:t>
                          </a:r>
                        </a:p>
                      </a:txBody>
                      <a:tcPr anchor="ctr"/>
                    </a:tc>
                    <a:tc>
                      <a:txBody>
                        <a:bodyPr/>
                        <a:lstStyle/>
                        <a:p>
                          <a:pPr algn="ctr"/>
                          <a:r>
                            <a:rPr lang="en-IN" sz="1200" dirty="0">
                              <a:latin typeface="Times New Roman" panose="02020603050405020304" pitchFamily="18" charset="0"/>
                              <a:cs typeface="Times New Roman" panose="02020603050405020304" pitchFamily="18" charset="0"/>
                            </a:rPr>
                            <a:t>Number of neurons in each hidden layer</a:t>
                          </a:r>
                        </a:p>
                      </a:txBody>
                      <a:tcPr anchor="ctr"/>
                    </a:tc>
                    <a:tc>
                      <a:txBody>
                        <a:bodyPr/>
                        <a:lstStyle/>
                        <a:p>
                          <a:pPr algn="ctr"/>
                          <a:r>
                            <a:rPr lang="en-IN" sz="1200" dirty="0">
                              <a:latin typeface="Times New Roman" panose="02020603050405020304" pitchFamily="18" charset="0"/>
                              <a:cs typeface="Times New Roman" panose="02020603050405020304" pitchFamily="18" charset="0"/>
                            </a:rPr>
                            <a:t>Optimization method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200" dirty="0">
                              <a:latin typeface="Times New Roman" panose="02020603050405020304" pitchFamily="18" charset="0"/>
                              <a:cs typeface="Times New Roman" panose="02020603050405020304" pitchFamily="18" charset="0"/>
                            </a:rPr>
                            <a:t>Learning Rate</a:t>
                          </a:r>
                        </a:p>
                        <a:p>
                          <a:pPr algn="ctr"/>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r>
                            <a:rPr lang="en-IN" sz="1200" dirty="0">
                              <a:latin typeface="Times New Roman" panose="02020603050405020304" pitchFamily="18" charset="0"/>
                              <a:cs typeface="Times New Roman" panose="02020603050405020304" pitchFamily="18" charset="0"/>
                            </a:rPr>
                            <a:t>Activation function</a:t>
                          </a:r>
                        </a:p>
                      </a:txBody>
                      <a:tcPr anchor="ctr"/>
                    </a:tc>
                    <a:extLst>
                      <a:ext uri="{0D108BD9-81ED-4DB2-BD59-A6C34878D82A}">
                        <a16:rowId xmlns:a16="http://schemas.microsoft.com/office/drawing/2014/main" val="1145901188"/>
                      </a:ext>
                    </a:extLst>
                  </a:tr>
                  <a:tr h="274320">
                    <a:tc>
                      <a:txBody>
                        <a:bodyPr/>
                        <a:lstStyle/>
                        <a:p>
                          <a:endParaRPr lang="en-US"/>
                        </a:p>
                      </a:txBody>
                      <a:tcPr anchor="ctr">
                        <a:blipFill>
                          <a:blip r:embed="rId15"/>
                          <a:stretch>
                            <a:fillRect l="-465" t="-237778" r="-400465" b="-8889"/>
                          </a:stretch>
                        </a:blipFill>
                      </a:tcPr>
                    </a:tc>
                    <a:tc>
                      <a:txBody>
                        <a:bodyPr/>
                        <a:lstStyle/>
                        <a:p>
                          <a:endParaRPr lang="en-US"/>
                        </a:p>
                      </a:txBody>
                      <a:tcPr anchor="ctr">
                        <a:blipFill>
                          <a:blip r:embed="rId15"/>
                          <a:stretch>
                            <a:fillRect l="-100935" t="-237778" r="-302336" b="-8889"/>
                          </a:stretch>
                        </a:blipFill>
                      </a:tcPr>
                    </a:tc>
                    <a:tc>
                      <a:txBody>
                        <a:bodyPr/>
                        <a:lstStyle/>
                        <a:p>
                          <a:endParaRPr lang="en-US"/>
                        </a:p>
                      </a:txBody>
                      <a:tcPr anchor="ctr">
                        <a:blipFill>
                          <a:blip r:embed="rId15"/>
                          <a:stretch>
                            <a:fillRect l="-200000" t="-237778" r="-200930" b="-8889"/>
                          </a:stretch>
                        </a:blipFill>
                      </a:tcPr>
                    </a:tc>
                    <a:tc>
                      <a:txBody>
                        <a:bodyPr/>
                        <a:lstStyle/>
                        <a:p>
                          <a:endParaRPr lang="en-US"/>
                        </a:p>
                      </a:txBody>
                      <a:tcPr anchor="ctr">
                        <a:blipFill>
                          <a:blip r:embed="rId15"/>
                          <a:stretch>
                            <a:fillRect l="-301402" t="-237778" r="-101869" b="-8889"/>
                          </a:stretch>
                        </a:blipFill>
                      </a:tcPr>
                    </a:tc>
                    <a:tc>
                      <a:txBody>
                        <a:bodyPr/>
                        <a:lstStyle/>
                        <a:p>
                          <a:endParaRPr lang="en-US"/>
                        </a:p>
                      </a:txBody>
                      <a:tcPr anchor="ctr">
                        <a:blipFill>
                          <a:blip r:embed="rId15"/>
                          <a:stretch>
                            <a:fillRect l="-399535" t="-237778" r="-1395" b="-8889"/>
                          </a:stretch>
                        </a:blipFill>
                      </a:tcPr>
                    </a:tc>
                    <a:extLst>
                      <a:ext uri="{0D108BD9-81ED-4DB2-BD59-A6C34878D82A}">
                        <a16:rowId xmlns:a16="http://schemas.microsoft.com/office/drawing/2014/main" val="2796096386"/>
                      </a:ext>
                    </a:extLst>
                  </a:tr>
                </a:tbl>
              </a:graphicData>
            </a:graphic>
          </p:graphicFrame>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413A586E-33C5-EF37-5284-5C64F7E39B33}"/>
                  </a:ext>
                </a:extLst>
              </p:cNvPr>
              <p:cNvSpPr txBox="1"/>
              <p:nvPr/>
            </p:nvSpPr>
            <p:spPr>
              <a:xfrm>
                <a:off x="967739" y="480834"/>
                <a:ext cx="8135197" cy="11468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IN" sz="1200" i="1" dirty="0" smtClean="0">
                              <a:latin typeface="Cambria Math" panose="02040503050406030204" pitchFamily="18" charset="0"/>
                            </a:rPr>
                          </m:ctrlPr>
                        </m:sSubPr>
                        <m:e>
                          <m:r>
                            <a:rPr lang="en-IN" sz="1200" b="0" i="1" dirty="0" smtClean="0">
                              <a:latin typeface="Cambria Math" panose="02040503050406030204" pitchFamily="18" charset="0"/>
                            </a:rPr>
                            <m:t>𝑀𝑆𝐸</m:t>
                          </m:r>
                        </m:e>
                        <m:sub>
                          <m:r>
                            <a:rPr lang="en-IN" sz="1200" b="0" i="1" dirty="0" smtClean="0">
                              <a:latin typeface="Cambria Math" panose="02040503050406030204" pitchFamily="18" charset="0"/>
                            </a:rPr>
                            <m:t>𝑇𝑜𝑡𝑎𝑙</m:t>
                          </m:r>
                          <m:r>
                            <a:rPr lang="en-IN" sz="1200" b="0" i="1" dirty="0" smtClean="0">
                              <a:latin typeface="Cambria Math" panose="02040503050406030204" pitchFamily="18" charset="0"/>
                            </a:rPr>
                            <m:t> </m:t>
                          </m:r>
                          <m:r>
                            <a:rPr lang="en-IN" sz="1200" b="0" i="1" dirty="0" smtClean="0">
                              <a:latin typeface="Cambria Math" panose="02040503050406030204" pitchFamily="18" charset="0"/>
                            </a:rPr>
                            <m:t>𝐿𝑜𝑠𝑠</m:t>
                          </m:r>
                        </m:sub>
                      </m:sSub>
                      <m:r>
                        <a:rPr lang="en-IN" sz="1200" b="0" i="1" dirty="0" smtClean="0">
                          <a:latin typeface="Cambria Math" panose="02040503050406030204" pitchFamily="18" charset="0"/>
                        </a:rPr>
                        <m:t>=</m:t>
                      </m:r>
                      <m:f>
                        <m:fPr>
                          <m:ctrlPr>
                            <a:rPr lang="en-IN" sz="1200" i="1" dirty="0">
                              <a:latin typeface="Cambria Math" panose="02040503050406030204" pitchFamily="18" charset="0"/>
                              <a:cs typeface="Times New Roman" panose="02020603050405020304" pitchFamily="18" charset="0"/>
                            </a:rPr>
                          </m:ctrlPr>
                        </m:fPr>
                        <m:num>
                          <m:sSub>
                            <m:sSubPr>
                              <m:ctrlPr>
                                <a:rPr lang="en-IN" sz="1200" i="1" dirty="0">
                                  <a:latin typeface="Cambria Math" panose="02040503050406030204" pitchFamily="18" charset="0"/>
                                </a:rPr>
                              </m:ctrlPr>
                            </m:sSubPr>
                            <m:e>
                              <m:r>
                                <a:rPr lang="en-IN" sz="1200" i="1" dirty="0">
                                  <a:latin typeface="Cambria Math" panose="02040503050406030204" pitchFamily="18" charset="0"/>
                                  <a:ea typeface="Cambria Math" panose="02040503050406030204" pitchFamily="18" charset="0"/>
                                </a:rPr>
                                <m:t>𝜔</m:t>
                              </m:r>
                            </m:e>
                            <m:sub>
                              <m:r>
                                <a:rPr lang="en-IN" sz="1200" i="1" dirty="0">
                                  <a:latin typeface="Cambria Math" panose="02040503050406030204" pitchFamily="18" charset="0"/>
                                </a:rPr>
                                <m:t>𝑓</m:t>
                              </m:r>
                            </m:sub>
                          </m:sSub>
                        </m:num>
                        <m:den>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𝑓</m:t>
                              </m:r>
                            </m:sub>
                          </m:sSub>
                        </m:den>
                      </m:f>
                      <m:nary>
                        <m:naryPr>
                          <m:chr m:val="∑"/>
                          <m:ctrlPr>
                            <a:rPr lang="en-IN" sz="1200" i="1" dirty="0">
                              <a:latin typeface="Cambria Math" panose="02040503050406030204" pitchFamily="18" charset="0"/>
                              <a:cs typeface="Times New Roman" panose="02020603050405020304" pitchFamily="18" charset="0"/>
                            </a:rPr>
                          </m:ctrlPr>
                        </m:naryPr>
                        <m:sub>
                          <m:r>
                            <m:rPr>
                              <m:brk m:alnAt="23"/>
                            </m:rPr>
                            <a:rPr lang="en-IN" sz="1200" i="1" dirty="0">
                              <a:latin typeface="Cambria Math" panose="02040503050406030204" pitchFamily="18" charset="0"/>
                              <a:cs typeface="Times New Roman" panose="02020603050405020304" pitchFamily="18" charset="0"/>
                            </a:rPr>
                            <m:t>𝑖</m:t>
                          </m:r>
                          <m:r>
                            <a:rPr lang="en-IN" sz="1200" i="1" dirty="0">
                              <a:latin typeface="Cambria Math" panose="02040503050406030204" pitchFamily="18" charset="0"/>
                              <a:cs typeface="Times New Roman" panose="02020603050405020304" pitchFamily="18" charset="0"/>
                            </a:rPr>
                            <m:t>=1</m:t>
                          </m:r>
                        </m:sub>
                        <m:sup>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𝑓</m:t>
                              </m:r>
                            </m:sub>
                          </m:sSub>
                        </m:sup>
                        <m:e>
                          <m:sSup>
                            <m:sSupPr>
                              <m:ctrlPr>
                                <a:rPr lang="en-IN" sz="1200" i="1" dirty="0">
                                  <a:latin typeface="Cambria Math" panose="02040503050406030204" pitchFamily="18" charset="0"/>
                                  <a:cs typeface="Times New Roman" panose="02020603050405020304" pitchFamily="18" charset="0"/>
                                </a:rPr>
                              </m:ctrlPr>
                            </m:sSupPr>
                            <m:e>
                              <m:d>
                                <m:dPr>
                                  <m:begChr m:val="|"/>
                                  <m:endChr m:val="|"/>
                                  <m:ctrlPr>
                                    <a:rPr lang="en-IN" sz="1200" i="1" dirty="0">
                                      <a:latin typeface="Cambria Math" panose="02040503050406030204" pitchFamily="18" charset="0"/>
                                      <a:cs typeface="Times New Roman" panose="02020603050405020304" pitchFamily="18" charset="0"/>
                                    </a:rPr>
                                  </m:ctrlPr>
                                </m:dPr>
                                <m:e>
                                  <m:r>
                                    <m:rPr>
                                      <m:sty m:val="p"/>
                                    </m:rPr>
                                    <a:rPr lang="en-IN" sz="1200" i="1">
                                      <a:latin typeface="Cambria Math" panose="02040503050406030204" pitchFamily="18" charset="0"/>
                                      <a:ea typeface="Cambria Math" panose="02040503050406030204" pitchFamily="18" charset="0"/>
                                      <a:cs typeface="Times New Roman" panose="02020603050405020304" pitchFamily="18" charset="0"/>
                                    </a:rPr>
                                    <m:t>∇</m:t>
                                  </m:r>
                                  <m:r>
                                    <a:rPr lang="en-IN" sz="1200" i="1">
                                      <a:latin typeface="Cambria Math" panose="02040503050406030204" pitchFamily="18" charset="0"/>
                                      <a:ea typeface="Cambria Math" panose="02040503050406030204" pitchFamily="18" charset="0"/>
                                      <a:cs typeface="Times New Roman" panose="02020603050405020304" pitchFamily="18" charset="0"/>
                                    </a:rPr>
                                    <m:t>∙</m:t>
                                  </m:r>
                                  <m:r>
                                    <a:rPr lang="en-IN" sz="1200" b="1" i="1">
                                      <a:latin typeface="Cambria Math" panose="02040503050406030204" pitchFamily="18" charset="0"/>
                                      <a:ea typeface="Cambria Math" panose="02040503050406030204" pitchFamily="18" charset="0"/>
                                      <a:cs typeface="Times New Roman" panose="02020603050405020304" pitchFamily="18" charset="0"/>
                                    </a:rPr>
                                    <m:t>𝑮</m:t>
                                  </m:r>
                                  <m:r>
                                    <a:rPr lang="en-IN" sz="1200" i="1">
                                      <a:latin typeface="Cambria Math" panose="02040503050406030204" pitchFamily="18" charset="0"/>
                                      <a:ea typeface="Cambria Math" panose="02040503050406030204" pitchFamily="18" charset="0"/>
                                      <a:cs typeface="Times New Roman" panose="02020603050405020304" pitchFamily="18" charset="0"/>
                                    </a:rPr>
                                    <m:t>(</m:t>
                                  </m:r>
                                  <m:acc>
                                    <m:accPr>
                                      <m:chr m:val="̂"/>
                                      <m:ctrlPr>
                                        <a:rPr lang="en-IN" sz="12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200" b="1" i="1">
                                          <a:latin typeface="Cambria Math" panose="02040503050406030204" pitchFamily="18" charset="0"/>
                                          <a:ea typeface="Cambria Math" panose="02040503050406030204" pitchFamily="18" charset="0"/>
                                          <a:cs typeface="Times New Roman" panose="02020603050405020304" pitchFamily="18" charset="0"/>
                                        </a:rPr>
                                        <m:t>𝑼</m:t>
                                      </m:r>
                                    </m:e>
                                  </m:acc>
                                  <m:r>
                                    <a:rPr lang="en-IN" sz="1200" i="1">
                                      <a:latin typeface="Cambria Math" panose="02040503050406030204" pitchFamily="18" charset="0"/>
                                      <a:ea typeface="Cambria Math" panose="02040503050406030204" pitchFamily="18" charset="0"/>
                                      <a:cs typeface="Times New Roman" panose="02020603050405020304" pitchFamily="18" charset="0"/>
                                    </a:rPr>
                                    <m:t>)−</m:t>
                                  </m:r>
                                  <m:r>
                                    <a:rPr lang="en-IN" sz="1200" i="1" dirty="0">
                                      <a:latin typeface="Cambria Math" panose="02040503050406030204" pitchFamily="18" charset="0"/>
                                    </a:rPr>
                                    <m:t>0</m:t>
                                  </m:r>
                                </m:e>
                              </m:d>
                            </m:e>
                            <m:sup>
                              <m:r>
                                <a:rPr lang="en-IN" sz="1200" i="1" dirty="0">
                                  <a:latin typeface="Cambria Math" panose="02040503050406030204" pitchFamily="18" charset="0"/>
                                  <a:cs typeface="Times New Roman" panose="02020603050405020304" pitchFamily="18" charset="0"/>
                                </a:rPr>
                                <m:t>2</m:t>
                              </m:r>
                            </m:sup>
                          </m:sSup>
                          <m:r>
                            <a:rPr lang="en-IN" sz="1200" b="0" i="1" dirty="0" smtClean="0">
                              <a:latin typeface="Cambria Math" panose="02040503050406030204" pitchFamily="18" charset="0"/>
                              <a:cs typeface="Times New Roman" panose="02020603050405020304" pitchFamily="18" charset="0"/>
                            </a:rPr>
                            <m:t>+</m:t>
                          </m:r>
                          <m:f>
                            <m:fPr>
                              <m:ctrlPr>
                                <a:rPr lang="en-IN" sz="1200" i="1" dirty="0">
                                  <a:latin typeface="Cambria Math" panose="02040503050406030204" pitchFamily="18" charset="0"/>
                                  <a:cs typeface="Times New Roman" panose="02020603050405020304" pitchFamily="18" charset="0"/>
                                </a:rPr>
                              </m:ctrlPr>
                            </m:fPr>
                            <m:num>
                              <m:sSub>
                                <m:sSubPr>
                                  <m:ctrlPr>
                                    <a:rPr lang="en-IN" sz="1200" i="1" dirty="0">
                                      <a:latin typeface="Cambria Math" panose="02040503050406030204" pitchFamily="18" charset="0"/>
                                    </a:rPr>
                                  </m:ctrlPr>
                                </m:sSubPr>
                                <m:e>
                                  <m:r>
                                    <a:rPr lang="en-IN" sz="1200" i="1" dirty="0">
                                      <a:latin typeface="Cambria Math" panose="02040503050406030204" pitchFamily="18" charset="0"/>
                                      <a:ea typeface="Cambria Math" panose="02040503050406030204" pitchFamily="18" charset="0"/>
                                    </a:rPr>
                                    <m:t>𝜔</m:t>
                                  </m:r>
                                </m:e>
                                <m:sub>
                                  <m:r>
                                    <a:rPr lang="en-IN" sz="1200" i="1" dirty="0">
                                      <a:latin typeface="Cambria Math" panose="02040503050406030204" pitchFamily="18" charset="0"/>
                                    </a:rPr>
                                    <m:t>𝑓</m:t>
                                  </m:r>
                                </m:sub>
                              </m:sSub>
                            </m:num>
                            <m:den>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b="0" i="1" dirty="0" smtClean="0">
                                      <a:latin typeface="Cambria Math" panose="02040503050406030204" pitchFamily="18" charset="0"/>
                                      <a:cs typeface="Times New Roman" panose="02020603050405020304" pitchFamily="18" charset="0"/>
                                    </a:rPr>
                                    <m:t>𝑓</m:t>
                                  </m:r>
                                </m:sub>
                              </m:sSub>
                            </m:den>
                          </m:f>
                          <m:nary>
                            <m:naryPr>
                              <m:chr m:val="∑"/>
                              <m:ctrlPr>
                                <a:rPr lang="en-IN" sz="1200" i="1" dirty="0">
                                  <a:latin typeface="Cambria Math" panose="02040503050406030204" pitchFamily="18" charset="0"/>
                                  <a:cs typeface="Times New Roman" panose="02020603050405020304" pitchFamily="18" charset="0"/>
                                </a:rPr>
                              </m:ctrlPr>
                            </m:naryPr>
                            <m:sub>
                              <m:r>
                                <m:rPr>
                                  <m:brk m:alnAt="23"/>
                                </m:rPr>
                                <a:rPr lang="en-IN" sz="1200" i="1" dirty="0">
                                  <a:latin typeface="Cambria Math" panose="02040503050406030204" pitchFamily="18" charset="0"/>
                                  <a:cs typeface="Times New Roman" panose="02020603050405020304" pitchFamily="18" charset="0"/>
                                </a:rPr>
                                <m:t>𝑖</m:t>
                              </m:r>
                              <m:r>
                                <a:rPr lang="en-IN" sz="1200" i="1" dirty="0">
                                  <a:latin typeface="Cambria Math" panose="02040503050406030204" pitchFamily="18" charset="0"/>
                                  <a:cs typeface="Times New Roman" panose="02020603050405020304" pitchFamily="18" charset="0"/>
                                </a:rPr>
                                <m:t>=1</m:t>
                              </m:r>
                            </m:sub>
                            <m:sup>
                              <m:sSub>
                                <m:sSubPr>
                                  <m:ctrlPr>
                                    <a:rPr lang="en-IN" sz="1200" i="1" dirty="0" smtClean="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b="0" i="1" dirty="0" smtClean="0">
                                      <a:latin typeface="Cambria Math" panose="02040503050406030204" pitchFamily="18" charset="0"/>
                                      <a:cs typeface="Times New Roman" panose="02020603050405020304" pitchFamily="18" charset="0"/>
                                    </a:rPr>
                                    <m:t>𝑓</m:t>
                                  </m:r>
                                </m:sub>
                              </m:sSub>
                            </m:sup>
                            <m:e>
                              <m:sSup>
                                <m:sSupPr>
                                  <m:ctrlPr>
                                    <a:rPr lang="en-IN" sz="1200" i="1" dirty="0">
                                      <a:latin typeface="Cambria Math" panose="02040503050406030204" pitchFamily="18" charset="0"/>
                                      <a:cs typeface="Times New Roman" panose="02020603050405020304" pitchFamily="18" charset="0"/>
                                    </a:rPr>
                                  </m:ctrlPr>
                                </m:sSupPr>
                                <m:e>
                                  <m:d>
                                    <m:dPr>
                                      <m:begChr m:val="|"/>
                                      <m:endChr m:val="|"/>
                                      <m:ctrlPr>
                                        <a:rPr lang="en-IN" sz="1200" i="1" dirty="0">
                                          <a:latin typeface="Cambria Math" panose="02040503050406030204" pitchFamily="18" charset="0"/>
                                          <a:cs typeface="Times New Roman" panose="02020603050405020304" pitchFamily="18" charset="0"/>
                                        </a:rPr>
                                      </m:ctrlPr>
                                    </m:dPr>
                                    <m:e>
                                      <m:sSub>
                                        <m:sSubPr>
                                          <m:ctrlPr>
                                            <a:rPr lang="en-IN" sz="1200" i="1">
                                              <a:latin typeface="Cambria Math" panose="02040503050406030204" pitchFamily="18" charset="0"/>
                                            </a:rPr>
                                          </m:ctrlPr>
                                        </m:sSubPr>
                                        <m:e>
                                          <m:r>
                                            <a:rPr lang="en-IN" sz="1200" i="1">
                                              <a:latin typeface="Cambria Math" panose="02040503050406030204" pitchFamily="18" charset="0"/>
                                              <a:ea typeface="Cambria Math" panose="02040503050406030204" pitchFamily="18" charset="0"/>
                                            </a:rPr>
                                            <m:t>𝜙</m:t>
                                          </m:r>
                                        </m:e>
                                        <m:sub>
                                          <m:r>
                                            <a:rPr lang="en-IN" sz="1200" i="1">
                                              <a:latin typeface="Cambria Math" panose="02040503050406030204" pitchFamily="18" charset="0"/>
                                            </a:rPr>
                                            <m:t>1</m:t>
                                          </m:r>
                                          <m:r>
                                            <a:rPr lang="en-IN" sz="1200" i="1">
                                              <a:latin typeface="Cambria Math" panose="02040503050406030204" pitchFamily="18" charset="0"/>
                                            </a:rPr>
                                            <m:t>𝑥</m:t>
                                          </m:r>
                                        </m:sub>
                                      </m:sSub>
                                      <m:r>
                                        <a:rPr lang="en-IN" sz="1200" i="1">
                                          <a:latin typeface="Cambria Math" panose="02040503050406030204" pitchFamily="18" charset="0"/>
                                        </a:rPr>
                                        <m:t>+</m:t>
                                      </m:r>
                                      <m:sSub>
                                        <m:sSubPr>
                                          <m:ctrlPr>
                                            <a:rPr lang="en-IN" sz="1200" i="1">
                                              <a:latin typeface="Cambria Math" panose="02040503050406030204" pitchFamily="18" charset="0"/>
                                            </a:rPr>
                                          </m:ctrlPr>
                                        </m:sSubPr>
                                        <m:e>
                                          <m:r>
                                            <a:rPr lang="en-IN" sz="1200" i="1">
                                              <a:latin typeface="Cambria Math" panose="02040503050406030204" pitchFamily="18" charset="0"/>
                                              <a:ea typeface="Cambria Math" panose="02040503050406030204" pitchFamily="18" charset="0"/>
                                            </a:rPr>
                                            <m:t>𝜙</m:t>
                                          </m:r>
                                        </m:e>
                                        <m:sub>
                                          <m:r>
                                            <a:rPr lang="en-IN" sz="1200" i="1">
                                              <a:latin typeface="Cambria Math" panose="02040503050406030204" pitchFamily="18" charset="0"/>
                                            </a:rPr>
                                            <m:t>2</m:t>
                                          </m:r>
                                          <m:r>
                                            <a:rPr lang="en-IN" sz="1200" i="1">
                                              <a:latin typeface="Cambria Math" panose="02040503050406030204" pitchFamily="18" charset="0"/>
                                            </a:rPr>
                                            <m:t>𝑦</m:t>
                                          </m:r>
                                        </m:sub>
                                      </m:sSub>
                                      <m:r>
                                        <a:rPr lang="en-IN" sz="1200" b="0" i="1" smtClean="0">
                                          <a:latin typeface="Cambria Math" panose="02040503050406030204" pitchFamily="18" charset="0"/>
                                        </a:rPr>
                                        <m:t>+</m:t>
                                      </m:r>
                                      <m:r>
                                        <m:rPr>
                                          <m:sty m:val="p"/>
                                        </m:rPr>
                                        <a:rPr lang="el-GR" sz="1200" b="0" i="1" smtClean="0">
                                          <a:latin typeface="Cambria Math" panose="02040503050406030204" pitchFamily="18" charset="0"/>
                                          <a:ea typeface="Cambria Math" panose="02040503050406030204" pitchFamily="18" charset="0"/>
                                        </a:rPr>
                                        <m:t>Λ</m:t>
                                      </m:r>
                                      <m:r>
                                        <a:rPr lang="en-IN" sz="1200" b="0" i="1" smtClean="0">
                                          <a:latin typeface="Cambria Math" panose="02040503050406030204" pitchFamily="18" charset="0"/>
                                          <a:ea typeface="Cambria Math" panose="02040503050406030204" pitchFamily="18" charset="0"/>
                                        </a:rPr>
                                        <m:t>−0</m:t>
                                      </m:r>
                                    </m:e>
                                  </m:d>
                                </m:e>
                                <m:sup>
                                  <m:r>
                                    <a:rPr lang="en-IN" sz="1200" i="1" dirty="0">
                                      <a:latin typeface="Cambria Math" panose="02040503050406030204" pitchFamily="18" charset="0"/>
                                      <a:cs typeface="Times New Roman" panose="02020603050405020304" pitchFamily="18" charset="0"/>
                                    </a:rPr>
                                    <m:t>2</m:t>
                                  </m:r>
                                </m:sup>
                              </m:sSup>
                            </m:e>
                          </m:nary>
                          <m:r>
                            <a:rPr lang="en-IN" sz="1200" b="0" i="1" dirty="0" smtClean="0">
                              <a:latin typeface="Cambria Math" panose="02040503050406030204" pitchFamily="18" charset="0"/>
                              <a:cs typeface="Times New Roman" panose="02020603050405020304" pitchFamily="18" charset="0"/>
                            </a:rPr>
                            <m:t>+</m:t>
                          </m:r>
                          <m:f>
                            <m:fPr>
                              <m:ctrlPr>
                                <a:rPr lang="en-IN" sz="1200" i="1" dirty="0">
                                  <a:latin typeface="Cambria Math" panose="02040503050406030204" pitchFamily="18" charset="0"/>
                                  <a:cs typeface="Times New Roman" panose="02020603050405020304" pitchFamily="18" charset="0"/>
                                </a:rPr>
                              </m:ctrlPr>
                            </m:fPr>
                            <m:num>
                              <m:sSub>
                                <m:sSubPr>
                                  <m:ctrlPr>
                                    <a:rPr lang="en-IN" sz="1200" i="1" dirty="0">
                                      <a:latin typeface="Cambria Math" panose="02040503050406030204" pitchFamily="18" charset="0"/>
                                    </a:rPr>
                                  </m:ctrlPr>
                                </m:sSubPr>
                                <m:e>
                                  <m:r>
                                    <a:rPr lang="en-IN" sz="1200" i="1" dirty="0">
                                      <a:latin typeface="Cambria Math" panose="02040503050406030204" pitchFamily="18" charset="0"/>
                                      <a:ea typeface="Cambria Math" panose="02040503050406030204" pitchFamily="18" charset="0"/>
                                    </a:rPr>
                                    <m:t>𝜔</m:t>
                                  </m:r>
                                </m:e>
                                <m:sub>
                                  <m:r>
                                    <a:rPr lang="en-IN" sz="1200" b="0" i="1" dirty="0" smtClean="0">
                                      <a:latin typeface="Cambria Math" panose="02040503050406030204" pitchFamily="18" charset="0"/>
                                      <a:ea typeface="Cambria Math" panose="02040503050406030204" pitchFamily="18" charset="0"/>
                                    </a:rPr>
                                    <m:t>𝑢</m:t>
                                  </m:r>
                                </m:sub>
                              </m:sSub>
                            </m:num>
                            <m:den>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𝑢</m:t>
                                  </m:r>
                                </m:sub>
                              </m:sSub>
                            </m:den>
                          </m:f>
                          <m:nary>
                            <m:naryPr>
                              <m:chr m:val="∑"/>
                              <m:ctrlPr>
                                <a:rPr lang="en-IN" sz="1200" i="1" dirty="0">
                                  <a:latin typeface="Cambria Math" panose="02040503050406030204" pitchFamily="18" charset="0"/>
                                  <a:cs typeface="Times New Roman" panose="02020603050405020304" pitchFamily="18" charset="0"/>
                                </a:rPr>
                              </m:ctrlPr>
                            </m:naryPr>
                            <m:sub>
                              <m:r>
                                <m:rPr>
                                  <m:brk m:alnAt="23"/>
                                </m:rPr>
                                <a:rPr lang="en-IN" sz="1200" i="1" dirty="0">
                                  <a:latin typeface="Cambria Math" panose="02040503050406030204" pitchFamily="18" charset="0"/>
                                  <a:cs typeface="Times New Roman" panose="02020603050405020304" pitchFamily="18" charset="0"/>
                                </a:rPr>
                                <m:t>𝑖</m:t>
                              </m:r>
                              <m:r>
                                <a:rPr lang="en-IN" sz="1200" i="1" dirty="0">
                                  <a:latin typeface="Cambria Math" panose="02040503050406030204" pitchFamily="18" charset="0"/>
                                  <a:cs typeface="Times New Roman" panose="02020603050405020304" pitchFamily="18" charset="0"/>
                                </a:rPr>
                                <m:t>=1</m:t>
                              </m:r>
                            </m:sub>
                            <m:sup>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𝑢</m:t>
                                  </m:r>
                                </m:sub>
                              </m:sSub>
                            </m:sup>
                            <m:e>
                              <m:sSup>
                                <m:sSupPr>
                                  <m:ctrlPr>
                                    <a:rPr lang="en-IN" sz="1200" i="1" dirty="0">
                                      <a:latin typeface="Cambria Math" panose="02040503050406030204" pitchFamily="18" charset="0"/>
                                      <a:cs typeface="Times New Roman" panose="02020603050405020304" pitchFamily="18" charset="0"/>
                                    </a:rPr>
                                  </m:ctrlPr>
                                </m:sSupPr>
                                <m:e>
                                  <m:d>
                                    <m:dPr>
                                      <m:begChr m:val="|"/>
                                      <m:endChr m:val="|"/>
                                      <m:ctrlPr>
                                        <a:rPr lang="en-IN" sz="1200" i="1" dirty="0">
                                          <a:latin typeface="Cambria Math" panose="02040503050406030204" pitchFamily="18" charset="0"/>
                                          <a:cs typeface="Times New Roman" panose="02020603050405020304" pitchFamily="18" charset="0"/>
                                        </a:rPr>
                                      </m:ctrlPr>
                                    </m:dPr>
                                    <m:e>
                                      <m:sSub>
                                        <m:sSubPr>
                                          <m:ctrlPr>
                                            <a:rPr lang="en-IN" sz="1200" i="1">
                                              <a:latin typeface="Cambria Math" panose="02040503050406030204" pitchFamily="18" charset="0"/>
                                            </a:rPr>
                                          </m:ctrlPr>
                                        </m:sSubPr>
                                        <m:e>
                                          <m:acc>
                                            <m:accPr>
                                              <m:chr m:val="̂"/>
                                              <m:ctrlPr>
                                                <a:rPr lang="en-IN" sz="1200" i="1">
                                                  <a:latin typeface="Cambria Math" panose="02040503050406030204" pitchFamily="18" charset="0"/>
                                                </a:rPr>
                                              </m:ctrlPr>
                                            </m:accPr>
                                            <m:e>
                                              <m:r>
                                                <a:rPr lang="en-IN" sz="1200" b="1" i="1">
                                                  <a:latin typeface="Cambria Math" panose="02040503050406030204" pitchFamily="18" charset="0"/>
                                                </a:rPr>
                                                <m:t>𝒖</m:t>
                                              </m:r>
                                            </m:e>
                                          </m:acc>
                                        </m:e>
                                        <m:sub>
                                          <m:r>
                                            <a:rPr lang="en-IN" sz="1200" i="1">
                                              <a:latin typeface="Cambria Math" panose="02040503050406030204" pitchFamily="18" charset="0"/>
                                            </a:rPr>
                                            <m:t>𝐼𝑛𝑓𝑙𝑜𝑤</m:t>
                                          </m:r>
                                        </m:sub>
                                      </m:sSub>
                                      <m:r>
                                        <a:rPr lang="en-IN" sz="1200" i="1">
                                          <a:latin typeface="Cambria Math" panose="02040503050406030204" pitchFamily="18" charset="0"/>
                                        </a:rPr>
                                        <m:t>−</m:t>
                                      </m:r>
                                      <m:sSub>
                                        <m:sSubPr>
                                          <m:ctrlPr>
                                            <a:rPr lang="en-IN" sz="1200" i="1">
                                              <a:latin typeface="Cambria Math" panose="02040503050406030204" pitchFamily="18" charset="0"/>
                                            </a:rPr>
                                          </m:ctrlPr>
                                        </m:sSubPr>
                                        <m:e>
                                          <m:r>
                                            <a:rPr lang="en-IN" sz="1200" b="1" i="1">
                                              <a:latin typeface="Cambria Math" panose="02040503050406030204" pitchFamily="18" charset="0"/>
                                            </a:rPr>
                                            <m:t>𝒖</m:t>
                                          </m:r>
                                        </m:e>
                                        <m:sub>
                                          <m:r>
                                            <a:rPr lang="en-IN" sz="1200" i="1">
                                              <a:latin typeface="Cambria Math" panose="02040503050406030204" pitchFamily="18" charset="0"/>
                                            </a:rPr>
                                            <m:t>𝐼𝑛𝑓𝑙𝑜𝑤</m:t>
                                          </m:r>
                                        </m:sub>
                                      </m:sSub>
                                    </m:e>
                                  </m:d>
                                </m:e>
                                <m:sup>
                                  <m:r>
                                    <a:rPr lang="en-IN" sz="1200" i="1" dirty="0">
                                      <a:latin typeface="Cambria Math" panose="02040503050406030204" pitchFamily="18" charset="0"/>
                                      <a:cs typeface="Times New Roman" panose="02020603050405020304" pitchFamily="18" charset="0"/>
                                    </a:rPr>
                                    <m:t>2</m:t>
                                  </m:r>
                                </m:sup>
                              </m:sSup>
                            </m:e>
                          </m:nary>
                          <m:r>
                            <a:rPr lang="en-IN" sz="1200" b="0" i="1" dirty="0" smtClean="0">
                              <a:latin typeface="Cambria Math" panose="02040503050406030204" pitchFamily="18" charset="0"/>
                              <a:cs typeface="Times New Roman" panose="02020603050405020304" pitchFamily="18" charset="0"/>
                            </a:rPr>
                            <m:t>+</m:t>
                          </m:r>
                          <m:f>
                            <m:fPr>
                              <m:ctrlPr>
                                <a:rPr lang="en-IN" sz="1200" i="1" dirty="0">
                                  <a:latin typeface="Cambria Math" panose="02040503050406030204" pitchFamily="18" charset="0"/>
                                  <a:cs typeface="Times New Roman" panose="02020603050405020304" pitchFamily="18" charset="0"/>
                                </a:rPr>
                              </m:ctrlPr>
                            </m:fPr>
                            <m:num>
                              <m:sSub>
                                <m:sSubPr>
                                  <m:ctrlPr>
                                    <a:rPr lang="en-IN" sz="1200" i="1" dirty="0">
                                      <a:latin typeface="Cambria Math" panose="02040503050406030204" pitchFamily="18" charset="0"/>
                                    </a:rPr>
                                  </m:ctrlPr>
                                </m:sSubPr>
                                <m:e>
                                  <m:r>
                                    <a:rPr lang="en-IN" sz="1200" i="1" dirty="0">
                                      <a:latin typeface="Cambria Math" panose="02040503050406030204" pitchFamily="18" charset="0"/>
                                      <a:ea typeface="Cambria Math" panose="02040503050406030204" pitchFamily="18" charset="0"/>
                                    </a:rPr>
                                    <m:t>𝜔</m:t>
                                  </m:r>
                                </m:e>
                                <m:sub>
                                  <m:r>
                                    <a:rPr lang="en-IN" sz="1200" i="1" dirty="0">
                                      <a:latin typeface="Cambria Math" panose="02040503050406030204" pitchFamily="18" charset="0"/>
                                      <a:ea typeface="Cambria Math" panose="02040503050406030204" pitchFamily="18" charset="0"/>
                                    </a:rPr>
                                    <m:t>𝑢</m:t>
                                  </m:r>
                                </m:sub>
                              </m:sSub>
                            </m:num>
                            <m:den>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𝑢</m:t>
                                  </m:r>
                                </m:sub>
                              </m:sSub>
                            </m:den>
                          </m:f>
                          <m:nary>
                            <m:naryPr>
                              <m:chr m:val="∑"/>
                              <m:ctrlPr>
                                <a:rPr lang="en-IN" sz="1200" i="1" dirty="0">
                                  <a:latin typeface="Cambria Math" panose="02040503050406030204" pitchFamily="18" charset="0"/>
                                  <a:cs typeface="Times New Roman" panose="02020603050405020304" pitchFamily="18" charset="0"/>
                                </a:rPr>
                              </m:ctrlPr>
                            </m:naryPr>
                            <m:sub>
                              <m:r>
                                <m:rPr>
                                  <m:brk m:alnAt="23"/>
                                </m:rPr>
                                <a:rPr lang="en-IN" sz="1200" i="1" dirty="0">
                                  <a:latin typeface="Cambria Math" panose="02040503050406030204" pitchFamily="18" charset="0"/>
                                  <a:cs typeface="Times New Roman" panose="02020603050405020304" pitchFamily="18" charset="0"/>
                                </a:rPr>
                                <m:t>𝑖</m:t>
                              </m:r>
                              <m:r>
                                <a:rPr lang="en-IN" sz="1200" i="1" dirty="0">
                                  <a:latin typeface="Cambria Math" panose="02040503050406030204" pitchFamily="18" charset="0"/>
                                  <a:cs typeface="Times New Roman" panose="02020603050405020304" pitchFamily="18" charset="0"/>
                                </a:rPr>
                                <m:t>=1</m:t>
                              </m:r>
                            </m:sub>
                            <m:sup>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𝑢</m:t>
                                  </m:r>
                                </m:sub>
                              </m:sSub>
                            </m:sup>
                            <m:e>
                              <m:sSup>
                                <m:sSupPr>
                                  <m:ctrlPr>
                                    <a:rPr lang="en-IN" sz="1200" i="1" dirty="0">
                                      <a:latin typeface="Cambria Math" panose="02040503050406030204" pitchFamily="18" charset="0"/>
                                      <a:cs typeface="Times New Roman" panose="02020603050405020304" pitchFamily="18" charset="0"/>
                                    </a:rPr>
                                  </m:ctrlPr>
                                </m:sSupPr>
                                <m:e>
                                  <m:d>
                                    <m:dPr>
                                      <m:begChr m:val="|"/>
                                      <m:endChr m:val="|"/>
                                      <m:ctrlPr>
                                        <a:rPr lang="en-IN" sz="1200" i="1" dirty="0">
                                          <a:latin typeface="Cambria Math" panose="02040503050406030204" pitchFamily="18" charset="0"/>
                                          <a:cs typeface="Times New Roman" panose="02020603050405020304" pitchFamily="18" charset="0"/>
                                        </a:rPr>
                                      </m:ctrlPr>
                                    </m:dPr>
                                    <m:e>
                                      <m:sSub>
                                        <m:sSubPr>
                                          <m:ctrlPr>
                                            <a:rPr lang="en-IN" sz="1200" i="1">
                                              <a:latin typeface="Cambria Math" panose="02040503050406030204" pitchFamily="18" charset="0"/>
                                            </a:rPr>
                                          </m:ctrlPr>
                                        </m:sSubPr>
                                        <m:e>
                                          <m:acc>
                                            <m:accPr>
                                              <m:chr m:val="̂"/>
                                              <m:ctrlPr>
                                                <a:rPr lang="en-IN" sz="1200" i="1">
                                                  <a:latin typeface="Cambria Math" panose="02040503050406030204" pitchFamily="18" charset="0"/>
                                                </a:rPr>
                                              </m:ctrlPr>
                                            </m:accPr>
                                            <m:e>
                                              <m:r>
                                                <a:rPr lang="en-IN" sz="1200" b="1" i="1">
                                                  <a:latin typeface="Cambria Math" panose="02040503050406030204" pitchFamily="18" charset="0"/>
                                                </a:rPr>
                                                <m:t>𝒖</m:t>
                                              </m:r>
                                            </m:e>
                                          </m:acc>
                                        </m:e>
                                        <m:sub>
                                          <m:r>
                                            <m:rPr>
                                              <m:sty m:val="p"/>
                                            </m:rPr>
                                            <a:rPr lang="en-IN" sz="1200" b="1" i="1">
                                              <a:latin typeface="Cambria Math" panose="02040503050406030204" pitchFamily="18" charset="0"/>
                                              <a:ea typeface="Cambria Math" panose="02040503050406030204" pitchFamily="18" charset="0"/>
                                            </a:rPr>
                                            <m:t>∇</m:t>
                                          </m:r>
                                          <m:r>
                                            <a:rPr lang="en-IN" sz="1200" b="1" i="1">
                                              <a:latin typeface="Cambria Math" panose="02040503050406030204" pitchFamily="18" charset="0"/>
                                              <a:ea typeface="Cambria Math" panose="02040503050406030204" pitchFamily="18" charset="0"/>
                                            </a:rPr>
                                            <m:t>𝜌</m:t>
                                          </m:r>
                                        </m:sub>
                                      </m:sSub>
                                      <m:r>
                                        <a:rPr lang="en-IN" sz="1200" i="1">
                                          <a:latin typeface="Cambria Math" panose="02040503050406030204" pitchFamily="18" charset="0"/>
                                        </a:rPr>
                                        <m:t>−</m:t>
                                      </m:r>
                                      <m:sSub>
                                        <m:sSubPr>
                                          <m:ctrlPr>
                                            <a:rPr lang="en-IN" sz="1200" i="1">
                                              <a:latin typeface="Cambria Math" panose="02040503050406030204" pitchFamily="18" charset="0"/>
                                            </a:rPr>
                                          </m:ctrlPr>
                                        </m:sSubPr>
                                        <m:e>
                                          <m:r>
                                            <a:rPr lang="en-IN" sz="1200" b="1" i="1">
                                              <a:latin typeface="Cambria Math" panose="02040503050406030204" pitchFamily="18" charset="0"/>
                                            </a:rPr>
                                            <m:t>𝒖</m:t>
                                          </m:r>
                                        </m:e>
                                        <m:sub>
                                          <m:r>
                                            <m:rPr>
                                              <m:sty m:val="p"/>
                                            </m:rPr>
                                            <a:rPr lang="en-IN" sz="1200" b="1" i="1">
                                              <a:latin typeface="Cambria Math" panose="02040503050406030204" pitchFamily="18" charset="0"/>
                                              <a:ea typeface="Cambria Math" panose="02040503050406030204" pitchFamily="18" charset="0"/>
                                            </a:rPr>
                                            <m:t>∇</m:t>
                                          </m:r>
                                          <m:r>
                                            <a:rPr lang="en-IN" sz="1200" b="1" i="1">
                                              <a:latin typeface="Cambria Math" panose="02040503050406030204" pitchFamily="18" charset="0"/>
                                              <a:ea typeface="Cambria Math" panose="02040503050406030204" pitchFamily="18" charset="0"/>
                                            </a:rPr>
                                            <m:t>𝜌</m:t>
                                          </m:r>
                                        </m:sub>
                                      </m:sSub>
                                    </m:e>
                                  </m:d>
                                </m:e>
                                <m:sup>
                                  <m:r>
                                    <a:rPr lang="en-IN" sz="1200" i="1" dirty="0">
                                      <a:latin typeface="Cambria Math" panose="02040503050406030204" pitchFamily="18" charset="0"/>
                                      <a:cs typeface="Times New Roman" panose="02020603050405020304" pitchFamily="18" charset="0"/>
                                    </a:rPr>
                                    <m:t>2</m:t>
                                  </m:r>
                                </m:sup>
                              </m:sSup>
                            </m:e>
                          </m:nary>
                        </m:e>
                      </m:nary>
                    </m:oMath>
                  </m:oMathPara>
                </a14:m>
                <a:endParaRPr lang="en-IN" sz="1200" dirty="0"/>
              </a:p>
              <a:p>
                <a:pPr/>
                <a14:m>
                  <m:oMathPara xmlns:m="http://schemas.openxmlformats.org/officeDocument/2006/math">
                    <m:oMathParaPr>
                      <m:jc m:val="centerGroup"/>
                    </m:oMathParaPr>
                    <m:oMath xmlns:m="http://schemas.openxmlformats.org/officeDocument/2006/math">
                      <m:r>
                        <a:rPr lang="en-IN" sz="1200" b="0" i="1" dirty="0" smtClean="0">
                          <a:latin typeface="Cambria Math" panose="02040503050406030204" pitchFamily="18" charset="0"/>
                          <a:cs typeface="Times New Roman" panose="02020603050405020304" pitchFamily="18" charset="0"/>
                        </a:rPr>
                        <m:t>+</m:t>
                      </m:r>
                      <m:f>
                        <m:fPr>
                          <m:ctrlPr>
                            <a:rPr lang="en-IN" sz="1200" i="1" dirty="0">
                              <a:latin typeface="Cambria Math" panose="02040503050406030204" pitchFamily="18" charset="0"/>
                              <a:cs typeface="Times New Roman" panose="02020603050405020304" pitchFamily="18" charset="0"/>
                            </a:rPr>
                          </m:ctrlPr>
                        </m:fPr>
                        <m:num>
                          <m:sSub>
                            <m:sSubPr>
                              <m:ctrlPr>
                                <a:rPr lang="en-IN" sz="1200" i="1" dirty="0" smtClean="0">
                                  <a:latin typeface="Cambria Math" panose="02040503050406030204" pitchFamily="18" charset="0"/>
                                </a:rPr>
                              </m:ctrlPr>
                            </m:sSubPr>
                            <m:e>
                              <m:r>
                                <a:rPr lang="en-IN" sz="1200" i="1" dirty="0">
                                  <a:latin typeface="Cambria Math" panose="02040503050406030204" pitchFamily="18" charset="0"/>
                                  <a:ea typeface="Cambria Math" panose="02040503050406030204" pitchFamily="18" charset="0"/>
                                </a:rPr>
                                <m:t>𝜔</m:t>
                              </m:r>
                            </m:e>
                            <m:sub>
                              <m:r>
                                <a:rPr lang="en-IN" sz="1200" b="0" i="1" dirty="0" smtClean="0">
                                  <a:latin typeface="Cambria Math" panose="02040503050406030204" pitchFamily="18" charset="0"/>
                                  <a:ea typeface="Cambria Math" panose="02040503050406030204" pitchFamily="18" charset="0"/>
                                </a:rPr>
                                <m:t>𝑓</m:t>
                              </m:r>
                            </m:sub>
                          </m:sSub>
                        </m:num>
                        <m:den>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b="0" i="1" dirty="0" smtClean="0">
                                  <a:latin typeface="Cambria Math" panose="02040503050406030204" pitchFamily="18" charset="0"/>
                                  <a:cs typeface="Times New Roman" panose="02020603050405020304" pitchFamily="18" charset="0"/>
                                </a:rPr>
                                <m:t>𝑓</m:t>
                              </m:r>
                            </m:sub>
                          </m:sSub>
                        </m:den>
                      </m:f>
                      <m:nary>
                        <m:naryPr>
                          <m:chr m:val="∑"/>
                          <m:ctrlPr>
                            <a:rPr lang="en-IN" sz="1200" i="1" dirty="0">
                              <a:latin typeface="Cambria Math" panose="02040503050406030204" pitchFamily="18" charset="0"/>
                              <a:cs typeface="Times New Roman" panose="02020603050405020304" pitchFamily="18" charset="0"/>
                            </a:rPr>
                          </m:ctrlPr>
                        </m:naryPr>
                        <m:sub>
                          <m:r>
                            <m:rPr>
                              <m:brk m:alnAt="23"/>
                            </m:rPr>
                            <a:rPr lang="en-IN" sz="1200" i="1" dirty="0">
                              <a:latin typeface="Cambria Math" panose="02040503050406030204" pitchFamily="18" charset="0"/>
                              <a:cs typeface="Times New Roman" panose="02020603050405020304" pitchFamily="18" charset="0"/>
                            </a:rPr>
                            <m:t>𝑖</m:t>
                          </m:r>
                          <m:r>
                            <a:rPr lang="en-IN" sz="1200" i="1" dirty="0">
                              <a:latin typeface="Cambria Math" panose="02040503050406030204" pitchFamily="18" charset="0"/>
                              <a:cs typeface="Times New Roman" panose="02020603050405020304" pitchFamily="18" charset="0"/>
                            </a:rPr>
                            <m:t>=1</m:t>
                          </m:r>
                        </m:sub>
                        <m:sup>
                          <m:sSub>
                            <m:sSubPr>
                              <m:ctrlPr>
                                <a:rPr lang="en-IN" sz="1200" i="1" dirty="0">
                                  <a:latin typeface="Cambria Math" panose="02040503050406030204" pitchFamily="18" charset="0"/>
                                  <a:cs typeface="Times New Roman" panose="02020603050405020304" pitchFamily="18" charset="0"/>
                                </a:rPr>
                              </m:ctrlPr>
                            </m:sSubPr>
                            <m:e>
                              <m:r>
                                <a:rPr lang="en-IN" sz="1200" i="1" dirty="0">
                                  <a:latin typeface="Cambria Math" panose="02040503050406030204" pitchFamily="18" charset="0"/>
                                  <a:cs typeface="Times New Roman" panose="02020603050405020304" pitchFamily="18" charset="0"/>
                                </a:rPr>
                                <m:t>𝑁</m:t>
                              </m:r>
                            </m:e>
                            <m:sub>
                              <m:r>
                                <a:rPr lang="en-IN" sz="1200" i="1" dirty="0">
                                  <a:latin typeface="Cambria Math" panose="02040503050406030204" pitchFamily="18" charset="0"/>
                                  <a:cs typeface="Times New Roman" panose="02020603050405020304" pitchFamily="18" charset="0"/>
                                </a:rPr>
                                <m:t>𝑢</m:t>
                              </m:r>
                            </m:sub>
                          </m:sSub>
                        </m:sup>
                        <m:e>
                          <m:sSup>
                            <m:sSupPr>
                              <m:ctrlPr>
                                <a:rPr lang="en-IN" sz="1200" i="1" dirty="0">
                                  <a:latin typeface="Cambria Math" panose="02040503050406030204" pitchFamily="18" charset="0"/>
                                  <a:cs typeface="Times New Roman" panose="02020603050405020304" pitchFamily="18" charset="0"/>
                                </a:rPr>
                              </m:ctrlPr>
                            </m:sSupPr>
                            <m:e>
                              <m:d>
                                <m:dPr>
                                  <m:begChr m:val="|"/>
                                  <m:endChr m:val="|"/>
                                  <m:ctrlPr>
                                    <a:rPr lang="en-IN" sz="1200" i="1" dirty="0">
                                      <a:latin typeface="Cambria Math" panose="02040503050406030204" pitchFamily="18" charset="0"/>
                                      <a:cs typeface="Times New Roman" panose="02020603050405020304" pitchFamily="18" charset="0"/>
                                    </a:rPr>
                                  </m:ctrlPr>
                                </m:dPr>
                                <m:e>
                                  <m:acc>
                                    <m:accPr>
                                      <m:chr m:val="̂"/>
                                      <m:ctrlPr>
                                        <a:rPr lang="en-IN" sz="1200" i="1">
                                          <a:latin typeface="Cambria Math" panose="02040503050406030204" pitchFamily="18" charset="0"/>
                                          <a:cs typeface="Times New Roman" panose="02020603050405020304" pitchFamily="18" charset="0"/>
                                        </a:rPr>
                                      </m:ctrlPr>
                                    </m:accPr>
                                    <m:e>
                                      <m:r>
                                        <a:rPr lang="en-IN" sz="1200" i="1">
                                          <a:latin typeface="Cambria Math" panose="02040503050406030204" pitchFamily="18" charset="0"/>
                                          <a:ea typeface="Cambria Math" panose="02040503050406030204" pitchFamily="18" charset="0"/>
                                          <a:cs typeface="Times New Roman" panose="02020603050405020304" pitchFamily="18" charset="0"/>
                                        </a:rPr>
                                        <m:t>𝑝</m:t>
                                      </m:r>
                                    </m:e>
                                  </m:acc>
                                  <m:r>
                                    <a:rPr lang="en-IN" sz="1200" i="1">
                                      <a:latin typeface="Cambria Math" panose="02040503050406030204" pitchFamily="18" charset="0"/>
                                      <a:ea typeface="Cambria Math" panose="02040503050406030204" pitchFamily="18" charset="0"/>
                                      <a:cs typeface="Times New Roman" panose="02020603050405020304" pitchFamily="18" charset="0"/>
                                    </a:rPr>
                                    <m:t>−</m:t>
                                  </m:r>
                                  <m:d>
                                    <m:dPr>
                                      <m:ctrlPr>
                                        <a:rPr lang="en-IN" sz="1200" i="1">
                                          <a:latin typeface="Cambria Math" panose="02040503050406030204" pitchFamily="18" charset="0"/>
                                          <a:ea typeface="Cambria Math" panose="02040503050406030204" pitchFamily="18" charset="0"/>
                                          <a:cs typeface="Times New Roman" panose="02020603050405020304" pitchFamily="18" charset="0"/>
                                        </a:rPr>
                                      </m:ctrlPr>
                                    </m:dPr>
                                    <m:e>
                                      <m:r>
                                        <a:rPr lang="en-IN" sz="1200" i="1">
                                          <a:latin typeface="Cambria Math" panose="02040503050406030204" pitchFamily="18" charset="0"/>
                                          <a:ea typeface="Cambria Math" panose="02040503050406030204" pitchFamily="18" charset="0"/>
                                          <a:cs typeface="Times New Roman" panose="02020603050405020304" pitchFamily="18" charset="0"/>
                                        </a:rPr>
                                        <m:t>𝛾</m:t>
                                      </m:r>
                                      <m:r>
                                        <a:rPr lang="en-IN" sz="1200" i="1">
                                          <a:latin typeface="Cambria Math" panose="02040503050406030204" pitchFamily="18" charset="0"/>
                                          <a:ea typeface="Cambria Math" panose="02040503050406030204" pitchFamily="18" charset="0"/>
                                          <a:cs typeface="Times New Roman" panose="02020603050405020304" pitchFamily="18" charset="0"/>
                                        </a:rPr>
                                        <m:t>−1</m:t>
                                      </m:r>
                                    </m:e>
                                  </m:d>
                                  <m:d>
                                    <m:dPr>
                                      <m:ctrlPr>
                                        <a:rPr lang="en-IN" sz="1200" i="1">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en-IN" sz="12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200" i="1">
                                              <a:latin typeface="Cambria Math" panose="02040503050406030204" pitchFamily="18" charset="0"/>
                                              <a:ea typeface="Cambria Math" panose="02040503050406030204" pitchFamily="18" charset="0"/>
                                              <a:cs typeface="Times New Roman" panose="02020603050405020304" pitchFamily="18" charset="0"/>
                                            </a:rPr>
                                            <m:t>𝜌</m:t>
                                          </m:r>
                                        </m:e>
                                      </m:acc>
                                      <m:r>
                                        <a:rPr lang="en-IN" sz="1200" i="1">
                                          <a:latin typeface="Cambria Math" panose="02040503050406030204" pitchFamily="18" charset="0"/>
                                          <a:ea typeface="Cambria Math" panose="02040503050406030204" pitchFamily="18" charset="0"/>
                                          <a:cs typeface="Times New Roman" panose="02020603050405020304" pitchFamily="18" charset="0"/>
                                        </a:rPr>
                                        <m:t>𝐸</m:t>
                                      </m:r>
                                      <m:r>
                                        <a:rPr lang="en-IN" sz="1200" i="1">
                                          <a:latin typeface="Cambria Math" panose="02040503050406030204" pitchFamily="18" charset="0"/>
                                          <a:ea typeface="Cambria Math" panose="02040503050406030204" pitchFamily="18" charset="0"/>
                                          <a:cs typeface="Times New Roman" panose="02020603050405020304" pitchFamily="18" charset="0"/>
                                        </a:rPr>
                                        <m:t>−</m:t>
                                      </m:r>
                                      <m:f>
                                        <m:fPr>
                                          <m:ctrlPr>
                                            <a:rPr lang="en-IN" sz="1200" i="1">
                                              <a:latin typeface="Cambria Math" panose="02040503050406030204" pitchFamily="18" charset="0"/>
                                              <a:ea typeface="Cambria Math" panose="02040503050406030204" pitchFamily="18" charset="0"/>
                                              <a:cs typeface="Times New Roman" panose="02020603050405020304" pitchFamily="18" charset="0"/>
                                            </a:rPr>
                                          </m:ctrlPr>
                                        </m:fPr>
                                        <m:num>
                                          <m:r>
                                            <a:rPr lang="en-IN" sz="1200" i="1">
                                              <a:latin typeface="Cambria Math" panose="02040503050406030204" pitchFamily="18" charset="0"/>
                                              <a:ea typeface="Cambria Math" panose="02040503050406030204" pitchFamily="18" charset="0"/>
                                              <a:cs typeface="Times New Roman" panose="02020603050405020304" pitchFamily="18" charset="0"/>
                                            </a:rPr>
                                            <m:t>1</m:t>
                                          </m:r>
                                        </m:num>
                                        <m:den>
                                          <m:r>
                                            <a:rPr lang="en-IN" sz="1200" i="1">
                                              <a:latin typeface="Cambria Math" panose="02040503050406030204" pitchFamily="18" charset="0"/>
                                              <a:ea typeface="Cambria Math" panose="02040503050406030204" pitchFamily="18" charset="0"/>
                                              <a:cs typeface="Times New Roman" panose="02020603050405020304" pitchFamily="18" charset="0"/>
                                            </a:rPr>
                                            <m:t>2</m:t>
                                          </m:r>
                                        </m:den>
                                      </m:f>
                                      <m:acc>
                                        <m:accPr>
                                          <m:chr m:val="̂"/>
                                          <m:ctrlPr>
                                            <a:rPr lang="en-IN" sz="12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200" i="1">
                                              <a:latin typeface="Cambria Math" panose="02040503050406030204" pitchFamily="18" charset="0"/>
                                              <a:ea typeface="Cambria Math" panose="02040503050406030204" pitchFamily="18" charset="0"/>
                                              <a:cs typeface="Times New Roman" panose="02020603050405020304" pitchFamily="18" charset="0"/>
                                            </a:rPr>
                                            <m:t>𝜌</m:t>
                                          </m:r>
                                        </m:e>
                                      </m:acc>
                                      <m:sSup>
                                        <m:sSupPr>
                                          <m:ctrlPr>
                                            <a:rPr lang="en-IN" sz="1200" i="1">
                                              <a:latin typeface="Cambria Math" panose="02040503050406030204" pitchFamily="18" charset="0"/>
                                              <a:ea typeface="Cambria Math" panose="02040503050406030204" pitchFamily="18" charset="0"/>
                                              <a:cs typeface="Times New Roman" panose="02020603050405020304" pitchFamily="18" charset="0"/>
                                            </a:rPr>
                                          </m:ctrlPr>
                                        </m:sSupPr>
                                        <m:e>
                                          <m:d>
                                            <m:dPr>
                                              <m:begChr m:val="‖"/>
                                              <m:endChr m:val="‖"/>
                                              <m:ctrlPr>
                                                <a:rPr lang="en-IN" sz="1200" i="1">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en-IN" sz="1200" i="1">
                                                      <a:latin typeface="Cambria Math" panose="02040503050406030204" pitchFamily="18" charset="0"/>
                                                      <a:ea typeface="Cambria Math" panose="02040503050406030204" pitchFamily="18" charset="0"/>
                                                      <a:cs typeface="Times New Roman" panose="02020603050405020304" pitchFamily="18" charset="0"/>
                                                    </a:rPr>
                                                  </m:ctrlPr>
                                                </m:accPr>
                                                <m:e>
                                                  <m:r>
                                                    <a:rPr lang="en-IN" sz="1200" b="1" i="1">
                                                      <a:latin typeface="Cambria Math" panose="02040503050406030204" pitchFamily="18" charset="0"/>
                                                      <a:ea typeface="Cambria Math" panose="02040503050406030204" pitchFamily="18" charset="0"/>
                                                      <a:cs typeface="Times New Roman" panose="02020603050405020304" pitchFamily="18" charset="0"/>
                                                    </a:rPr>
                                                    <m:t>𝒖</m:t>
                                                  </m:r>
                                                </m:e>
                                              </m:acc>
                                            </m:e>
                                          </m:d>
                                        </m:e>
                                        <m:sup>
                                          <m:r>
                                            <a:rPr lang="en-IN" sz="1200" i="1">
                                              <a:latin typeface="Cambria Math" panose="02040503050406030204" pitchFamily="18" charset="0"/>
                                              <a:ea typeface="Cambria Math" panose="02040503050406030204" pitchFamily="18" charset="0"/>
                                              <a:cs typeface="Times New Roman" panose="02020603050405020304" pitchFamily="18" charset="0"/>
                                            </a:rPr>
                                            <m:t>2</m:t>
                                          </m:r>
                                        </m:sup>
                                      </m:sSup>
                                    </m:e>
                                  </m:d>
                                  <m:r>
                                    <a:rPr lang="en-IN" sz="1200" b="0" i="1" smtClean="0">
                                      <a:latin typeface="Cambria Math" panose="02040503050406030204" pitchFamily="18" charset="0"/>
                                      <a:ea typeface="Cambria Math" panose="02040503050406030204" pitchFamily="18" charset="0"/>
                                      <a:cs typeface="Times New Roman" panose="02020603050405020304" pitchFamily="18" charset="0"/>
                                    </a:rPr>
                                    <m:t>−0</m:t>
                                  </m:r>
                                </m:e>
                              </m:d>
                            </m:e>
                            <m:sup>
                              <m:r>
                                <a:rPr lang="en-IN" sz="1200" i="1" dirty="0">
                                  <a:latin typeface="Cambria Math" panose="02040503050406030204" pitchFamily="18" charset="0"/>
                                  <a:cs typeface="Times New Roman" panose="02020603050405020304" pitchFamily="18" charset="0"/>
                                </a:rPr>
                                <m:t>2</m:t>
                              </m:r>
                            </m:sup>
                          </m:sSup>
                        </m:e>
                      </m:nary>
                    </m:oMath>
                  </m:oMathPara>
                </a14:m>
                <a:endParaRPr lang="en-IN" sz="1200" dirty="0"/>
              </a:p>
            </p:txBody>
          </p:sp>
        </mc:Choice>
        <mc:Fallback xmlns="">
          <p:sp>
            <p:nvSpPr>
              <p:cNvPr id="90" name="TextBox 89">
                <a:extLst>
                  <a:ext uri="{FF2B5EF4-FFF2-40B4-BE49-F238E27FC236}">
                    <a16:creationId xmlns:a16="http://schemas.microsoft.com/office/drawing/2014/main" id="{413A586E-33C5-EF37-5284-5C64F7E39B33}"/>
                  </a:ext>
                </a:extLst>
              </p:cNvPr>
              <p:cNvSpPr txBox="1">
                <a:spLocks noRot="1" noChangeAspect="1" noMove="1" noResize="1" noEditPoints="1" noAdjustHandles="1" noChangeArrowheads="1" noChangeShapeType="1" noTextEdit="1"/>
              </p:cNvSpPr>
              <p:nvPr/>
            </p:nvSpPr>
            <p:spPr>
              <a:xfrm>
                <a:off x="967739" y="480834"/>
                <a:ext cx="8135197" cy="1146852"/>
              </a:xfrm>
              <a:prstGeom prst="rect">
                <a:avLst/>
              </a:prstGeom>
              <a:blipFill>
                <a:blip r:embed="rId16"/>
                <a:stretch>
                  <a:fillRect/>
                </a:stretch>
              </a:blipFill>
            </p:spPr>
            <p:txBody>
              <a:bodyPr/>
              <a:lstStyle/>
              <a:p>
                <a:r>
                  <a:rPr lang="en-IN">
                    <a:noFill/>
                  </a:rPr>
                  <a:t> </a:t>
                </a:r>
              </a:p>
            </p:txBody>
          </p:sp>
        </mc:Fallback>
      </mc:AlternateContent>
      <p:pic>
        <p:nvPicPr>
          <p:cNvPr id="92" name="Picture 91">
            <a:extLst>
              <a:ext uri="{FF2B5EF4-FFF2-40B4-BE49-F238E27FC236}">
                <a16:creationId xmlns:a16="http://schemas.microsoft.com/office/drawing/2014/main" id="{80328108-77BA-ACA0-E2E6-2B1783CE89A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909453" y="3644912"/>
            <a:ext cx="2915184" cy="2766006"/>
          </a:xfrm>
          <a:prstGeom prst="rect">
            <a:avLst/>
          </a:prstGeom>
        </p:spPr>
      </p:pic>
      <p:sp>
        <p:nvSpPr>
          <p:cNvPr id="259" name="TextBox 258">
            <a:extLst>
              <a:ext uri="{FF2B5EF4-FFF2-40B4-BE49-F238E27FC236}">
                <a16:creationId xmlns:a16="http://schemas.microsoft.com/office/drawing/2014/main" id="{BCF4CCB4-4DF6-B7E1-F754-C077715E786B}"/>
              </a:ext>
            </a:extLst>
          </p:cNvPr>
          <p:cNvSpPr txBox="1"/>
          <p:nvPr/>
        </p:nvSpPr>
        <p:spPr>
          <a:xfrm>
            <a:off x="8905574" y="6410918"/>
            <a:ext cx="2915184"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Variation of Loss with No. of Iter.</a:t>
            </a:r>
          </a:p>
        </p:txBody>
      </p:sp>
    </p:spTree>
    <p:extLst>
      <p:ext uri="{BB962C8B-B14F-4D97-AF65-F5344CB8AC3E}">
        <p14:creationId xmlns:p14="http://schemas.microsoft.com/office/powerpoint/2010/main" val="3881390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17</a:t>
            </a:fld>
            <a:endParaRPr lang="en-IN"/>
          </a:p>
        </p:txBody>
      </p:sp>
      <p:sp>
        <p:nvSpPr>
          <p:cNvPr id="3" name="Content Placeholder 6">
            <a:extLst>
              <a:ext uri="{FF2B5EF4-FFF2-40B4-BE49-F238E27FC236}">
                <a16:creationId xmlns:a16="http://schemas.microsoft.com/office/drawing/2014/main" id="{E04963A8-4545-89B3-9F08-5BC056DB1E8F}"/>
              </a:ext>
            </a:extLst>
          </p:cNvPr>
          <p:cNvSpPr>
            <a:spLocks noGrp="1"/>
          </p:cNvSpPr>
          <p:nvPr>
            <p:ph idx="1"/>
          </p:nvPr>
        </p:nvSpPr>
        <p:spPr>
          <a:xfrm>
            <a:off x="922377" y="10886"/>
            <a:ext cx="10515600" cy="461780"/>
          </a:xfrm>
        </p:spPr>
        <p:style>
          <a:lnRef idx="1">
            <a:schemeClr val="accent3"/>
          </a:lnRef>
          <a:fillRef idx="2">
            <a:schemeClr val="accent3"/>
          </a:fillRef>
          <a:effectRef idx="1">
            <a:schemeClr val="accent3"/>
          </a:effectRef>
          <a:fontRef idx="minor">
            <a:schemeClr val="dk1"/>
          </a:fontRef>
        </p:style>
        <p:txBody>
          <a:bodyPr>
            <a:noAutofit/>
          </a:bodyPr>
          <a:lstStyle/>
          <a:p>
            <a:pPr marL="0" indent="0">
              <a:buNone/>
            </a:pPr>
            <a:r>
              <a:rPr lang="en-IN" sz="2400" dirty="0">
                <a:latin typeface="Times New Roman" panose="02020603050405020304" pitchFamily="18" charset="0"/>
                <a:cs typeface="Times New Roman" panose="02020603050405020304" pitchFamily="18" charset="0"/>
              </a:rPr>
              <a:t>Oblique Shock Problem</a:t>
            </a:r>
          </a:p>
        </p:txBody>
      </p:sp>
      <p:pic>
        <p:nvPicPr>
          <p:cNvPr id="11" name="Picture 10">
            <a:extLst>
              <a:ext uri="{FF2B5EF4-FFF2-40B4-BE49-F238E27FC236}">
                <a16:creationId xmlns:a16="http://schemas.microsoft.com/office/drawing/2014/main" id="{6DB0F0A9-A62A-4DE4-A2AE-C9F1AB495D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23503" y="499731"/>
            <a:ext cx="2134423" cy="2035505"/>
          </a:xfrm>
          <a:prstGeom prst="rect">
            <a:avLst/>
          </a:prstGeom>
        </p:spPr>
      </p:pic>
      <p:pic>
        <p:nvPicPr>
          <p:cNvPr id="12" name="Picture 11">
            <a:extLst>
              <a:ext uri="{FF2B5EF4-FFF2-40B4-BE49-F238E27FC236}">
                <a16:creationId xmlns:a16="http://schemas.microsoft.com/office/drawing/2014/main" id="{04D5EF71-DB37-7B5B-7AA6-C29D957939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7849" y="490312"/>
            <a:ext cx="2130025" cy="2052449"/>
          </a:xfrm>
          <a:prstGeom prst="rect">
            <a:avLst/>
          </a:prstGeom>
        </p:spPr>
      </p:pic>
      <p:pic>
        <p:nvPicPr>
          <p:cNvPr id="14" name="Picture 13">
            <a:extLst>
              <a:ext uri="{FF2B5EF4-FFF2-40B4-BE49-F238E27FC236}">
                <a16:creationId xmlns:a16="http://schemas.microsoft.com/office/drawing/2014/main" id="{5C8F1FDE-69BA-189D-49C5-D88A10A1E2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7952" y="472666"/>
            <a:ext cx="2130025" cy="2035504"/>
          </a:xfrm>
          <a:prstGeom prst="rect">
            <a:avLst/>
          </a:prstGeom>
        </p:spPr>
      </p:pic>
      <p:pic>
        <p:nvPicPr>
          <p:cNvPr id="16" name="Picture 15">
            <a:extLst>
              <a:ext uri="{FF2B5EF4-FFF2-40B4-BE49-F238E27FC236}">
                <a16:creationId xmlns:a16="http://schemas.microsoft.com/office/drawing/2014/main" id="{1BEC1491-05EB-D67A-380A-3C02DA28AF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23502" y="2535236"/>
            <a:ext cx="2189378" cy="2035506"/>
          </a:xfrm>
          <a:prstGeom prst="rect">
            <a:avLst/>
          </a:prstGeom>
        </p:spPr>
      </p:pic>
      <p:pic>
        <p:nvPicPr>
          <p:cNvPr id="18" name="Picture 17">
            <a:extLst>
              <a:ext uri="{FF2B5EF4-FFF2-40B4-BE49-F238E27FC236}">
                <a16:creationId xmlns:a16="http://schemas.microsoft.com/office/drawing/2014/main" id="{6700B30C-AF71-AD23-4EB7-367F48C4B14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43452" y="2531402"/>
            <a:ext cx="2143216" cy="2035506"/>
          </a:xfrm>
          <a:prstGeom prst="rect">
            <a:avLst/>
          </a:prstGeom>
        </p:spPr>
      </p:pic>
      <p:pic>
        <p:nvPicPr>
          <p:cNvPr id="20" name="Picture 19">
            <a:extLst>
              <a:ext uri="{FF2B5EF4-FFF2-40B4-BE49-F238E27FC236}">
                <a16:creationId xmlns:a16="http://schemas.microsoft.com/office/drawing/2014/main" id="{DA540F44-9BB8-871D-BD9A-B61FBE917D3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303555" y="2514116"/>
            <a:ext cx="2130025" cy="2039714"/>
          </a:xfrm>
          <a:prstGeom prst="rect">
            <a:avLst/>
          </a:prstGeom>
        </p:spPr>
      </p:pic>
      <p:pic>
        <p:nvPicPr>
          <p:cNvPr id="22" name="Picture 21">
            <a:extLst>
              <a:ext uri="{FF2B5EF4-FFF2-40B4-BE49-F238E27FC236}">
                <a16:creationId xmlns:a16="http://schemas.microsoft.com/office/drawing/2014/main" id="{12383477-F913-CC41-E50E-EDBC1ACD2BF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02451" y="4566908"/>
            <a:ext cx="2189379" cy="2079348"/>
          </a:xfrm>
          <a:prstGeom prst="rect">
            <a:avLst/>
          </a:prstGeom>
        </p:spPr>
      </p:pic>
      <p:pic>
        <p:nvPicPr>
          <p:cNvPr id="24" name="Picture 23">
            <a:extLst>
              <a:ext uri="{FF2B5EF4-FFF2-40B4-BE49-F238E27FC236}">
                <a16:creationId xmlns:a16="http://schemas.microsoft.com/office/drawing/2014/main" id="{2D43BB49-FF43-1234-AC7E-26AE9077D12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552246" y="4566908"/>
            <a:ext cx="2121814" cy="2040291"/>
          </a:xfrm>
          <a:prstGeom prst="rect">
            <a:avLst/>
          </a:prstGeom>
        </p:spPr>
      </p:pic>
      <p:pic>
        <p:nvPicPr>
          <p:cNvPr id="26" name="Picture 25">
            <a:extLst>
              <a:ext uri="{FF2B5EF4-FFF2-40B4-BE49-F238E27FC236}">
                <a16:creationId xmlns:a16="http://schemas.microsoft.com/office/drawing/2014/main" id="{B19F80D4-F18B-E172-B4CA-6E78B549E47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303555" y="4574950"/>
            <a:ext cx="2125631" cy="2035506"/>
          </a:xfrm>
          <a:prstGeom prst="rect">
            <a:avLst/>
          </a:prstGeom>
        </p:spPr>
      </p:pic>
      <p:sp>
        <p:nvSpPr>
          <p:cNvPr id="27" name="TextBox 26">
            <a:extLst>
              <a:ext uri="{FF2B5EF4-FFF2-40B4-BE49-F238E27FC236}">
                <a16:creationId xmlns:a16="http://schemas.microsoft.com/office/drawing/2014/main" id="{80969976-DE9E-4040-0CC2-80413ACD3DAF}"/>
              </a:ext>
            </a:extLst>
          </p:cNvPr>
          <p:cNvSpPr txBox="1"/>
          <p:nvPr/>
        </p:nvSpPr>
        <p:spPr>
          <a:xfrm>
            <a:off x="3543452" y="6554289"/>
            <a:ext cx="2130608"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Exact Solutions</a:t>
            </a:r>
          </a:p>
        </p:txBody>
      </p:sp>
      <p:sp>
        <p:nvSpPr>
          <p:cNvPr id="28" name="TextBox 27">
            <a:extLst>
              <a:ext uri="{FF2B5EF4-FFF2-40B4-BE49-F238E27FC236}">
                <a16:creationId xmlns:a16="http://schemas.microsoft.com/office/drawing/2014/main" id="{8E899644-E8AD-416D-25B2-9D5D21544E8A}"/>
              </a:ext>
            </a:extLst>
          </p:cNvPr>
          <p:cNvSpPr txBox="1"/>
          <p:nvPr/>
        </p:nvSpPr>
        <p:spPr>
          <a:xfrm>
            <a:off x="6402452" y="6554288"/>
            <a:ext cx="2155474"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PINNs Solutions</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CCD06B8-BB13-2FDB-8B43-B4FD58D306B5}"/>
                  </a:ext>
                </a:extLst>
              </p:cNvPr>
              <p:cNvSpPr txBox="1"/>
              <p:nvPr/>
            </p:nvSpPr>
            <p:spPr>
              <a:xfrm>
                <a:off x="9303555" y="6560631"/>
                <a:ext cx="2125631" cy="269304"/>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Relative </a:t>
                </a:r>
                <a14:m>
                  <m:oMath xmlns:m="http://schemas.openxmlformats.org/officeDocument/2006/math">
                    <m:sSub>
                      <m:sSubPr>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𝐿</m:t>
                        </m:r>
                      </m:e>
                      <m:sub>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sub>
                    </m:sSub>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Error</a:t>
                </a:r>
              </a:p>
            </p:txBody>
          </p:sp>
        </mc:Choice>
        <mc:Fallback xmlns="">
          <p:sp>
            <p:nvSpPr>
              <p:cNvPr id="29" name="TextBox 28">
                <a:extLst>
                  <a:ext uri="{FF2B5EF4-FFF2-40B4-BE49-F238E27FC236}">
                    <a16:creationId xmlns:a16="http://schemas.microsoft.com/office/drawing/2014/main" id="{6CCD06B8-BB13-2FDB-8B43-B4FD58D306B5}"/>
                  </a:ext>
                </a:extLst>
              </p:cNvPr>
              <p:cNvSpPr txBox="1">
                <a:spLocks noRot="1" noChangeAspect="1" noMove="1" noResize="1" noEditPoints="1" noAdjustHandles="1" noChangeArrowheads="1" noChangeShapeType="1" noTextEdit="1"/>
              </p:cNvSpPr>
              <p:nvPr/>
            </p:nvSpPr>
            <p:spPr>
              <a:xfrm>
                <a:off x="9303555" y="6560631"/>
                <a:ext cx="2125631" cy="269304"/>
              </a:xfrm>
              <a:prstGeom prst="rect">
                <a:avLst/>
              </a:prstGeom>
              <a:blipFill>
                <a:blip r:embed="rId12"/>
                <a:stretch>
                  <a:fillRect b="-1818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2" name="Table 5">
                <a:extLst>
                  <a:ext uri="{FF2B5EF4-FFF2-40B4-BE49-F238E27FC236}">
                    <a16:creationId xmlns:a16="http://schemas.microsoft.com/office/drawing/2014/main" id="{AA3169D2-BE02-0B58-67F3-66F04EE2C24A}"/>
                  </a:ext>
                </a:extLst>
              </p:cNvPr>
              <p:cNvGraphicFramePr>
                <a:graphicFrameLocks noGrp="1"/>
              </p:cNvGraphicFramePr>
              <p:nvPr>
                <p:extLst>
                  <p:ext uri="{D42A27DB-BD31-4B8C-83A1-F6EECF244321}">
                    <p14:modId xmlns:p14="http://schemas.microsoft.com/office/powerpoint/2010/main" val="1057479350"/>
                  </p:ext>
                </p:extLst>
              </p:nvPr>
            </p:nvGraphicFramePr>
            <p:xfrm>
              <a:off x="461188" y="2549312"/>
              <a:ext cx="2017970" cy="1759376"/>
            </p:xfrm>
            <a:graphic>
              <a:graphicData uri="http://schemas.openxmlformats.org/drawingml/2006/table">
                <a:tbl>
                  <a:tblPr firstRow="1" bandRow="1">
                    <a:tableStyleId>{5940675A-B579-460E-94D1-54222C63F5DA}</a:tableStyleId>
                  </a:tblPr>
                  <a:tblGrid>
                    <a:gridCol w="1008985">
                      <a:extLst>
                        <a:ext uri="{9D8B030D-6E8A-4147-A177-3AD203B41FA5}">
                          <a16:colId xmlns:a16="http://schemas.microsoft.com/office/drawing/2014/main" val="1835935556"/>
                        </a:ext>
                      </a:extLst>
                    </a:gridCol>
                    <a:gridCol w="1008985">
                      <a:extLst>
                        <a:ext uri="{9D8B030D-6E8A-4147-A177-3AD203B41FA5}">
                          <a16:colId xmlns:a16="http://schemas.microsoft.com/office/drawing/2014/main" val="4065350827"/>
                        </a:ext>
                      </a:extLst>
                    </a:gridCol>
                  </a:tblGrid>
                  <a:tr h="439844">
                    <a:tc>
                      <a:txBody>
                        <a:bodyPr/>
                        <a:lstStyle/>
                        <a:p>
                          <a:pPr algn="ctr"/>
                          <a:r>
                            <a:rPr lang="en-IN" sz="1200" dirty="0">
                              <a:latin typeface="Times New Roman" panose="02020603050405020304" pitchFamily="18" charset="0"/>
                              <a:cs typeface="Times New Roman" panose="02020603050405020304" pitchFamily="18" charset="0"/>
                            </a:rPr>
                            <a:t>Density </a:t>
                          </a:r>
                          <a14:m>
                            <m:oMath xmlns:m="http://schemas.openxmlformats.org/officeDocument/2006/math">
                              <m:r>
                                <a:rPr lang="en-IN" sz="1200" i="1" dirty="0"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i="1" dirty="0" smtClean="0">
                                      <a:latin typeface="Cambria Math" panose="02040503050406030204" pitchFamily="18" charset="0"/>
                                      <a:ea typeface="Cambria Math" panose="02040503050406030204" pitchFamily="18" charset="0"/>
                                      <a:cs typeface="Times New Roman" panose="02020603050405020304" pitchFamily="18" charset="0"/>
                                    </a:rPr>
                                    <m:t>𝜌</m:t>
                                  </m:r>
                                </m:e>
                              </m:acc>
                              <m:r>
                                <a:rPr lang="en-IN" sz="1200" i="1" dirty="0" smtClean="0">
                                  <a:latin typeface="Cambria Math" panose="02040503050406030204" pitchFamily="18" charset="0"/>
                                  <a:cs typeface="Times New Roman" panose="02020603050405020304" pitchFamily="18" charset="0"/>
                                </a:rPr>
                                <m:t>)</m:t>
                              </m:r>
                            </m:oMath>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cs typeface="Times New Roman" panose="02020603050405020304" pitchFamily="18" charset="0"/>
                                  </a:rPr>
                                  <m:t>1.12</m:t>
                                </m:r>
                                <m:r>
                                  <a:rPr lang="en-IN" sz="1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200"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875051757"/>
                      </a:ext>
                    </a:extLst>
                  </a:tr>
                  <a:tr h="439844">
                    <a:tc>
                      <a:txBody>
                        <a:bodyPr/>
                        <a:lstStyle/>
                        <a:p>
                          <a:pPr algn="ctr"/>
                          <a:r>
                            <a:rPr lang="en-IN" sz="1200" dirty="0">
                              <a:latin typeface="Times New Roman" panose="02020603050405020304" pitchFamily="18" charset="0"/>
                              <a:cs typeface="Times New Roman" panose="02020603050405020304" pitchFamily="18" charset="0"/>
                            </a:rPr>
                            <a:t>Velocity </a:t>
                          </a:r>
                          <a14:m>
                            <m:oMath xmlns:m="http://schemas.openxmlformats.org/officeDocument/2006/math">
                              <m:r>
                                <a:rPr lang="en-IN" sz="1200" i="1" dirty="0"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b="0" i="1" dirty="0" smtClean="0">
                                      <a:latin typeface="Cambria Math" panose="02040503050406030204" pitchFamily="18" charset="0"/>
                                      <a:cs typeface="Times New Roman" panose="02020603050405020304" pitchFamily="18" charset="0"/>
                                    </a:rPr>
                                    <m:t>𝑢</m:t>
                                  </m:r>
                                </m:e>
                              </m:acc>
                              <m:r>
                                <a:rPr lang="en-IN" sz="1200" i="1" dirty="0" smtClean="0">
                                  <a:latin typeface="Cambria Math" panose="02040503050406030204" pitchFamily="18" charset="0"/>
                                  <a:cs typeface="Times New Roman" panose="02020603050405020304" pitchFamily="18" charset="0"/>
                                </a:rPr>
                                <m:t>)</m:t>
                              </m:r>
                            </m:oMath>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cs typeface="Times New Roman" panose="02020603050405020304" pitchFamily="18" charset="0"/>
                                  </a:rPr>
                                  <m:t>1.02</m:t>
                                </m:r>
                                <m:r>
                                  <a:rPr lang="en-IN" sz="1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200"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26931361"/>
                      </a:ext>
                    </a:extLst>
                  </a:tr>
                  <a:tr h="439844">
                    <a:tc>
                      <a:txBody>
                        <a:bodyPr/>
                        <a:lstStyle/>
                        <a:p>
                          <a:pPr algn="ctr"/>
                          <a:r>
                            <a:rPr lang="en-IN" sz="1200" dirty="0">
                              <a:latin typeface="Times New Roman" panose="02020603050405020304" pitchFamily="18" charset="0"/>
                              <a:cs typeface="Times New Roman" panose="02020603050405020304" pitchFamily="18" charset="0"/>
                            </a:rPr>
                            <a:t>Velocity </a:t>
                          </a:r>
                          <a14:m>
                            <m:oMath xmlns:m="http://schemas.openxmlformats.org/officeDocument/2006/math">
                              <m:r>
                                <a:rPr lang="en-IN" sz="1200" i="1" dirty="0"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b="0" i="1" dirty="0" smtClean="0">
                                      <a:latin typeface="Cambria Math" panose="02040503050406030204" pitchFamily="18" charset="0"/>
                                      <a:cs typeface="Times New Roman" panose="02020603050405020304" pitchFamily="18" charset="0"/>
                                    </a:rPr>
                                    <m:t>𝑣</m:t>
                                  </m:r>
                                </m:e>
                              </m:acc>
                              <m:r>
                                <a:rPr lang="en-IN" sz="1200" i="1" dirty="0" smtClean="0">
                                  <a:latin typeface="Cambria Math" panose="02040503050406030204" pitchFamily="18" charset="0"/>
                                  <a:cs typeface="Times New Roman" panose="02020603050405020304" pitchFamily="18" charset="0"/>
                                </a:rPr>
                                <m:t>)</m:t>
                              </m:r>
                            </m:oMath>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cs typeface="Times New Roman" panose="02020603050405020304" pitchFamily="18" charset="0"/>
                                  </a:rPr>
                                  <m:t>1.04</m:t>
                                </m:r>
                                <m:r>
                                  <a:rPr lang="en-IN" sz="1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200" b="0" i="1" smtClean="0">
                                        <a:latin typeface="Cambria Math" panose="02040503050406030204" pitchFamily="18" charset="0"/>
                                        <a:ea typeface="Cambria Math" panose="02040503050406030204" pitchFamily="18" charset="0"/>
                                        <a:cs typeface="Times New Roman" panose="02020603050405020304" pitchFamily="18" charset="0"/>
                                      </a:rPr>
                                      <m:t>−2</m:t>
                                    </m:r>
                                  </m:sup>
                                </m:sSup>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74000412"/>
                      </a:ext>
                    </a:extLst>
                  </a:tr>
                  <a:tr h="439844">
                    <a:tc>
                      <a:txBody>
                        <a:bodyPr/>
                        <a:lstStyle/>
                        <a:p>
                          <a:pPr algn="ctr"/>
                          <a:r>
                            <a:rPr lang="en-IN" sz="1200" dirty="0">
                              <a:latin typeface="Times New Roman" panose="02020603050405020304" pitchFamily="18" charset="0"/>
                              <a:cs typeface="Times New Roman" panose="02020603050405020304" pitchFamily="18" charset="0"/>
                            </a:rPr>
                            <a:t>Pressure </a:t>
                          </a:r>
                          <a14:m>
                            <m:oMath xmlns:m="http://schemas.openxmlformats.org/officeDocument/2006/math">
                              <m:r>
                                <a:rPr lang="en-IN" sz="1200" i="1" dirty="0" smtClean="0">
                                  <a:latin typeface="Cambria Math" panose="02040503050406030204" pitchFamily="18" charset="0"/>
                                  <a:cs typeface="Times New Roman" panose="02020603050405020304" pitchFamily="18" charset="0"/>
                                </a:rPr>
                                <m:t>(</m:t>
                              </m:r>
                              <m:acc>
                                <m:accPr>
                                  <m:chr m:val="̂"/>
                                  <m:ctrlPr>
                                    <a:rPr lang="en-IN" sz="1200" i="1" dirty="0" smtClean="0">
                                      <a:latin typeface="Cambria Math" panose="02040503050406030204" pitchFamily="18" charset="0"/>
                                      <a:cs typeface="Times New Roman" panose="02020603050405020304" pitchFamily="18" charset="0"/>
                                    </a:rPr>
                                  </m:ctrlPr>
                                </m:accPr>
                                <m:e>
                                  <m:r>
                                    <a:rPr lang="en-IN" sz="1200" b="0" i="1" dirty="0" smtClean="0">
                                      <a:latin typeface="Cambria Math" panose="02040503050406030204" pitchFamily="18" charset="0"/>
                                      <a:cs typeface="Times New Roman" panose="02020603050405020304" pitchFamily="18" charset="0"/>
                                    </a:rPr>
                                    <m:t>𝑝</m:t>
                                  </m:r>
                                </m:e>
                              </m:acc>
                              <m:r>
                                <a:rPr lang="en-IN" sz="1200" i="1" dirty="0" smtClean="0">
                                  <a:latin typeface="Cambria Math" panose="02040503050406030204" pitchFamily="18" charset="0"/>
                                  <a:cs typeface="Times New Roman" panose="02020603050405020304" pitchFamily="18" charset="0"/>
                                </a:rPr>
                                <m:t>)</m:t>
                              </m:r>
                            </m:oMath>
                          </a14:m>
                          <a:endParaRPr lang="en-IN" sz="1200" dirty="0">
                            <a:latin typeface="Times New Roman" panose="02020603050405020304" pitchFamily="18" charset="0"/>
                            <a:cs typeface="Times New Roman" panose="02020603050405020304" pitchFamily="18" charset="0"/>
                          </a:endParaRPr>
                        </a:p>
                      </a:txBody>
                      <a:tcPr anchor="ctr"/>
                    </a:tc>
                    <a:tc>
                      <a:txBody>
                        <a:bodyPr/>
                        <a:lstStyle/>
                        <a:p>
                          <a:pPr algn="ctr"/>
                          <a14:m>
                            <m:oMathPara xmlns:m="http://schemas.openxmlformats.org/officeDocument/2006/math">
                              <m:oMathParaPr>
                                <m:jc m:val="centerGroup"/>
                              </m:oMathParaPr>
                              <m:oMath xmlns:m="http://schemas.openxmlformats.org/officeDocument/2006/math">
                                <m:r>
                                  <a:rPr lang="en-IN" sz="1200" b="0" i="1" smtClean="0">
                                    <a:latin typeface="Cambria Math" panose="02040503050406030204" pitchFamily="18" charset="0"/>
                                    <a:ea typeface="+mn-ea"/>
                                    <a:cs typeface="Times New Roman" panose="02020603050405020304" pitchFamily="18" charset="0"/>
                                  </a:rPr>
                                  <m:t>5.14</m:t>
                                </m:r>
                                <m:r>
                                  <a:rPr lang="en-IN" sz="1200" b="0" i="1"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2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200" b="0" i="1"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200" b="0" i="1" smtClean="0">
                                        <a:latin typeface="Cambria Math" panose="02040503050406030204" pitchFamily="18" charset="0"/>
                                        <a:ea typeface="Cambria Math" panose="02040503050406030204" pitchFamily="18" charset="0"/>
                                        <a:cs typeface="Times New Roman" panose="02020603050405020304" pitchFamily="18" charset="0"/>
                                      </a:rPr>
                                      <m:t>−3</m:t>
                                    </m:r>
                                  </m:sup>
                                </m:sSup>
                              </m:oMath>
                            </m:oMathPara>
                          </a14:m>
                          <a:endParaRPr lang="en-IN"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52127271"/>
                      </a:ext>
                    </a:extLst>
                  </a:tr>
                </a:tbl>
              </a:graphicData>
            </a:graphic>
          </p:graphicFrame>
        </mc:Choice>
        <mc:Fallback xmlns="">
          <p:graphicFrame>
            <p:nvGraphicFramePr>
              <p:cNvPr id="2" name="Table 5">
                <a:extLst>
                  <a:ext uri="{FF2B5EF4-FFF2-40B4-BE49-F238E27FC236}">
                    <a16:creationId xmlns:a16="http://schemas.microsoft.com/office/drawing/2014/main" id="{AA3169D2-BE02-0B58-67F3-66F04EE2C24A}"/>
                  </a:ext>
                </a:extLst>
              </p:cNvPr>
              <p:cNvGraphicFramePr>
                <a:graphicFrameLocks noGrp="1"/>
              </p:cNvGraphicFramePr>
              <p:nvPr>
                <p:extLst>
                  <p:ext uri="{D42A27DB-BD31-4B8C-83A1-F6EECF244321}">
                    <p14:modId xmlns:p14="http://schemas.microsoft.com/office/powerpoint/2010/main" val="1057479350"/>
                  </p:ext>
                </p:extLst>
              </p:nvPr>
            </p:nvGraphicFramePr>
            <p:xfrm>
              <a:off x="461188" y="2549312"/>
              <a:ext cx="2017970" cy="1759376"/>
            </p:xfrm>
            <a:graphic>
              <a:graphicData uri="http://schemas.openxmlformats.org/drawingml/2006/table">
                <a:tbl>
                  <a:tblPr firstRow="1" bandRow="1">
                    <a:tableStyleId>{5940675A-B579-460E-94D1-54222C63F5DA}</a:tableStyleId>
                  </a:tblPr>
                  <a:tblGrid>
                    <a:gridCol w="1008985">
                      <a:extLst>
                        <a:ext uri="{9D8B030D-6E8A-4147-A177-3AD203B41FA5}">
                          <a16:colId xmlns:a16="http://schemas.microsoft.com/office/drawing/2014/main" val="1835935556"/>
                        </a:ext>
                      </a:extLst>
                    </a:gridCol>
                    <a:gridCol w="1008985">
                      <a:extLst>
                        <a:ext uri="{9D8B030D-6E8A-4147-A177-3AD203B41FA5}">
                          <a16:colId xmlns:a16="http://schemas.microsoft.com/office/drawing/2014/main" val="4065350827"/>
                        </a:ext>
                      </a:extLst>
                    </a:gridCol>
                  </a:tblGrid>
                  <a:tr h="439844">
                    <a:tc>
                      <a:txBody>
                        <a:bodyPr/>
                        <a:lstStyle/>
                        <a:p>
                          <a:endParaRPr lang="en-US"/>
                        </a:p>
                      </a:txBody>
                      <a:tcPr anchor="ctr">
                        <a:blipFill>
                          <a:blip r:embed="rId13"/>
                          <a:stretch>
                            <a:fillRect l="-602" t="-1389" r="-101205" b="-304167"/>
                          </a:stretch>
                        </a:blipFill>
                      </a:tcPr>
                    </a:tc>
                    <a:tc>
                      <a:txBody>
                        <a:bodyPr/>
                        <a:lstStyle/>
                        <a:p>
                          <a:endParaRPr lang="en-US"/>
                        </a:p>
                      </a:txBody>
                      <a:tcPr anchor="ctr">
                        <a:blipFill>
                          <a:blip r:embed="rId13"/>
                          <a:stretch>
                            <a:fillRect l="-100602" t="-1389" r="-1205" b="-304167"/>
                          </a:stretch>
                        </a:blipFill>
                      </a:tcPr>
                    </a:tc>
                    <a:extLst>
                      <a:ext uri="{0D108BD9-81ED-4DB2-BD59-A6C34878D82A}">
                        <a16:rowId xmlns:a16="http://schemas.microsoft.com/office/drawing/2014/main" val="875051757"/>
                      </a:ext>
                    </a:extLst>
                  </a:tr>
                  <a:tr h="439844">
                    <a:tc>
                      <a:txBody>
                        <a:bodyPr/>
                        <a:lstStyle/>
                        <a:p>
                          <a:endParaRPr lang="en-US"/>
                        </a:p>
                      </a:txBody>
                      <a:tcPr anchor="ctr">
                        <a:blipFill>
                          <a:blip r:embed="rId13"/>
                          <a:stretch>
                            <a:fillRect l="-602" t="-100000" r="-101205" b="-200000"/>
                          </a:stretch>
                        </a:blipFill>
                      </a:tcPr>
                    </a:tc>
                    <a:tc>
                      <a:txBody>
                        <a:bodyPr/>
                        <a:lstStyle/>
                        <a:p>
                          <a:endParaRPr lang="en-US"/>
                        </a:p>
                      </a:txBody>
                      <a:tcPr anchor="ctr">
                        <a:blipFill>
                          <a:blip r:embed="rId13"/>
                          <a:stretch>
                            <a:fillRect l="-100602" t="-100000" r="-1205" b="-200000"/>
                          </a:stretch>
                        </a:blipFill>
                      </a:tcPr>
                    </a:tc>
                    <a:extLst>
                      <a:ext uri="{0D108BD9-81ED-4DB2-BD59-A6C34878D82A}">
                        <a16:rowId xmlns:a16="http://schemas.microsoft.com/office/drawing/2014/main" val="1126931361"/>
                      </a:ext>
                    </a:extLst>
                  </a:tr>
                  <a:tr h="439844">
                    <a:tc>
                      <a:txBody>
                        <a:bodyPr/>
                        <a:lstStyle/>
                        <a:p>
                          <a:endParaRPr lang="en-US"/>
                        </a:p>
                      </a:txBody>
                      <a:tcPr anchor="ctr">
                        <a:blipFill>
                          <a:blip r:embed="rId13"/>
                          <a:stretch>
                            <a:fillRect l="-602" t="-202778" r="-101205" b="-102778"/>
                          </a:stretch>
                        </a:blipFill>
                      </a:tcPr>
                    </a:tc>
                    <a:tc>
                      <a:txBody>
                        <a:bodyPr/>
                        <a:lstStyle/>
                        <a:p>
                          <a:endParaRPr lang="en-US"/>
                        </a:p>
                      </a:txBody>
                      <a:tcPr anchor="ctr">
                        <a:blipFill>
                          <a:blip r:embed="rId13"/>
                          <a:stretch>
                            <a:fillRect l="-100602" t="-202778" r="-1205" b="-102778"/>
                          </a:stretch>
                        </a:blipFill>
                      </a:tcPr>
                    </a:tc>
                    <a:extLst>
                      <a:ext uri="{0D108BD9-81ED-4DB2-BD59-A6C34878D82A}">
                        <a16:rowId xmlns:a16="http://schemas.microsoft.com/office/drawing/2014/main" val="2374000412"/>
                      </a:ext>
                    </a:extLst>
                  </a:tr>
                  <a:tr h="439844">
                    <a:tc>
                      <a:txBody>
                        <a:bodyPr/>
                        <a:lstStyle/>
                        <a:p>
                          <a:endParaRPr lang="en-US"/>
                        </a:p>
                      </a:txBody>
                      <a:tcPr anchor="ctr">
                        <a:blipFill>
                          <a:blip r:embed="rId13"/>
                          <a:stretch>
                            <a:fillRect l="-602" t="-302778" r="-101205" b="-2778"/>
                          </a:stretch>
                        </a:blipFill>
                      </a:tcPr>
                    </a:tc>
                    <a:tc>
                      <a:txBody>
                        <a:bodyPr/>
                        <a:lstStyle/>
                        <a:p>
                          <a:endParaRPr lang="en-US"/>
                        </a:p>
                      </a:txBody>
                      <a:tcPr anchor="ctr">
                        <a:blipFill>
                          <a:blip r:embed="rId13"/>
                          <a:stretch>
                            <a:fillRect l="-100602" t="-302778" r="-1205" b="-2778"/>
                          </a:stretch>
                        </a:blipFill>
                      </a:tcPr>
                    </a:tc>
                    <a:extLst>
                      <a:ext uri="{0D108BD9-81ED-4DB2-BD59-A6C34878D82A}">
                        <a16:rowId xmlns:a16="http://schemas.microsoft.com/office/drawing/2014/main" val="2852127271"/>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A962333-F803-1433-5458-EF1B76963EFD}"/>
                  </a:ext>
                </a:extLst>
              </p:cNvPr>
              <p:cNvSpPr txBox="1"/>
              <p:nvPr/>
            </p:nvSpPr>
            <p:spPr>
              <a:xfrm>
                <a:off x="461186" y="4312360"/>
                <a:ext cx="2017971" cy="276999"/>
              </a:xfrm>
              <a:prstGeom prst="rect">
                <a:avLst/>
              </a:prstGeom>
              <a:noFill/>
            </p:spPr>
            <p:txBody>
              <a:bodyPr wrap="square">
                <a:spAutoFit/>
              </a:body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Relative </a:t>
                </a:r>
                <a14:m>
                  <m:oMath xmlns:m="http://schemas.openxmlformats.org/officeDocument/2006/math">
                    <m:sSub>
                      <m:sSubPr>
                        <m:ctrlPr>
                          <a:rPr lang="en-US" sz="1200" i="1" dirty="0" smtClean="0">
                            <a:solidFill>
                              <a:schemeClr val="tx1">
                                <a:lumMod val="50000"/>
                                <a:lumOff val="50000"/>
                              </a:schemeClr>
                            </a:solidFill>
                            <a:latin typeface="Cambria Math" panose="02040503050406030204" pitchFamily="18" charset="0"/>
                            <a:cs typeface="Times New Roman" panose="02020603050405020304" pitchFamily="18" charset="0"/>
                          </a:rPr>
                        </m:ctrlPr>
                      </m:sSubPr>
                      <m:e>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𝐿</m:t>
                        </m:r>
                      </m:e>
                      <m:sub>
                        <m:r>
                          <a:rPr lang="en-IN" sz="1200" b="0" i="1" dirty="0" smtClean="0">
                            <a:solidFill>
                              <a:schemeClr val="tx1">
                                <a:lumMod val="50000"/>
                                <a:lumOff val="50000"/>
                              </a:schemeClr>
                            </a:solidFill>
                            <a:latin typeface="Cambria Math" panose="02040503050406030204" pitchFamily="18" charset="0"/>
                            <a:cs typeface="Times New Roman" panose="02020603050405020304" pitchFamily="18" charset="0"/>
                          </a:rPr>
                          <m:t>2</m:t>
                        </m:r>
                      </m:sub>
                    </m:sSub>
                  </m:oMath>
                </a14:m>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 Error</a:t>
                </a:r>
                <a:endParaRPr lang="en-IN" sz="1200" dirty="0"/>
              </a:p>
            </p:txBody>
          </p:sp>
        </mc:Choice>
        <mc:Fallback xmlns="">
          <p:sp>
            <p:nvSpPr>
              <p:cNvPr id="6" name="TextBox 5">
                <a:extLst>
                  <a:ext uri="{FF2B5EF4-FFF2-40B4-BE49-F238E27FC236}">
                    <a16:creationId xmlns:a16="http://schemas.microsoft.com/office/drawing/2014/main" id="{3A962333-F803-1433-5458-EF1B76963EFD}"/>
                  </a:ext>
                </a:extLst>
              </p:cNvPr>
              <p:cNvSpPr txBox="1">
                <a:spLocks noRot="1" noChangeAspect="1" noMove="1" noResize="1" noEditPoints="1" noAdjustHandles="1" noChangeArrowheads="1" noChangeShapeType="1" noTextEdit="1"/>
              </p:cNvSpPr>
              <p:nvPr/>
            </p:nvSpPr>
            <p:spPr>
              <a:xfrm>
                <a:off x="461186" y="4312360"/>
                <a:ext cx="2017971" cy="276999"/>
              </a:xfrm>
              <a:prstGeom prst="rect">
                <a:avLst/>
              </a:prstGeom>
              <a:blipFill>
                <a:blip r:embed="rId14"/>
                <a:stretch>
                  <a:fillRect b="-15217"/>
                </a:stretch>
              </a:blipFill>
            </p:spPr>
            <p:txBody>
              <a:bodyPr/>
              <a:lstStyle/>
              <a:p>
                <a:r>
                  <a:rPr lang="en-IN">
                    <a:noFill/>
                  </a:rPr>
                  <a:t> </a:t>
                </a:r>
              </a:p>
            </p:txBody>
          </p:sp>
        </mc:Fallback>
      </mc:AlternateContent>
    </p:spTree>
    <p:extLst>
      <p:ext uri="{BB962C8B-B14F-4D97-AF65-F5344CB8AC3E}">
        <p14:creationId xmlns:p14="http://schemas.microsoft.com/office/powerpoint/2010/main" val="3396256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0"/>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lvl="0" algn="ctr"/>
            <a:r>
              <a:rPr lang="en-IN" sz="4000" dirty="0">
                <a:latin typeface="Times New Roman" panose="02020603050405020304" pitchFamily="18" charset="0"/>
                <a:cs typeface="Times New Roman" panose="02020603050405020304" pitchFamily="18" charset="0"/>
              </a:rPr>
              <a:t>Failure and Challenges</a:t>
            </a:r>
          </a:p>
        </p:txBody>
      </p:sp>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18</a:t>
            </a:fld>
            <a:endParaRPr lang="en-IN"/>
          </a:p>
        </p:txBody>
      </p:sp>
      <p:pic>
        <p:nvPicPr>
          <p:cNvPr id="8" name="Picture 7">
            <a:extLst>
              <a:ext uri="{FF2B5EF4-FFF2-40B4-BE49-F238E27FC236}">
                <a16:creationId xmlns:a16="http://schemas.microsoft.com/office/drawing/2014/main" id="{FCDF4A25-08BE-2E4A-A8ED-6B28CB4C031F}"/>
              </a:ext>
            </a:extLst>
          </p:cNvPr>
          <p:cNvPicPr>
            <a:picLocks noChangeAspect="1"/>
          </p:cNvPicPr>
          <p:nvPr/>
        </p:nvPicPr>
        <p:blipFill rotWithShape="1">
          <a:blip r:embed="rId3">
            <a:extLst>
              <a:ext uri="{28A0092B-C50C-407E-A947-70E740481C1C}">
                <a14:useLocalDpi xmlns:a14="http://schemas.microsoft.com/office/drawing/2010/main" val="0"/>
              </a:ext>
            </a:extLst>
          </a:blip>
          <a:srcRect l="27258" r="27177"/>
          <a:stretch/>
        </p:blipFill>
        <p:spPr>
          <a:xfrm>
            <a:off x="1851273" y="3860753"/>
            <a:ext cx="2397232" cy="2537424"/>
          </a:xfrm>
          <a:prstGeom prst="rect">
            <a:avLst/>
          </a:prstGeom>
        </p:spPr>
      </p:pic>
      <p:pic>
        <p:nvPicPr>
          <p:cNvPr id="10" name="Picture 9">
            <a:extLst>
              <a:ext uri="{FF2B5EF4-FFF2-40B4-BE49-F238E27FC236}">
                <a16:creationId xmlns:a16="http://schemas.microsoft.com/office/drawing/2014/main" id="{2EF6668C-61FD-2D02-3CFF-51E06C050DE0}"/>
              </a:ext>
            </a:extLst>
          </p:cNvPr>
          <p:cNvPicPr>
            <a:picLocks noChangeAspect="1"/>
          </p:cNvPicPr>
          <p:nvPr/>
        </p:nvPicPr>
        <p:blipFill rotWithShape="1">
          <a:blip r:embed="rId4">
            <a:extLst>
              <a:ext uri="{28A0092B-C50C-407E-A947-70E740481C1C}">
                <a14:useLocalDpi xmlns:a14="http://schemas.microsoft.com/office/drawing/2010/main" val="0"/>
              </a:ext>
            </a:extLst>
          </a:blip>
          <a:srcRect l="27420" r="27338"/>
          <a:stretch/>
        </p:blipFill>
        <p:spPr>
          <a:xfrm>
            <a:off x="4877635" y="3860753"/>
            <a:ext cx="2397230" cy="2555514"/>
          </a:xfrm>
          <a:prstGeom prst="rect">
            <a:avLst/>
          </a:prstGeom>
        </p:spPr>
      </p:pic>
      <p:pic>
        <p:nvPicPr>
          <p:cNvPr id="13" name="Picture 12">
            <a:extLst>
              <a:ext uri="{FF2B5EF4-FFF2-40B4-BE49-F238E27FC236}">
                <a16:creationId xmlns:a16="http://schemas.microsoft.com/office/drawing/2014/main" id="{CE60883A-1731-7691-B858-7B2282F26642}"/>
              </a:ext>
            </a:extLst>
          </p:cNvPr>
          <p:cNvPicPr>
            <a:picLocks noChangeAspect="1"/>
          </p:cNvPicPr>
          <p:nvPr/>
        </p:nvPicPr>
        <p:blipFill rotWithShape="1">
          <a:blip r:embed="rId5">
            <a:extLst>
              <a:ext uri="{28A0092B-C50C-407E-A947-70E740481C1C}">
                <a14:useLocalDpi xmlns:a14="http://schemas.microsoft.com/office/drawing/2010/main" val="0"/>
              </a:ext>
            </a:extLst>
          </a:blip>
          <a:srcRect l="27339" r="27338"/>
          <a:stretch/>
        </p:blipFill>
        <p:spPr>
          <a:xfrm>
            <a:off x="7903995" y="3865300"/>
            <a:ext cx="2397230" cy="2550967"/>
          </a:xfrm>
          <a:prstGeom prst="rect">
            <a:avLst/>
          </a:prstGeom>
        </p:spPr>
      </p:pic>
      <p:pic>
        <p:nvPicPr>
          <p:cNvPr id="15" name="Picture 14">
            <a:extLst>
              <a:ext uri="{FF2B5EF4-FFF2-40B4-BE49-F238E27FC236}">
                <a16:creationId xmlns:a16="http://schemas.microsoft.com/office/drawing/2014/main" id="{E6021082-1BC4-1771-6C74-E64A3714E7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77635" y="1023586"/>
            <a:ext cx="2397232" cy="2405414"/>
          </a:xfrm>
          <a:prstGeom prst="rect">
            <a:avLst/>
          </a:prstGeom>
        </p:spPr>
      </p:pic>
      <p:pic>
        <p:nvPicPr>
          <p:cNvPr id="17" name="Picture 16">
            <a:extLst>
              <a:ext uri="{FF2B5EF4-FFF2-40B4-BE49-F238E27FC236}">
                <a16:creationId xmlns:a16="http://schemas.microsoft.com/office/drawing/2014/main" id="{D07ADF58-488E-58CC-6839-9C35857043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67023" y="1095062"/>
            <a:ext cx="2397231" cy="2333938"/>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95B5508-D0A2-A924-B3C4-7E935FA9E01D}"/>
                  </a:ext>
                </a:extLst>
              </p:cNvPr>
              <p:cNvSpPr txBox="1"/>
              <p:nvPr/>
            </p:nvSpPr>
            <p:spPr>
              <a:xfrm>
                <a:off x="922377" y="877163"/>
                <a:ext cx="3955258" cy="2308324"/>
              </a:xfrm>
              <a:prstGeom prst="rect">
                <a:avLst/>
              </a:prstGeom>
              <a:noFill/>
            </p:spPr>
            <p:txBody>
              <a:bodyPr wrap="square" rtlCol="0">
                <a:spAutoFit/>
              </a:bodyPr>
              <a:lstStyle/>
              <a:p>
                <a:pPr marL="285750" indent="-285750" algn="just">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NN Hyperparameter Tunning</a:t>
                </a:r>
              </a:p>
              <a:p>
                <a:pPr marL="742950" lvl="1"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Activation Function</a:t>
                </a:r>
              </a:p>
              <a:p>
                <a:pPr marL="742950" lvl="1"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Training Algorithms</a:t>
                </a:r>
              </a:p>
              <a:p>
                <a:pPr marL="742950" lvl="1"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Learning Rate</a:t>
                </a:r>
              </a:p>
              <a:p>
                <a:pPr marL="742950" lvl="1" indent="-285750" algn="jus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Number of Layers and Neurons</a:t>
                </a:r>
              </a:p>
              <a:p>
                <a:pPr marL="285750" indent="-285750" algn="just">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Inequality Hyperparameter </a:t>
                </a:r>
                <a14:m>
                  <m:oMath xmlns:m="http://schemas.openxmlformats.org/officeDocument/2006/math">
                    <m:d>
                      <m:dPr>
                        <m:ctrlP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l-GR" sz="1600" i="1" dirty="0" smtClean="0">
                            <a:latin typeface="Cambria Math" panose="02040503050406030204" pitchFamily="18" charset="0"/>
                            <a:ea typeface="Cambria Math" panose="02040503050406030204" pitchFamily="18" charset="0"/>
                            <a:cs typeface="Times New Roman" panose="02020603050405020304" pitchFamily="18" charset="0"/>
                          </a:rPr>
                          <m:t>Λ</m:t>
                        </m:r>
                      </m:e>
                    </m:d>
                  </m:oMath>
                </a14:m>
                <a:endParaRPr lang="en-IN"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Weights in W-PINNs</a:t>
                </a:r>
              </a:p>
              <a:p>
                <a:pPr marL="285750" indent="-285750" algn="just">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Noise Dataset</a:t>
                </a:r>
              </a:p>
              <a:p>
                <a:pPr marL="285750" indent="-285750" algn="just">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p:txBody>
          </p:sp>
        </mc:Choice>
        <mc:Fallback xmlns="">
          <p:sp>
            <p:nvSpPr>
              <p:cNvPr id="18" name="TextBox 17">
                <a:extLst>
                  <a:ext uri="{FF2B5EF4-FFF2-40B4-BE49-F238E27FC236}">
                    <a16:creationId xmlns:a16="http://schemas.microsoft.com/office/drawing/2014/main" id="{C95B5508-D0A2-A924-B3C4-7E935FA9E01D}"/>
                  </a:ext>
                </a:extLst>
              </p:cNvPr>
              <p:cNvSpPr txBox="1">
                <a:spLocks noRot="1" noChangeAspect="1" noMove="1" noResize="1" noEditPoints="1" noAdjustHandles="1" noChangeArrowheads="1" noChangeShapeType="1" noTextEdit="1"/>
              </p:cNvSpPr>
              <p:nvPr/>
            </p:nvSpPr>
            <p:spPr>
              <a:xfrm>
                <a:off x="922377" y="877163"/>
                <a:ext cx="3955258" cy="2308324"/>
              </a:xfrm>
              <a:prstGeom prst="rect">
                <a:avLst/>
              </a:prstGeom>
              <a:blipFill>
                <a:blip r:embed="rId8"/>
                <a:stretch>
                  <a:fillRect l="-616" t="-792"/>
                </a:stretch>
              </a:blipFill>
            </p:spPr>
            <p:txBody>
              <a:bodyPr/>
              <a:lstStyle/>
              <a:p>
                <a:r>
                  <a:rPr lang="en-IN">
                    <a:noFill/>
                  </a:rPr>
                  <a:t> </a:t>
                </a:r>
              </a:p>
            </p:txBody>
          </p:sp>
        </mc:Fallback>
      </mc:AlternateContent>
      <p:sp>
        <p:nvSpPr>
          <p:cNvPr id="19" name="TextBox 18">
            <a:extLst>
              <a:ext uri="{FF2B5EF4-FFF2-40B4-BE49-F238E27FC236}">
                <a16:creationId xmlns:a16="http://schemas.microsoft.com/office/drawing/2014/main" id="{88ED4AD4-8022-AC7A-6476-E271D8E61F05}"/>
              </a:ext>
            </a:extLst>
          </p:cNvPr>
          <p:cNvSpPr txBox="1"/>
          <p:nvPr/>
        </p:nvSpPr>
        <p:spPr>
          <a:xfrm>
            <a:off x="4615544" y="3429000"/>
            <a:ext cx="3102428" cy="446276"/>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Variation of Loss function for Sod shock tube problem using W-PINNs</a:t>
            </a:r>
          </a:p>
        </p:txBody>
      </p:sp>
      <p:sp>
        <p:nvSpPr>
          <p:cNvPr id="20" name="TextBox 19">
            <a:extLst>
              <a:ext uri="{FF2B5EF4-FFF2-40B4-BE49-F238E27FC236}">
                <a16:creationId xmlns:a16="http://schemas.microsoft.com/office/drawing/2014/main" id="{3780C4F2-F6A9-B1A2-7560-9C8BCB1C3198}"/>
              </a:ext>
            </a:extLst>
          </p:cNvPr>
          <p:cNvSpPr txBox="1"/>
          <p:nvPr/>
        </p:nvSpPr>
        <p:spPr>
          <a:xfrm>
            <a:off x="7707087" y="3429000"/>
            <a:ext cx="3102427" cy="446276"/>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Variation of Loss function for Sod shock tube problem using W-PINNs-DE</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5E0F36B-80BF-0429-76EB-44BEB1614216}"/>
                  </a:ext>
                </a:extLst>
              </p:cNvPr>
              <p:cNvSpPr txBox="1"/>
              <p:nvPr/>
            </p:nvSpPr>
            <p:spPr>
              <a:xfrm>
                <a:off x="1851272" y="6411724"/>
                <a:ext cx="2397234" cy="446276"/>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Predicted pressure </a:t>
                </a:r>
                <a14:m>
                  <m:oMath xmlns:m="http://schemas.openxmlformats.org/officeDocument/2006/math">
                    <m: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t>(</m:t>
                    </m:r>
                    <m:acc>
                      <m:accPr>
                        <m:chr m:val="̂"/>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accPr>
                      <m:e>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𝑝</m:t>
                        </m:r>
                      </m:e>
                    </m:acc>
                    <m: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t>)</m:t>
                    </m:r>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for Sod Shock Tube Problem</a:t>
                </a:r>
              </a:p>
            </p:txBody>
          </p:sp>
        </mc:Choice>
        <mc:Fallback xmlns="">
          <p:sp>
            <p:nvSpPr>
              <p:cNvPr id="21" name="TextBox 20">
                <a:extLst>
                  <a:ext uri="{FF2B5EF4-FFF2-40B4-BE49-F238E27FC236}">
                    <a16:creationId xmlns:a16="http://schemas.microsoft.com/office/drawing/2014/main" id="{F5E0F36B-80BF-0429-76EB-44BEB1614216}"/>
                  </a:ext>
                </a:extLst>
              </p:cNvPr>
              <p:cNvSpPr txBox="1">
                <a:spLocks noRot="1" noChangeAspect="1" noMove="1" noResize="1" noEditPoints="1" noAdjustHandles="1" noChangeArrowheads="1" noChangeShapeType="1" noTextEdit="1"/>
              </p:cNvSpPr>
              <p:nvPr/>
            </p:nvSpPr>
            <p:spPr>
              <a:xfrm>
                <a:off x="1851272" y="6411724"/>
                <a:ext cx="2397234" cy="446276"/>
              </a:xfrm>
              <a:prstGeom prst="rect">
                <a:avLst/>
              </a:prstGeom>
              <a:blipFill>
                <a:blip r:embed="rId9"/>
                <a:stretch>
                  <a:fillRect b="-958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43F2A1B-9370-2335-048A-DA0244502B27}"/>
                  </a:ext>
                </a:extLst>
              </p:cNvPr>
              <p:cNvSpPr txBox="1"/>
              <p:nvPr/>
            </p:nvSpPr>
            <p:spPr>
              <a:xfrm>
                <a:off x="4877631" y="6398177"/>
                <a:ext cx="2397234" cy="446276"/>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Predicted Velocity </a:t>
                </a:r>
                <a14:m>
                  <m:oMath xmlns:m="http://schemas.openxmlformats.org/officeDocument/2006/math">
                    <m: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t>(</m:t>
                    </m:r>
                    <m:acc>
                      <m:accPr>
                        <m:chr m:val="̂"/>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accPr>
                      <m:e>
                        <m:r>
                          <a:rPr lang="en-IN" sz="1150" b="0" i="1" dirty="0" smtClean="0">
                            <a:solidFill>
                              <a:schemeClr val="tx1">
                                <a:lumMod val="50000"/>
                                <a:lumOff val="50000"/>
                              </a:schemeClr>
                            </a:solidFill>
                            <a:latin typeface="Cambria Math" panose="02040503050406030204" pitchFamily="18" charset="0"/>
                            <a:cs typeface="Times New Roman" panose="02020603050405020304" pitchFamily="18" charset="0"/>
                          </a:rPr>
                          <m:t>𝑢</m:t>
                        </m:r>
                      </m:e>
                    </m:acc>
                    <m: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t>)</m:t>
                    </m:r>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for Sod Shock Tube Problem</a:t>
                </a:r>
              </a:p>
            </p:txBody>
          </p:sp>
        </mc:Choice>
        <mc:Fallback xmlns="">
          <p:sp>
            <p:nvSpPr>
              <p:cNvPr id="22" name="TextBox 21">
                <a:extLst>
                  <a:ext uri="{FF2B5EF4-FFF2-40B4-BE49-F238E27FC236}">
                    <a16:creationId xmlns:a16="http://schemas.microsoft.com/office/drawing/2014/main" id="{C43F2A1B-9370-2335-048A-DA0244502B27}"/>
                  </a:ext>
                </a:extLst>
              </p:cNvPr>
              <p:cNvSpPr txBox="1">
                <a:spLocks noRot="1" noChangeAspect="1" noMove="1" noResize="1" noEditPoints="1" noAdjustHandles="1" noChangeArrowheads="1" noChangeShapeType="1" noTextEdit="1"/>
              </p:cNvSpPr>
              <p:nvPr/>
            </p:nvSpPr>
            <p:spPr>
              <a:xfrm>
                <a:off x="4877631" y="6398177"/>
                <a:ext cx="2397234" cy="446276"/>
              </a:xfrm>
              <a:prstGeom prst="rect">
                <a:avLst/>
              </a:prstGeom>
              <a:blipFill>
                <a:blip r:embed="rId10"/>
                <a:stretch>
                  <a:fillRect t="-1370" b="-958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6B871F2-0BA8-AC27-0ADE-195F2621E3F4}"/>
                  </a:ext>
                </a:extLst>
              </p:cNvPr>
              <p:cNvSpPr txBox="1"/>
              <p:nvPr/>
            </p:nvSpPr>
            <p:spPr>
              <a:xfrm>
                <a:off x="7903989" y="6391833"/>
                <a:ext cx="2397229" cy="446276"/>
              </a:xfrm>
              <a:prstGeom prst="rect">
                <a:avLst/>
              </a:prstGeom>
              <a:noFill/>
            </p:spPr>
            <p:txBody>
              <a:bodyPr wrap="square" rtlCol="0">
                <a:spAutoFit/>
              </a:bodyPr>
              <a:lstStyle/>
              <a:p>
                <a:pPr algn="ctr"/>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Fig. Predicted Density </a:t>
                </a:r>
                <a14:m>
                  <m:oMath xmlns:m="http://schemas.openxmlformats.org/officeDocument/2006/math">
                    <m: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t>(</m:t>
                    </m:r>
                    <m:acc>
                      <m:accPr>
                        <m:chr m:val="̂"/>
                        <m:ctrlP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ctrlPr>
                      </m:accPr>
                      <m:e>
                        <m:r>
                          <a:rPr lang="en-IN" sz="1150" i="1" dirty="0" smtClean="0">
                            <a:solidFill>
                              <a:schemeClr val="tx1">
                                <a:lumMod val="50000"/>
                                <a:lumOff val="50000"/>
                              </a:schemeClr>
                            </a:solidFill>
                            <a:latin typeface="Cambria Math" panose="02040503050406030204" pitchFamily="18" charset="0"/>
                            <a:ea typeface="Cambria Math" panose="02040503050406030204" pitchFamily="18" charset="0"/>
                            <a:cs typeface="Times New Roman" panose="02020603050405020304" pitchFamily="18" charset="0"/>
                          </a:rPr>
                          <m:t>𝜌</m:t>
                        </m:r>
                      </m:e>
                    </m:acc>
                    <m:r>
                      <a:rPr lang="en-IN" sz="1150" i="1" dirty="0" smtClean="0">
                        <a:solidFill>
                          <a:schemeClr val="tx1">
                            <a:lumMod val="50000"/>
                            <a:lumOff val="50000"/>
                          </a:schemeClr>
                        </a:solidFill>
                        <a:latin typeface="Cambria Math" panose="02040503050406030204" pitchFamily="18" charset="0"/>
                        <a:cs typeface="Times New Roman" panose="02020603050405020304" pitchFamily="18" charset="0"/>
                      </a:rPr>
                      <m:t>)</m:t>
                    </m:r>
                  </m:oMath>
                </a14:m>
                <a:r>
                  <a:rPr lang="en-IN" sz="1150" dirty="0">
                    <a:solidFill>
                      <a:schemeClr val="tx1">
                        <a:lumMod val="50000"/>
                        <a:lumOff val="50000"/>
                      </a:schemeClr>
                    </a:solidFill>
                    <a:latin typeface="Times New Roman" panose="02020603050405020304" pitchFamily="18" charset="0"/>
                    <a:cs typeface="Times New Roman" panose="02020603050405020304" pitchFamily="18" charset="0"/>
                  </a:rPr>
                  <a:t> for Sod Shock Tube Problem</a:t>
                </a:r>
              </a:p>
            </p:txBody>
          </p:sp>
        </mc:Choice>
        <mc:Fallback xmlns="">
          <p:sp>
            <p:nvSpPr>
              <p:cNvPr id="23" name="TextBox 22">
                <a:extLst>
                  <a:ext uri="{FF2B5EF4-FFF2-40B4-BE49-F238E27FC236}">
                    <a16:creationId xmlns:a16="http://schemas.microsoft.com/office/drawing/2014/main" id="{A6B871F2-0BA8-AC27-0ADE-195F2621E3F4}"/>
                  </a:ext>
                </a:extLst>
              </p:cNvPr>
              <p:cNvSpPr txBox="1">
                <a:spLocks noRot="1" noChangeAspect="1" noMove="1" noResize="1" noEditPoints="1" noAdjustHandles="1" noChangeArrowheads="1" noChangeShapeType="1" noTextEdit="1"/>
              </p:cNvSpPr>
              <p:nvPr/>
            </p:nvSpPr>
            <p:spPr>
              <a:xfrm>
                <a:off x="7903989" y="6391833"/>
                <a:ext cx="2397229" cy="446276"/>
              </a:xfrm>
              <a:prstGeom prst="rect">
                <a:avLst/>
              </a:prstGeom>
              <a:blipFill>
                <a:blip r:embed="rId11"/>
                <a:stretch>
                  <a:fillRect t="-1370" b="-9589"/>
                </a:stretch>
              </a:blipFill>
            </p:spPr>
            <p:txBody>
              <a:bodyPr/>
              <a:lstStyle/>
              <a:p>
                <a:r>
                  <a:rPr lang="en-IN">
                    <a:noFill/>
                  </a:rPr>
                  <a:t> </a:t>
                </a:r>
              </a:p>
            </p:txBody>
          </p:sp>
        </mc:Fallback>
      </mc:AlternateContent>
    </p:spTree>
    <p:extLst>
      <p:ext uri="{BB962C8B-B14F-4D97-AF65-F5344CB8AC3E}">
        <p14:creationId xmlns:p14="http://schemas.microsoft.com/office/powerpoint/2010/main" val="2417861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0"/>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lvl="0" algn="ctr"/>
            <a:r>
              <a:rPr lang="en-IN" sz="4000" dirty="0">
                <a:latin typeface="Times New Roman" panose="02020603050405020304" pitchFamily="18" charset="0"/>
                <a:cs typeface="Times New Roman" panose="02020603050405020304" pitchFamily="18" charset="0"/>
              </a:rPr>
              <a:t>Conclusion and Future Work </a:t>
            </a:r>
          </a:p>
        </p:txBody>
      </p:sp>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19</a:t>
            </a:fld>
            <a:endParaRPr lang="en-IN"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5F0365C-57B4-9426-9ABA-0A77313C5942}"/>
                  </a:ext>
                </a:extLst>
              </p:cNvPr>
              <p:cNvSpPr txBox="1"/>
              <p:nvPr/>
            </p:nvSpPr>
            <p:spPr>
              <a:xfrm>
                <a:off x="922378" y="877163"/>
                <a:ext cx="10515600" cy="5421869"/>
              </a:xfrm>
              <a:prstGeom prst="rect">
                <a:avLst/>
              </a:prstGeom>
              <a:noFill/>
            </p:spPr>
            <p:txBody>
              <a:bodyPr wrap="square" rtlCol="0">
                <a:spAutoFit/>
              </a:bodyPr>
              <a:lstStyle/>
              <a:p>
                <a:pPr marL="285750" indent="-285750" algn="just">
                  <a:lnSpc>
                    <a:spcPct val="12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In this thesis, we have solved low and high-speed fluid dynamics problems using Physics-Informed Neural Network. </a:t>
                </a:r>
              </a:p>
              <a:p>
                <a:pPr marL="285750" indent="-285750" algn="just">
                  <a:lnSpc>
                    <a:spcPct val="12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We have solved variety of low speed problems as:</a:t>
                </a:r>
              </a:p>
              <a:p>
                <a:pPr marL="3943350" lvl="8" indent="-285750" algn="just">
                  <a:lnSpc>
                    <a:spcPct val="12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1D &amp; 2D Heat conduction equation with relative </a:t>
                </a:r>
                <a14:m>
                  <m:oMath xmlns:m="http://schemas.openxmlformats.org/officeDocument/2006/math">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𝐿</m:t>
                        </m:r>
                      </m:e>
                      <m:sub>
                        <m:r>
                          <a:rPr lang="en-IN" sz="1600" b="0" i="1" dirty="0" smtClean="0">
                            <a:latin typeface="Cambria Math" panose="02040503050406030204" pitchFamily="18" charset="0"/>
                            <a:cs typeface="Times New Roman" panose="02020603050405020304" pitchFamily="18" charset="0"/>
                          </a:rPr>
                          <m:t>2</m:t>
                        </m:r>
                      </m:sub>
                    </m:sSub>
                  </m:oMath>
                </a14:m>
                <a:r>
                  <a:rPr lang="en-IN" sz="1600" dirty="0">
                    <a:latin typeface="Times New Roman" panose="02020603050405020304" pitchFamily="18" charset="0"/>
                    <a:cs typeface="Times New Roman" panose="02020603050405020304" pitchFamily="18" charset="0"/>
                  </a:rPr>
                  <a:t> error </a:t>
                </a:r>
                <a14:m>
                  <m:oMath xmlns:m="http://schemas.openxmlformats.org/officeDocument/2006/math">
                    <m:r>
                      <a:rPr lang="en-IN" sz="1600" i="1" dirty="0" smtClean="0">
                        <a:latin typeface="Cambria Math" panose="02040503050406030204" pitchFamily="18" charset="0"/>
                        <a:cs typeface="Times New Roman" panose="02020603050405020304" pitchFamily="18" charset="0"/>
                      </a:rPr>
                      <m:t>7.729</m:t>
                    </m:r>
                    <m: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10</m:t>
                        </m:r>
                      </m:e>
                      <m:sup>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−4</m:t>
                        </m:r>
                      </m:sup>
                    </m:sSup>
                  </m:oMath>
                </a14:m>
                <a:r>
                  <a:rPr lang="en-IN" sz="1600" dirty="0">
                    <a:latin typeface="Times New Roman" panose="02020603050405020304" pitchFamily="18" charset="0"/>
                    <a:cs typeface="Times New Roman" panose="02020603050405020304" pitchFamily="18" charset="0"/>
                  </a:rPr>
                  <a:t>.</a:t>
                </a:r>
              </a:p>
              <a:p>
                <a:pPr marL="3943350" lvl="8" indent="-285750" algn="just">
                  <a:lnSpc>
                    <a:spcPct val="12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Lid-driven cavity problem with relative </a:t>
                </a:r>
                <a14:m>
                  <m:oMath xmlns:m="http://schemas.openxmlformats.org/officeDocument/2006/math">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𝐿</m:t>
                        </m:r>
                      </m:e>
                      <m:sub>
                        <m:r>
                          <a:rPr lang="en-IN" sz="1600" b="0" i="1" dirty="0" smtClean="0">
                            <a:latin typeface="Cambria Math" panose="02040503050406030204" pitchFamily="18" charset="0"/>
                            <a:cs typeface="Times New Roman" panose="02020603050405020304" pitchFamily="18" charset="0"/>
                          </a:rPr>
                          <m:t>2</m:t>
                        </m:r>
                      </m:sub>
                    </m:sSub>
                  </m:oMath>
                </a14:m>
                <a:r>
                  <a:rPr lang="en-IN" sz="1600" dirty="0">
                    <a:latin typeface="Times New Roman" panose="02020603050405020304" pitchFamily="18" charset="0"/>
                    <a:cs typeface="Times New Roman" panose="02020603050405020304" pitchFamily="18" charset="0"/>
                  </a:rPr>
                  <a:t> error </a:t>
                </a:r>
                <a14:m>
                  <m:oMath xmlns:m="http://schemas.openxmlformats.org/officeDocument/2006/math">
                    <m:r>
                      <m:rPr>
                        <m:sty m:val="p"/>
                      </m:rPr>
                      <a:rPr lang="en-IN" sz="1600" i="1" dirty="0" smtClean="0">
                        <a:latin typeface="Cambria Math" panose="02040503050406030204" pitchFamily="18" charset="0"/>
                        <a:cs typeface="Times New Roman" panose="02020603050405020304" pitchFamily="18" charset="0"/>
                      </a:rPr>
                      <m:t>O</m:t>
                    </m:r>
                    <m:r>
                      <a:rPr lang="en-IN" sz="1600" b="0" i="1" dirty="0" smtClean="0">
                        <a:latin typeface="Cambria Math" panose="02040503050406030204" pitchFamily="18" charset="0"/>
                        <a:cs typeface="Times New Roman" panose="02020603050405020304" pitchFamily="18" charset="0"/>
                      </a:rPr>
                      <m:t>(</m:t>
                    </m:r>
                    <m:sSup>
                      <m:sSupPr>
                        <m:ctrlPr>
                          <a:rPr lang="en-IN" sz="1600" i="1" dirty="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i="1" dirty="0">
                            <a:latin typeface="Cambria Math" panose="02040503050406030204" pitchFamily="18" charset="0"/>
                            <a:ea typeface="Cambria Math" panose="02040503050406030204" pitchFamily="18" charset="0"/>
                            <a:cs typeface="Times New Roman" panose="02020603050405020304" pitchFamily="18" charset="0"/>
                          </a:rPr>
                          <m:t>10</m:t>
                        </m:r>
                      </m:e>
                      <m:sup>
                        <m:r>
                          <a:rPr lang="en-IN" sz="1600" i="1" dirty="0">
                            <a:latin typeface="Cambria Math" panose="02040503050406030204" pitchFamily="18" charset="0"/>
                            <a:ea typeface="Cambria Math" panose="02040503050406030204" pitchFamily="18" charset="0"/>
                            <a:cs typeface="Times New Roman" panose="02020603050405020304" pitchFamily="18" charset="0"/>
                          </a:rPr>
                          <m:t>−</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a:t>
                </a:r>
              </a:p>
              <a:p>
                <a:pPr marL="3943350" lvl="8" indent="-285750" algn="just">
                  <a:lnSpc>
                    <a:spcPct val="12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Hagen-Poiseuille problem with relative </a:t>
                </a:r>
                <a14:m>
                  <m:oMath xmlns:m="http://schemas.openxmlformats.org/officeDocument/2006/math">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𝐿</m:t>
                        </m:r>
                      </m:e>
                      <m:sub>
                        <m:r>
                          <a:rPr lang="en-IN" sz="1600" b="0" i="1" dirty="0" smtClean="0">
                            <a:latin typeface="Cambria Math" panose="02040503050406030204" pitchFamily="18" charset="0"/>
                            <a:cs typeface="Times New Roman" panose="02020603050405020304" pitchFamily="18" charset="0"/>
                          </a:rPr>
                          <m:t>2</m:t>
                        </m:r>
                      </m:sub>
                    </m:sSub>
                  </m:oMath>
                </a14:m>
                <a:r>
                  <a:rPr lang="en-IN" sz="1600" dirty="0">
                    <a:latin typeface="Times New Roman" panose="02020603050405020304" pitchFamily="18" charset="0"/>
                    <a:cs typeface="Times New Roman" panose="02020603050405020304" pitchFamily="18" charset="0"/>
                  </a:rPr>
                  <a:t> error </a:t>
                </a:r>
                <a14:m>
                  <m:oMath xmlns:m="http://schemas.openxmlformats.org/officeDocument/2006/math">
                    <m:r>
                      <m:rPr>
                        <m:sty m:val="p"/>
                      </m:rPr>
                      <a:rPr lang="en-IN" sz="1600" i="1" dirty="0">
                        <a:latin typeface="Cambria Math" panose="02040503050406030204" pitchFamily="18" charset="0"/>
                        <a:cs typeface="Times New Roman" panose="02020603050405020304" pitchFamily="18" charset="0"/>
                      </a:rPr>
                      <m:t>O</m:t>
                    </m:r>
                    <m:r>
                      <a:rPr lang="en-IN" sz="1600" i="1" dirty="0">
                        <a:latin typeface="Cambria Math" panose="02040503050406030204" pitchFamily="18" charset="0"/>
                        <a:cs typeface="Times New Roman" panose="02020603050405020304" pitchFamily="18" charset="0"/>
                      </a:rPr>
                      <m:t>(</m:t>
                    </m:r>
                    <m:sSup>
                      <m:sSupPr>
                        <m:ctrlPr>
                          <a:rPr lang="en-IN" sz="1600" i="1" dirty="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i="1" dirty="0">
                            <a:latin typeface="Cambria Math" panose="02040503050406030204" pitchFamily="18" charset="0"/>
                            <a:ea typeface="Cambria Math" panose="02040503050406030204" pitchFamily="18" charset="0"/>
                            <a:cs typeface="Times New Roman" panose="02020603050405020304" pitchFamily="18" charset="0"/>
                          </a:rPr>
                          <m:t>10</m:t>
                        </m:r>
                      </m:e>
                      <m:sup>
                        <m:r>
                          <a:rPr lang="en-IN" sz="1600" i="1" dirty="0">
                            <a:latin typeface="Cambria Math" panose="02040503050406030204" pitchFamily="18" charset="0"/>
                            <a:ea typeface="Cambria Math" panose="02040503050406030204" pitchFamily="18" charset="0"/>
                            <a:cs typeface="Times New Roman" panose="02020603050405020304" pitchFamily="18" charset="0"/>
                          </a:rPr>
                          <m:t>−</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5</m:t>
                        </m:r>
                      </m:sup>
                    </m:sSup>
                    <m:r>
                      <a:rPr lang="en-IN" sz="1600" i="1" dirty="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a:t>
                </a:r>
              </a:p>
              <a:p>
                <a:pPr marL="3943350" lvl="8" indent="-285750" algn="just">
                  <a:lnSpc>
                    <a:spcPct val="12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2D Burger’s equations with relative </a:t>
                </a:r>
                <a14:m>
                  <m:oMath xmlns:m="http://schemas.openxmlformats.org/officeDocument/2006/math">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𝐿</m:t>
                        </m:r>
                      </m:e>
                      <m:sub>
                        <m:r>
                          <a:rPr lang="en-IN" sz="1600" b="0" i="1" dirty="0" smtClean="0">
                            <a:latin typeface="Cambria Math" panose="02040503050406030204" pitchFamily="18" charset="0"/>
                            <a:cs typeface="Times New Roman" panose="02020603050405020304" pitchFamily="18" charset="0"/>
                          </a:rPr>
                          <m:t>2</m:t>
                        </m:r>
                      </m:sub>
                    </m:sSub>
                  </m:oMath>
                </a14:m>
                <a:r>
                  <a:rPr lang="en-IN" sz="1600" dirty="0">
                    <a:latin typeface="Times New Roman" panose="02020603050405020304" pitchFamily="18" charset="0"/>
                    <a:cs typeface="Times New Roman" panose="02020603050405020304" pitchFamily="18" charset="0"/>
                  </a:rPr>
                  <a:t> error </a:t>
                </a:r>
                <a14:m>
                  <m:oMath xmlns:m="http://schemas.openxmlformats.org/officeDocument/2006/math">
                    <m:r>
                      <m:rPr>
                        <m:sty m:val="p"/>
                      </m:rPr>
                      <a:rPr lang="en-IN" sz="1600" i="1" dirty="0">
                        <a:latin typeface="Cambria Math" panose="02040503050406030204" pitchFamily="18" charset="0"/>
                        <a:cs typeface="Times New Roman" panose="02020603050405020304" pitchFamily="18" charset="0"/>
                      </a:rPr>
                      <m:t>O</m:t>
                    </m:r>
                    <m:r>
                      <a:rPr lang="en-IN" sz="1600" i="1" dirty="0">
                        <a:latin typeface="Cambria Math" panose="02040503050406030204" pitchFamily="18" charset="0"/>
                        <a:cs typeface="Times New Roman" panose="02020603050405020304" pitchFamily="18" charset="0"/>
                      </a:rPr>
                      <m:t>(</m:t>
                    </m:r>
                    <m:sSup>
                      <m:sSupPr>
                        <m:ctrlPr>
                          <a:rPr lang="en-IN" sz="1600" i="1" dirty="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i="1" dirty="0">
                            <a:latin typeface="Cambria Math" panose="02040503050406030204" pitchFamily="18" charset="0"/>
                            <a:ea typeface="Cambria Math" panose="02040503050406030204" pitchFamily="18" charset="0"/>
                            <a:cs typeface="Times New Roman" panose="02020603050405020304" pitchFamily="18" charset="0"/>
                          </a:rPr>
                          <m:t>10</m:t>
                        </m:r>
                      </m:e>
                      <m:sup>
                        <m:r>
                          <a:rPr lang="en-IN" sz="1600" i="1" dirty="0">
                            <a:latin typeface="Cambria Math" panose="02040503050406030204" pitchFamily="18" charset="0"/>
                            <a:ea typeface="Cambria Math" panose="02040503050406030204" pitchFamily="18" charset="0"/>
                            <a:cs typeface="Times New Roman" panose="02020603050405020304" pitchFamily="18" charset="0"/>
                          </a:rPr>
                          <m:t>−</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3</m:t>
                        </m:r>
                      </m:sup>
                    </m:sSup>
                    <m:r>
                      <a:rPr lang="en-IN" sz="1600" i="1" dirty="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a:t>
                </a:r>
              </a:p>
              <a:p>
                <a:pPr lvl="8" algn="just">
                  <a:lnSpc>
                    <a:spcPct val="120000"/>
                  </a:lnSpc>
                </a:pPr>
                <a:endParaRPr lang="en-IN" sz="100" dirty="0">
                  <a:latin typeface="Times New Roman" panose="02020603050405020304" pitchFamily="18" charset="0"/>
                  <a:cs typeface="Times New Roman" panose="02020603050405020304" pitchFamily="18" charset="0"/>
                </a:endParaRPr>
              </a:p>
              <a:p>
                <a:pPr marL="285750" indent="-285750" algn="just">
                  <a:lnSpc>
                    <a:spcPct val="12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We have also solved Lid-driven cavity and Hagen-Poiseuille problem by solving Navier-Stokes equation. We have also simplified the equations while considering the assumptions as loss function terms. </a:t>
                </a:r>
              </a:p>
              <a:p>
                <a:pPr marL="285750" indent="-285750" algn="just">
                  <a:lnSpc>
                    <a:spcPct val="12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Our major focus are on solving high-speed fluid flow problems where shock/discontinuity is present. </a:t>
                </a:r>
              </a:p>
              <a:p>
                <a:pPr marL="285750" indent="-285750" algn="just">
                  <a:lnSpc>
                    <a:spcPct val="12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We have solved variety of high speed problems as:</a:t>
                </a:r>
              </a:p>
              <a:p>
                <a:pPr marL="3943350" lvl="8" indent="-285750" algn="just">
                  <a:lnSpc>
                    <a:spcPct val="12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1D Single contact discontinuity with relative </a:t>
                </a:r>
                <a14:m>
                  <m:oMath xmlns:m="http://schemas.openxmlformats.org/officeDocument/2006/math">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𝐿</m:t>
                        </m:r>
                      </m:e>
                      <m:sub>
                        <m:r>
                          <a:rPr lang="en-IN" sz="1600" b="0" i="1" dirty="0" smtClean="0">
                            <a:latin typeface="Cambria Math" panose="02040503050406030204" pitchFamily="18" charset="0"/>
                            <a:cs typeface="Times New Roman" panose="02020603050405020304" pitchFamily="18" charset="0"/>
                          </a:rPr>
                          <m:t>2</m:t>
                        </m:r>
                      </m:sub>
                    </m:sSub>
                  </m:oMath>
                </a14:m>
                <a:r>
                  <a:rPr lang="en-IN" sz="1600" dirty="0">
                    <a:latin typeface="Times New Roman" panose="02020603050405020304" pitchFamily="18" charset="0"/>
                    <a:cs typeface="Times New Roman" panose="02020603050405020304" pitchFamily="18" charset="0"/>
                  </a:rPr>
                  <a:t> error </a:t>
                </a:r>
                <a14:m>
                  <m:oMath xmlns:m="http://schemas.openxmlformats.org/officeDocument/2006/math">
                    <m:r>
                      <m:rPr>
                        <m:sty m:val="p"/>
                      </m:rPr>
                      <a:rPr lang="en-IN" sz="1600" i="1" dirty="0">
                        <a:latin typeface="Cambria Math" panose="02040503050406030204" pitchFamily="18" charset="0"/>
                        <a:cs typeface="Times New Roman" panose="02020603050405020304" pitchFamily="18" charset="0"/>
                      </a:rPr>
                      <m:t>O</m:t>
                    </m:r>
                    <m:r>
                      <a:rPr lang="en-IN" sz="1600" i="1" dirty="0">
                        <a:latin typeface="Cambria Math" panose="02040503050406030204" pitchFamily="18" charset="0"/>
                        <a:cs typeface="Times New Roman" panose="02020603050405020304" pitchFamily="18" charset="0"/>
                      </a:rPr>
                      <m:t>(</m:t>
                    </m:r>
                    <m:sSup>
                      <m:sSupPr>
                        <m:ctrlPr>
                          <a:rPr lang="en-IN" sz="1600" i="1" dirty="0"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i="1" dirty="0">
                            <a:latin typeface="Cambria Math" panose="02040503050406030204" pitchFamily="18" charset="0"/>
                            <a:ea typeface="Cambria Math" panose="02040503050406030204" pitchFamily="18" charset="0"/>
                            <a:cs typeface="Times New Roman" panose="02020603050405020304" pitchFamily="18" charset="0"/>
                          </a:rPr>
                          <m:t>10</m:t>
                        </m:r>
                      </m:e>
                      <m:sup>
                        <m:r>
                          <a:rPr lang="en-IN" sz="1600" i="1" dirty="0">
                            <a:latin typeface="Cambria Math" panose="02040503050406030204" pitchFamily="18" charset="0"/>
                            <a:ea typeface="Cambria Math" panose="02040503050406030204" pitchFamily="18" charset="0"/>
                            <a:cs typeface="Times New Roman" panose="02020603050405020304" pitchFamily="18" charset="0"/>
                          </a:rPr>
                          <m:t>−</m:t>
                        </m:r>
                        <m:r>
                          <a:rPr lang="en-IN" sz="1600" b="0" i="1" dirty="0" smtClean="0">
                            <a:latin typeface="Cambria Math" panose="02040503050406030204" pitchFamily="18" charset="0"/>
                            <a:ea typeface="Cambria Math" panose="02040503050406030204" pitchFamily="18" charset="0"/>
                            <a:cs typeface="Times New Roman" panose="02020603050405020304" pitchFamily="18" charset="0"/>
                          </a:rPr>
                          <m:t>4</m:t>
                        </m:r>
                      </m:sup>
                    </m:sSup>
                    <m:r>
                      <a:rPr lang="en-IN" sz="1600" i="1" dirty="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 </a:t>
                </a:r>
              </a:p>
              <a:p>
                <a:pPr marL="3943350" lvl="8" indent="-285750" algn="just">
                  <a:lnSpc>
                    <a:spcPct val="12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1D Sod shock tube problem with relative </a:t>
                </a:r>
                <a14:m>
                  <m:oMath xmlns:m="http://schemas.openxmlformats.org/officeDocument/2006/math">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𝐿</m:t>
                        </m:r>
                      </m:e>
                      <m:sub>
                        <m:r>
                          <a:rPr lang="en-IN" sz="1600" b="0" i="1" dirty="0" smtClean="0">
                            <a:latin typeface="Cambria Math" panose="02040503050406030204" pitchFamily="18" charset="0"/>
                            <a:cs typeface="Times New Roman" panose="02020603050405020304" pitchFamily="18" charset="0"/>
                          </a:rPr>
                          <m:t>2</m:t>
                        </m:r>
                      </m:sub>
                    </m:sSub>
                  </m:oMath>
                </a14:m>
                <a:r>
                  <a:rPr lang="en-IN" sz="1600" dirty="0">
                    <a:latin typeface="Times New Roman" panose="02020603050405020304" pitchFamily="18" charset="0"/>
                    <a:cs typeface="Times New Roman" panose="02020603050405020304" pitchFamily="18" charset="0"/>
                  </a:rPr>
                  <a:t> error </a:t>
                </a:r>
                <a14:m>
                  <m:oMath xmlns:m="http://schemas.openxmlformats.org/officeDocument/2006/math">
                    <m:r>
                      <m:rPr>
                        <m:sty m:val="p"/>
                      </m:rPr>
                      <a:rPr lang="en-IN" sz="1600" i="1" dirty="0">
                        <a:latin typeface="Cambria Math" panose="02040503050406030204" pitchFamily="18" charset="0"/>
                        <a:cs typeface="Times New Roman" panose="02020603050405020304" pitchFamily="18" charset="0"/>
                      </a:rPr>
                      <m:t>O</m:t>
                    </m:r>
                    <m:r>
                      <a:rPr lang="en-IN" sz="1600" i="1" dirty="0">
                        <a:latin typeface="Cambria Math" panose="02040503050406030204" pitchFamily="18" charset="0"/>
                        <a:cs typeface="Times New Roman" panose="02020603050405020304" pitchFamily="18" charset="0"/>
                      </a:rPr>
                      <m:t>(</m:t>
                    </m:r>
                    <m:sSup>
                      <m:sSupPr>
                        <m:ctrlPr>
                          <a:rPr lang="en-IN" sz="1600" i="1" dirty="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i="1" dirty="0">
                            <a:latin typeface="Cambria Math" panose="02040503050406030204" pitchFamily="18" charset="0"/>
                            <a:ea typeface="Cambria Math" panose="02040503050406030204" pitchFamily="18" charset="0"/>
                            <a:cs typeface="Times New Roman" panose="02020603050405020304" pitchFamily="18" charset="0"/>
                          </a:rPr>
                          <m:t>10</m:t>
                        </m:r>
                      </m:e>
                      <m:sup>
                        <m:r>
                          <a:rPr lang="en-IN" sz="1600" i="1" dirty="0">
                            <a:latin typeface="Cambria Math" panose="02040503050406030204" pitchFamily="18" charset="0"/>
                            <a:ea typeface="Cambria Math" panose="02040503050406030204" pitchFamily="18" charset="0"/>
                            <a:cs typeface="Times New Roman" panose="02020603050405020304" pitchFamily="18" charset="0"/>
                          </a:rPr>
                          <m:t>−3</m:t>
                        </m:r>
                      </m:sup>
                    </m:sSup>
                    <m:r>
                      <a:rPr lang="en-IN" sz="1600" i="1" dirty="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a:t>
                </a:r>
              </a:p>
              <a:p>
                <a:pPr marL="3943350" lvl="8" indent="-285750" algn="just">
                  <a:lnSpc>
                    <a:spcPct val="12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Expansion fan problem with relative </a:t>
                </a:r>
                <a14:m>
                  <m:oMath xmlns:m="http://schemas.openxmlformats.org/officeDocument/2006/math">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𝐿</m:t>
                        </m:r>
                      </m:e>
                      <m:sub>
                        <m:r>
                          <a:rPr lang="en-IN" sz="1600" b="0" i="1" dirty="0" smtClean="0">
                            <a:latin typeface="Cambria Math" panose="02040503050406030204" pitchFamily="18" charset="0"/>
                            <a:cs typeface="Times New Roman" panose="02020603050405020304" pitchFamily="18" charset="0"/>
                          </a:rPr>
                          <m:t>2</m:t>
                        </m:r>
                      </m:sub>
                    </m:sSub>
                  </m:oMath>
                </a14:m>
                <a:r>
                  <a:rPr lang="en-IN" sz="1600" dirty="0">
                    <a:latin typeface="Times New Roman" panose="02020603050405020304" pitchFamily="18" charset="0"/>
                    <a:cs typeface="Times New Roman" panose="02020603050405020304" pitchFamily="18" charset="0"/>
                  </a:rPr>
                  <a:t> error </a:t>
                </a:r>
                <a14:m>
                  <m:oMath xmlns:m="http://schemas.openxmlformats.org/officeDocument/2006/math">
                    <m:r>
                      <m:rPr>
                        <m:sty m:val="p"/>
                      </m:rPr>
                      <a:rPr lang="en-IN" sz="1600" i="1" dirty="0">
                        <a:latin typeface="Cambria Math" panose="02040503050406030204" pitchFamily="18" charset="0"/>
                        <a:cs typeface="Times New Roman" panose="02020603050405020304" pitchFamily="18" charset="0"/>
                      </a:rPr>
                      <m:t>O</m:t>
                    </m:r>
                    <m:r>
                      <a:rPr lang="en-IN" sz="1600" i="1" dirty="0">
                        <a:latin typeface="Cambria Math" panose="02040503050406030204" pitchFamily="18" charset="0"/>
                        <a:cs typeface="Times New Roman" panose="02020603050405020304" pitchFamily="18" charset="0"/>
                      </a:rPr>
                      <m:t>(</m:t>
                    </m:r>
                    <m:sSup>
                      <m:sSupPr>
                        <m:ctrlPr>
                          <a:rPr lang="en-IN" sz="1600" i="1" dirty="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i="1" dirty="0">
                            <a:latin typeface="Cambria Math" panose="02040503050406030204" pitchFamily="18" charset="0"/>
                            <a:ea typeface="Cambria Math" panose="02040503050406030204" pitchFamily="18" charset="0"/>
                            <a:cs typeface="Times New Roman" panose="02020603050405020304" pitchFamily="18" charset="0"/>
                          </a:rPr>
                          <m:t>10</m:t>
                        </m:r>
                      </m:e>
                      <m:sup>
                        <m:r>
                          <a:rPr lang="en-IN" sz="1600" i="1" dirty="0">
                            <a:latin typeface="Cambria Math" panose="02040503050406030204" pitchFamily="18" charset="0"/>
                            <a:ea typeface="Cambria Math" panose="02040503050406030204" pitchFamily="18" charset="0"/>
                            <a:cs typeface="Times New Roman" panose="02020603050405020304" pitchFamily="18" charset="0"/>
                          </a:rPr>
                          <m:t>−3</m:t>
                        </m:r>
                      </m:sup>
                    </m:sSup>
                    <m:r>
                      <a:rPr lang="en-IN" sz="1600" i="1" dirty="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a:t>
                </a:r>
              </a:p>
              <a:p>
                <a:pPr marL="3943350" lvl="8" indent="-285750" algn="just">
                  <a:lnSpc>
                    <a:spcPct val="12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Oblique shock problem with relative </a:t>
                </a:r>
                <a14:m>
                  <m:oMath xmlns:m="http://schemas.openxmlformats.org/officeDocument/2006/math">
                    <m:sSub>
                      <m:sSubPr>
                        <m:ctrlPr>
                          <a:rPr lang="en-IN" sz="1600" i="1" dirty="0" smtClean="0">
                            <a:latin typeface="Cambria Math" panose="02040503050406030204" pitchFamily="18" charset="0"/>
                            <a:cs typeface="Times New Roman" panose="02020603050405020304" pitchFamily="18" charset="0"/>
                          </a:rPr>
                        </m:ctrlPr>
                      </m:sSubPr>
                      <m:e>
                        <m:r>
                          <a:rPr lang="en-IN" sz="1600" b="0" i="1" dirty="0" smtClean="0">
                            <a:latin typeface="Cambria Math" panose="02040503050406030204" pitchFamily="18" charset="0"/>
                            <a:cs typeface="Times New Roman" panose="02020603050405020304" pitchFamily="18" charset="0"/>
                          </a:rPr>
                          <m:t>𝐿</m:t>
                        </m:r>
                      </m:e>
                      <m:sub>
                        <m:r>
                          <a:rPr lang="en-IN" sz="1600" b="0" i="1" dirty="0" smtClean="0">
                            <a:latin typeface="Cambria Math" panose="02040503050406030204" pitchFamily="18" charset="0"/>
                            <a:cs typeface="Times New Roman" panose="02020603050405020304" pitchFamily="18" charset="0"/>
                          </a:rPr>
                          <m:t>2</m:t>
                        </m:r>
                      </m:sub>
                    </m:sSub>
                  </m:oMath>
                </a14:m>
                <a:r>
                  <a:rPr lang="en-IN" sz="1600" dirty="0">
                    <a:latin typeface="Times New Roman" panose="02020603050405020304" pitchFamily="18" charset="0"/>
                    <a:cs typeface="Times New Roman" panose="02020603050405020304" pitchFamily="18" charset="0"/>
                  </a:rPr>
                  <a:t> error </a:t>
                </a:r>
                <a14:m>
                  <m:oMath xmlns:m="http://schemas.openxmlformats.org/officeDocument/2006/math">
                    <m:r>
                      <m:rPr>
                        <m:sty m:val="p"/>
                      </m:rPr>
                      <a:rPr lang="en-IN" sz="1600" i="1" dirty="0">
                        <a:latin typeface="Cambria Math" panose="02040503050406030204" pitchFamily="18" charset="0"/>
                        <a:cs typeface="Times New Roman" panose="02020603050405020304" pitchFamily="18" charset="0"/>
                      </a:rPr>
                      <m:t>O</m:t>
                    </m:r>
                    <m:r>
                      <a:rPr lang="en-IN" sz="1600" i="1" dirty="0">
                        <a:latin typeface="Cambria Math" panose="02040503050406030204" pitchFamily="18" charset="0"/>
                        <a:cs typeface="Times New Roman" panose="02020603050405020304" pitchFamily="18" charset="0"/>
                      </a:rPr>
                      <m:t>(</m:t>
                    </m:r>
                    <m:sSup>
                      <m:sSupPr>
                        <m:ctrlPr>
                          <a:rPr lang="en-IN" sz="1600" i="1" dirty="0">
                            <a:latin typeface="Cambria Math" panose="02040503050406030204" pitchFamily="18" charset="0"/>
                            <a:ea typeface="Cambria Math" panose="02040503050406030204" pitchFamily="18" charset="0"/>
                            <a:cs typeface="Times New Roman" panose="02020603050405020304" pitchFamily="18" charset="0"/>
                          </a:rPr>
                        </m:ctrlPr>
                      </m:sSupPr>
                      <m:e>
                        <m:r>
                          <a:rPr lang="en-IN" sz="1600" i="1" dirty="0">
                            <a:latin typeface="Cambria Math" panose="02040503050406030204" pitchFamily="18" charset="0"/>
                            <a:ea typeface="Cambria Math" panose="02040503050406030204" pitchFamily="18" charset="0"/>
                            <a:cs typeface="Times New Roman" panose="02020603050405020304" pitchFamily="18" charset="0"/>
                          </a:rPr>
                          <m:t>10</m:t>
                        </m:r>
                      </m:e>
                      <m:sup>
                        <m:r>
                          <a:rPr lang="en-IN" sz="1600" i="1" dirty="0">
                            <a:latin typeface="Cambria Math" panose="02040503050406030204" pitchFamily="18" charset="0"/>
                            <a:ea typeface="Cambria Math" panose="02040503050406030204" pitchFamily="18" charset="0"/>
                            <a:cs typeface="Times New Roman" panose="02020603050405020304" pitchFamily="18" charset="0"/>
                          </a:rPr>
                          <m:t>−3</m:t>
                        </m:r>
                      </m:sup>
                    </m:sSup>
                    <m:r>
                      <a:rPr lang="en-IN" sz="1600" i="1" dirty="0">
                        <a:latin typeface="Cambria Math" panose="02040503050406030204" pitchFamily="18" charset="0"/>
                        <a:ea typeface="Cambria Math" panose="02040503050406030204" pitchFamily="18" charset="0"/>
                        <a:cs typeface="Times New Roman" panose="02020603050405020304" pitchFamily="18" charset="0"/>
                      </a:rPr>
                      <m:t>)</m:t>
                    </m:r>
                  </m:oMath>
                </a14:m>
                <a:r>
                  <a:rPr lang="en-IN" sz="1600" dirty="0">
                    <a:latin typeface="Times New Roman" panose="02020603050405020304" pitchFamily="18" charset="0"/>
                    <a:cs typeface="Times New Roman" panose="02020603050405020304" pitchFamily="18" charset="0"/>
                  </a:rPr>
                  <a:t>.</a:t>
                </a:r>
              </a:p>
              <a:p>
                <a:pPr lvl="8" algn="just">
                  <a:lnSpc>
                    <a:spcPct val="120000"/>
                  </a:lnSpc>
                </a:pPr>
                <a:endParaRPr lang="en-IN" sz="100" dirty="0">
                  <a:latin typeface="Times New Roman" panose="02020603050405020304" pitchFamily="18" charset="0"/>
                  <a:cs typeface="Times New Roman" panose="02020603050405020304" pitchFamily="18" charset="0"/>
                </a:endParaRPr>
              </a:p>
              <a:p>
                <a:pPr marL="285750" indent="-285750" algn="just">
                  <a:lnSpc>
                    <a:spcPct val="12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At last we have used low and high-fidelity data to predict the multi-fidelity results using PINNs model.</a:t>
                </a:r>
              </a:p>
              <a:p>
                <a:pPr algn="just">
                  <a:lnSpc>
                    <a:spcPct val="120000"/>
                  </a:lnSpc>
                </a:pPr>
                <a:endParaRPr lang="en-IN" sz="1600" dirty="0">
                  <a:latin typeface="Times New Roman" panose="02020603050405020304" pitchFamily="18" charset="0"/>
                  <a:cs typeface="Times New Roman" panose="02020603050405020304" pitchFamily="18" charset="0"/>
                </a:endParaRPr>
              </a:p>
              <a:p>
                <a:pPr marL="285750" indent="-285750" algn="just">
                  <a:lnSpc>
                    <a:spcPct val="120000"/>
                  </a:lnSpc>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In the future, we plan to address more complex problems, such as the shock wave reflection, shock boundary layer interaction. We will also try to solve the complete Navier-Stokes equation using PINNs. </a:t>
                </a:r>
              </a:p>
            </p:txBody>
          </p:sp>
        </mc:Choice>
        <mc:Fallback xmlns="">
          <p:sp>
            <p:nvSpPr>
              <p:cNvPr id="3" name="TextBox 2">
                <a:extLst>
                  <a:ext uri="{FF2B5EF4-FFF2-40B4-BE49-F238E27FC236}">
                    <a16:creationId xmlns:a16="http://schemas.microsoft.com/office/drawing/2014/main" id="{05F0365C-57B4-9426-9ABA-0A77313C5942}"/>
                  </a:ext>
                </a:extLst>
              </p:cNvPr>
              <p:cNvSpPr txBox="1">
                <a:spLocks noRot="1" noChangeAspect="1" noMove="1" noResize="1" noEditPoints="1" noAdjustHandles="1" noChangeArrowheads="1" noChangeShapeType="1" noTextEdit="1"/>
              </p:cNvSpPr>
              <p:nvPr/>
            </p:nvSpPr>
            <p:spPr>
              <a:xfrm>
                <a:off x="922378" y="877163"/>
                <a:ext cx="10515600" cy="5421869"/>
              </a:xfrm>
              <a:prstGeom prst="rect">
                <a:avLst/>
              </a:prstGeom>
              <a:blipFill>
                <a:blip r:embed="rId3"/>
                <a:stretch>
                  <a:fillRect l="-232" r="-348" b="-675"/>
                </a:stretch>
              </a:blipFill>
            </p:spPr>
            <p:txBody>
              <a:bodyPr/>
              <a:lstStyle/>
              <a:p>
                <a:r>
                  <a:rPr lang="en-IN">
                    <a:noFill/>
                  </a:rPr>
                  <a:t> </a:t>
                </a:r>
              </a:p>
            </p:txBody>
          </p:sp>
        </mc:Fallback>
      </mc:AlternateContent>
    </p:spTree>
    <p:extLst>
      <p:ext uri="{BB962C8B-B14F-4D97-AF65-F5344CB8AC3E}">
        <p14:creationId xmlns:p14="http://schemas.microsoft.com/office/powerpoint/2010/main" val="885757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8B76D-5A60-5670-5D56-EAD368AC1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2377" cy="877163"/>
          </a:xfrm>
          <a:prstGeom prst="rect">
            <a:avLst/>
          </a:prstGeom>
        </p:spPr>
      </p:pic>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0"/>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lvl="0" algn="ctr"/>
            <a:r>
              <a:rPr lang="en-IN" sz="4000" dirty="0">
                <a:latin typeface="Times New Roman" panose="02020603050405020304" pitchFamily="18" charset="0"/>
                <a:cs typeface="Times New Roman" panose="02020603050405020304" pitchFamily="18" charset="0"/>
              </a:rPr>
              <a:t>References</a:t>
            </a:r>
          </a:p>
        </p:txBody>
      </p:sp>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20</a:t>
            </a:fld>
            <a:endParaRPr lang="en-IN" dirty="0"/>
          </a:p>
        </p:txBody>
      </p:sp>
      <p:sp>
        <p:nvSpPr>
          <p:cNvPr id="3" name="TextBox 2">
            <a:extLst>
              <a:ext uri="{FF2B5EF4-FFF2-40B4-BE49-F238E27FC236}">
                <a16:creationId xmlns:a16="http://schemas.microsoft.com/office/drawing/2014/main" id="{3717D26B-91C9-463E-7A2D-1EAAD5DADFE5}"/>
              </a:ext>
            </a:extLst>
          </p:cNvPr>
          <p:cNvSpPr txBox="1"/>
          <p:nvPr/>
        </p:nvSpPr>
        <p:spPr>
          <a:xfrm>
            <a:off x="922378" y="877163"/>
            <a:ext cx="10515600" cy="5384936"/>
          </a:xfrm>
          <a:prstGeom prst="rect">
            <a:avLst/>
          </a:prstGeom>
          <a:noFill/>
        </p:spPr>
        <p:txBody>
          <a:bodyPr wrap="square" rtlCol="0">
            <a:spAutoFit/>
          </a:bodyPr>
          <a:lstStyle/>
          <a:p>
            <a:pPr marL="342900" indent="-342900" algn="just">
              <a:lnSpc>
                <a:spcPct val="120000"/>
              </a:lnSpc>
              <a:buFont typeface="+mj-lt"/>
              <a:buAutoNum type="arabicPeriod"/>
            </a:pPr>
            <a:r>
              <a:rPr lang="en-US" sz="1600" b="0" i="0" dirty="0">
                <a:solidFill>
                  <a:srgbClr val="222222"/>
                </a:solidFill>
                <a:effectLst/>
                <a:latin typeface="Times New Roman" panose="02020603050405020304" pitchFamily="18" charset="0"/>
                <a:cs typeface="Times New Roman" panose="02020603050405020304" pitchFamily="18" charset="0"/>
              </a:rPr>
              <a:t>Frank, Michael, Dimitris Drikakis, and Vassilis Charissis. "Machine-learning methods for computational science and engineering." </a:t>
            </a:r>
            <a:r>
              <a:rPr lang="en-US" sz="1600" b="0" i="1" dirty="0">
                <a:solidFill>
                  <a:srgbClr val="222222"/>
                </a:solidFill>
                <a:effectLst/>
                <a:latin typeface="Times New Roman" panose="02020603050405020304" pitchFamily="18" charset="0"/>
                <a:cs typeface="Times New Roman" panose="02020603050405020304" pitchFamily="18" charset="0"/>
              </a:rPr>
              <a:t>Computation</a:t>
            </a:r>
            <a:r>
              <a:rPr lang="en-US" sz="1600" b="0" i="0" dirty="0">
                <a:solidFill>
                  <a:srgbClr val="222222"/>
                </a:solidFill>
                <a:effectLst/>
                <a:latin typeface="Times New Roman" panose="02020603050405020304" pitchFamily="18" charset="0"/>
                <a:cs typeface="Times New Roman" panose="02020603050405020304" pitchFamily="18" charset="0"/>
              </a:rPr>
              <a:t> 8, no. 1 (2020): 15.</a:t>
            </a:r>
          </a:p>
          <a:p>
            <a:pPr marL="342900" indent="-342900" algn="just">
              <a:lnSpc>
                <a:spcPct val="120000"/>
              </a:lnSpc>
              <a:buFont typeface="+mj-lt"/>
              <a:buAutoNum type="arabicPeriod"/>
            </a:pPr>
            <a:r>
              <a:rPr lang="en-IN" sz="1600" b="0" i="0" dirty="0">
                <a:solidFill>
                  <a:srgbClr val="222222"/>
                </a:solidFill>
                <a:effectLst/>
                <a:latin typeface="Times New Roman" panose="02020603050405020304" pitchFamily="18" charset="0"/>
                <a:cs typeface="Times New Roman" panose="02020603050405020304" pitchFamily="18" charset="0"/>
              </a:rPr>
              <a:t>Ling, Julia, Andrew Kurzawski, and Jeremy Templeton. "Reynolds averaged turbulence modelling using deep neural networks with embedded invariance." </a:t>
            </a:r>
            <a:r>
              <a:rPr lang="en-IN" sz="1600" b="0" i="1" dirty="0">
                <a:solidFill>
                  <a:srgbClr val="222222"/>
                </a:solidFill>
                <a:effectLst/>
                <a:latin typeface="Times New Roman" panose="02020603050405020304" pitchFamily="18" charset="0"/>
                <a:cs typeface="Times New Roman" panose="02020603050405020304" pitchFamily="18" charset="0"/>
              </a:rPr>
              <a:t>Journal of Fluid Mechanics</a:t>
            </a:r>
            <a:r>
              <a:rPr lang="en-IN" sz="1600" b="0" i="0" dirty="0">
                <a:solidFill>
                  <a:srgbClr val="222222"/>
                </a:solidFill>
                <a:effectLst/>
                <a:latin typeface="Times New Roman" panose="02020603050405020304" pitchFamily="18" charset="0"/>
                <a:cs typeface="Times New Roman" panose="02020603050405020304" pitchFamily="18" charset="0"/>
              </a:rPr>
              <a:t> 807 (2016): 155-166.</a:t>
            </a:r>
            <a:endParaRPr lang="en-US" sz="1600" dirty="0">
              <a:solidFill>
                <a:srgbClr val="222222"/>
              </a:solidFill>
              <a:latin typeface="Times New Roman" panose="02020603050405020304" pitchFamily="18" charset="0"/>
              <a:cs typeface="Times New Roman" panose="02020603050405020304" pitchFamily="18" charset="0"/>
            </a:endParaRPr>
          </a:p>
          <a:p>
            <a:pPr marL="342900" indent="-342900" algn="just">
              <a:lnSpc>
                <a:spcPct val="120000"/>
              </a:lnSpc>
              <a:buFont typeface="+mj-lt"/>
              <a:buAutoNum type="arabicPeriod"/>
            </a:pPr>
            <a:r>
              <a:rPr lang="en-US" sz="1600" b="0" i="0" dirty="0">
                <a:solidFill>
                  <a:srgbClr val="222222"/>
                </a:solidFill>
                <a:effectLst/>
                <a:latin typeface="Times New Roman" panose="02020603050405020304" pitchFamily="18" charset="0"/>
                <a:cs typeface="Times New Roman" panose="02020603050405020304" pitchFamily="18" charset="0"/>
              </a:rPr>
              <a:t>Kutz, J. Nathan. "Deep learning in fluid dynamics." </a:t>
            </a:r>
            <a:r>
              <a:rPr lang="en-US" sz="1600" b="0" i="1" dirty="0">
                <a:solidFill>
                  <a:srgbClr val="222222"/>
                </a:solidFill>
                <a:effectLst/>
                <a:latin typeface="Times New Roman" panose="02020603050405020304" pitchFamily="18" charset="0"/>
                <a:cs typeface="Times New Roman" panose="02020603050405020304" pitchFamily="18" charset="0"/>
              </a:rPr>
              <a:t>Journal of Fluid Mechanics</a:t>
            </a:r>
            <a:r>
              <a:rPr lang="en-US" sz="1600" b="0" i="0" dirty="0">
                <a:solidFill>
                  <a:srgbClr val="222222"/>
                </a:solidFill>
                <a:effectLst/>
                <a:latin typeface="Times New Roman" panose="02020603050405020304" pitchFamily="18" charset="0"/>
                <a:cs typeface="Times New Roman" panose="02020603050405020304" pitchFamily="18" charset="0"/>
              </a:rPr>
              <a:t> 814 (2017): 1-4.</a:t>
            </a:r>
          </a:p>
          <a:p>
            <a:pPr marL="342900" indent="-342900" algn="just">
              <a:lnSpc>
                <a:spcPct val="120000"/>
              </a:lnSpc>
              <a:buFont typeface="+mj-lt"/>
              <a:buAutoNum type="arabicPeriod"/>
            </a:pPr>
            <a:r>
              <a:rPr lang="en-IN" sz="1600" b="0" i="0" dirty="0">
                <a:solidFill>
                  <a:srgbClr val="222222"/>
                </a:solidFill>
                <a:effectLst/>
                <a:latin typeface="Times New Roman" panose="02020603050405020304" pitchFamily="18" charset="0"/>
                <a:cs typeface="Times New Roman" panose="02020603050405020304" pitchFamily="18" charset="0"/>
              </a:rPr>
              <a:t>Jiang, Chao, Ricardo Vinuesa, Ruilin Chen, Junyi Mi, Shujin Laima, and Hui Li. "An interpretable framework of data-driven turbulence modeling using deep neural networks." </a:t>
            </a:r>
            <a:r>
              <a:rPr lang="en-IN" sz="1600" b="0" i="1" dirty="0">
                <a:solidFill>
                  <a:srgbClr val="222222"/>
                </a:solidFill>
                <a:effectLst/>
                <a:latin typeface="Times New Roman" panose="02020603050405020304" pitchFamily="18" charset="0"/>
                <a:cs typeface="Times New Roman" panose="02020603050405020304" pitchFamily="18" charset="0"/>
              </a:rPr>
              <a:t>Physics of Fluids</a:t>
            </a:r>
            <a:r>
              <a:rPr lang="en-IN" sz="1600" b="0" i="0" dirty="0">
                <a:solidFill>
                  <a:srgbClr val="222222"/>
                </a:solidFill>
                <a:effectLst/>
                <a:latin typeface="Times New Roman" panose="02020603050405020304" pitchFamily="18" charset="0"/>
                <a:cs typeface="Times New Roman" panose="02020603050405020304" pitchFamily="18" charset="0"/>
              </a:rPr>
              <a:t> 33, no. 5 (2021).</a:t>
            </a:r>
          </a:p>
          <a:p>
            <a:pPr marL="342900" indent="-342900" algn="just">
              <a:lnSpc>
                <a:spcPct val="120000"/>
              </a:lnSpc>
              <a:buFont typeface="+mj-lt"/>
              <a:buAutoNum type="arabicPeriod"/>
            </a:pPr>
            <a:r>
              <a:rPr lang="en-IN" sz="1600" b="0" i="0" dirty="0">
                <a:solidFill>
                  <a:srgbClr val="222222"/>
                </a:solidFill>
                <a:effectLst/>
                <a:latin typeface="Times New Roman" panose="02020603050405020304" pitchFamily="18" charset="0"/>
                <a:cs typeface="Times New Roman" panose="02020603050405020304" pitchFamily="18" charset="0"/>
              </a:rPr>
              <a:t>Raissi, Maziar, Paris Perdikaris, and George Em Karniadakis. "Physics informed deep learning (part </a:t>
            </a:r>
            <a:r>
              <a:rPr lang="en-IN" sz="1600" b="0" i="0" dirty="0" err="1">
                <a:solidFill>
                  <a:srgbClr val="222222"/>
                </a:solidFill>
                <a:effectLst/>
                <a:latin typeface="Times New Roman" panose="02020603050405020304" pitchFamily="18" charset="0"/>
                <a:cs typeface="Times New Roman" panose="02020603050405020304" pitchFamily="18" charset="0"/>
              </a:rPr>
              <a:t>i</a:t>
            </a:r>
            <a:r>
              <a:rPr lang="en-IN" sz="1600" b="0" i="0" dirty="0">
                <a:solidFill>
                  <a:srgbClr val="222222"/>
                </a:solidFill>
                <a:effectLst/>
                <a:latin typeface="Times New Roman" panose="02020603050405020304" pitchFamily="18" charset="0"/>
                <a:cs typeface="Times New Roman" panose="02020603050405020304" pitchFamily="18" charset="0"/>
              </a:rPr>
              <a:t>): Data-driven solutions of nonlinear partial differential equations." </a:t>
            </a:r>
            <a:r>
              <a:rPr lang="en-IN" sz="1600" b="0" i="1" dirty="0">
                <a:solidFill>
                  <a:srgbClr val="222222"/>
                </a:solidFill>
                <a:effectLst/>
                <a:latin typeface="Times New Roman" panose="02020603050405020304" pitchFamily="18" charset="0"/>
                <a:cs typeface="Times New Roman" panose="02020603050405020304" pitchFamily="18" charset="0"/>
              </a:rPr>
              <a:t>arXiv preprint arXiv:1711.10561</a:t>
            </a:r>
            <a:r>
              <a:rPr lang="en-IN" sz="1600" b="0" i="0" dirty="0">
                <a:solidFill>
                  <a:srgbClr val="222222"/>
                </a:solidFill>
                <a:effectLst/>
                <a:latin typeface="Times New Roman" panose="02020603050405020304" pitchFamily="18" charset="0"/>
                <a:cs typeface="Times New Roman" panose="02020603050405020304" pitchFamily="18" charset="0"/>
              </a:rPr>
              <a:t> (2017).</a:t>
            </a:r>
            <a:endParaRPr lang="en-IN" sz="1600" dirty="0">
              <a:solidFill>
                <a:srgbClr val="222222"/>
              </a:solidFill>
              <a:latin typeface="Times New Roman" panose="02020603050405020304" pitchFamily="18" charset="0"/>
              <a:cs typeface="Times New Roman" panose="02020603050405020304" pitchFamily="18" charset="0"/>
            </a:endParaRPr>
          </a:p>
          <a:p>
            <a:pPr marL="342900" indent="-342900" algn="just">
              <a:lnSpc>
                <a:spcPct val="120000"/>
              </a:lnSpc>
              <a:buFont typeface="+mj-lt"/>
              <a:buAutoNum type="arabicPeriod"/>
            </a:pPr>
            <a:r>
              <a:rPr lang="en-US" sz="1600" b="0" i="0" dirty="0">
                <a:solidFill>
                  <a:srgbClr val="222222"/>
                </a:solidFill>
                <a:effectLst/>
                <a:latin typeface="Times New Roman" panose="02020603050405020304" pitchFamily="18" charset="0"/>
                <a:cs typeface="Times New Roman" panose="02020603050405020304" pitchFamily="18" charset="0"/>
              </a:rPr>
              <a:t>Raissi, Maziar, Paris Perdikaris, and George Em Karniadakis. "Machine learning of linear differential equations using Gaussian processes." </a:t>
            </a:r>
            <a:r>
              <a:rPr lang="en-US" sz="1600" b="0" i="1" dirty="0">
                <a:solidFill>
                  <a:srgbClr val="222222"/>
                </a:solidFill>
                <a:effectLst/>
                <a:latin typeface="Times New Roman" panose="02020603050405020304" pitchFamily="18" charset="0"/>
                <a:cs typeface="Times New Roman" panose="02020603050405020304" pitchFamily="18" charset="0"/>
              </a:rPr>
              <a:t>Journal of Computational Physics</a:t>
            </a:r>
            <a:r>
              <a:rPr lang="en-US" sz="1600" b="0" i="0" dirty="0">
                <a:solidFill>
                  <a:srgbClr val="222222"/>
                </a:solidFill>
                <a:effectLst/>
                <a:latin typeface="Times New Roman" panose="02020603050405020304" pitchFamily="18" charset="0"/>
                <a:cs typeface="Times New Roman" panose="02020603050405020304" pitchFamily="18" charset="0"/>
              </a:rPr>
              <a:t> 348 (2017): 683-693.</a:t>
            </a:r>
            <a:endParaRPr lang="en-IN" sz="1600" b="0" i="0" dirty="0">
              <a:solidFill>
                <a:srgbClr val="222222"/>
              </a:solidFill>
              <a:effectLst/>
              <a:latin typeface="Times New Roman" panose="02020603050405020304" pitchFamily="18" charset="0"/>
              <a:cs typeface="Times New Roman" panose="02020603050405020304" pitchFamily="18" charset="0"/>
            </a:endParaRPr>
          </a:p>
          <a:p>
            <a:pPr marL="342900" indent="-342900" algn="just">
              <a:lnSpc>
                <a:spcPct val="120000"/>
              </a:lnSpc>
              <a:buFont typeface="+mj-lt"/>
              <a:buAutoNum type="arabicPeriod"/>
            </a:pPr>
            <a:r>
              <a:rPr lang="en-US" sz="1600" b="0" i="0" dirty="0">
                <a:solidFill>
                  <a:srgbClr val="222222"/>
                </a:solidFill>
                <a:effectLst/>
                <a:latin typeface="Times New Roman" panose="02020603050405020304" pitchFamily="18" charset="0"/>
                <a:cs typeface="Times New Roman" panose="02020603050405020304" pitchFamily="18" charset="0"/>
              </a:rPr>
              <a:t>Raissi, Maziar, and George Em Karniadakis. "Hidden physics models: Machine learning of nonlinear partial differential equations." </a:t>
            </a:r>
            <a:r>
              <a:rPr lang="en-US" sz="1600" b="0" i="1" dirty="0">
                <a:solidFill>
                  <a:srgbClr val="222222"/>
                </a:solidFill>
                <a:effectLst/>
                <a:latin typeface="Times New Roman" panose="02020603050405020304" pitchFamily="18" charset="0"/>
                <a:cs typeface="Times New Roman" panose="02020603050405020304" pitchFamily="18" charset="0"/>
              </a:rPr>
              <a:t>Journal of Computational Physics</a:t>
            </a:r>
            <a:r>
              <a:rPr lang="en-US" sz="1600" b="0" i="0" dirty="0">
                <a:solidFill>
                  <a:srgbClr val="222222"/>
                </a:solidFill>
                <a:effectLst/>
                <a:latin typeface="Times New Roman" panose="02020603050405020304" pitchFamily="18" charset="0"/>
                <a:cs typeface="Times New Roman" panose="02020603050405020304" pitchFamily="18" charset="0"/>
              </a:rPr>
              <a:t> 357 (2018): 125-141.</a:t>
            </a:r>
            <a:endParaRPr lang="en-IN" sz="1600" dirty="0">
              <a:solidFill>
                <a:srgbClr val="222222"/>
              </a:solidFill>
              <a:latin typeface="Times New Roman" panose="02020603050405020304" pitchFamily="18" charset="0"/>
              <a:cs typeface="Times New Roman" panose="02020603050405020304" pitchFamily="18" charset="0"/>
            </a:endParaRPr>
          </a:p>
          <a:p>
            <a:pPr marL="342900" indent="-342900" algn="just">
              <a:lnSpc>
                <a:spcPct val="120000"/>
              </a:lnSpc>
              <a:buFont typeface="+mj-lt"/>
              <a:buAutoNum type="arabicPeriod"/>
            </a:pPr>
            <a:r>
              <a:rPr lang="en-IN" sz="1600" b="0" i="0" dirty="0">
                <a:solidFill>
                  <a:srgbClr val="222222"/>
                </a:solidFill>
                <a:effectLst/>
                <a:latin typeface="Times New Roman" panose="02020603050405020304" pitchFamily="18" charset="0"/>
                <a:cs typeface="Times New Roman" panose="02020603050405020304" pitchFamily="18" charset="0"/>
              </a:rPr>
              <a:t>Raissi, Maziar, Alireza Yazdani, and George Em Karniadakis. "Hidden fluid mechanics: Learning velocity and pressure fields from flow visualizations." </a:t>
            </a:r>
            <a:r>
              <a:rPr lang="en-IN" sz="1600" b="0" i="1" dirty="0">
                <a:solidFill>
                  <a:srgbClr val="222222"/>
                </a:solidFill>
                <a:effectLst/>
                <a:latin typeface="Times New Roman" panose="02020603050405020304" pitchFamily="18" charset="0"/>
                <a:cs typeface="Times New Roman" panose="02020603050405020304" pitchFamily="18" charset="0"/>
              </a:rPr>
              <a:t>Science</a:t>
            </a:r>
            <a:r>
              <a:rPr lang="en-IN" sz="1600" b="0" i="0" dirty="0">
                <a:solidFill>
                  <a:srgbClr val="222222"/>
                </a:solidFill>
                <a:effectLst/>
                <a:latin typeface="Times New Roman" panose="02020603050405020304" pitchFamily="18" charset="0"/>
                <a:cs typeface="Times New Roman" panose="02020603050405020304" pitchFamily="18" charset="0"/>
              </a:rPr>
              <a:t> 367, no. 6481 (2020): 1026-1030.</a:t>
            </a:r>
          </a:p>
          <a:p>
            <a:pPr marL="342900" indent="-342900" algn="just">
              <a:lnSpc>
                <a:spcPct val="120000"/>
              </a:lnSpc>
              <a:buFont typeface="+mj-lt"/>
              <a:buAutoNum type="arabicPeriod"/>
            </a:pPr>
            <a:r>
              <a:rPr lang="en-IN" sz="1600" b="0" i="0" dirty="0">
                <a:solidFill>
                  <a:srgbClr val="222222"/>
                </a:solidFill>
                <a:effectLst/>
                <a:latin typeface="Times New Roman" panose="02020603050405020304" pitchFamily="18" charset="0"/>
                <a:cs typeface="Times New Roman" panose="02020603050405020304" pitchFamily="18" charset="0"/>
              </a:rPr>
              <a:t>Raissi, Maziar, Paris Perdikaris, and George E. Karniadakis. "Physics-informed neural networks: A deep learning framework for solving forward and inverse problems involving nonlinear partial differential equations." </a:t>
            </a:r>
            <a:r>
              <a:rPr lang="en-IN" sz="1600" b="0" i="1" dirty="0">
                <a:solidFill>
                  <a:srgbClr val="222222"/>
                </a:solidFill>
                <a:effectLst/>
                <a:latin typeface="Times New Roman" panose="02020603050405020304" pitchFamily="18" charset="0"/>
                <a:cs typeface="Times New Roman" panose="02020603050405020304" pitchFamily="18" charset="0"/>
              </a:rPr>
              <a:t>Journal of Computational physics</a:t>
            </a:r>
            <a:r>
              <a:rPr lang="en-IN" sz="1600" b="0" i="0" dirty="0">
                <a:solidFill>
                  <a:srgbClr val="222222"/>
                </a:solidFill>
                <a:effectLst/>
                <a:latin typeface="Times New Roman" panose="02020603050405020304" pitchFamily="18" charset="0"/>
                <a:cs typeface="Times New Roman" panose="02020603050405020304" pitchFamily="18" charset="0"/>
              </a:rPr>
              <a:t> 378 (2019): 686-707.</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4713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B5616-AF84-C088-2D4E-B633D0106EC9}"/>
              </a:ext>
            </a:extLst>
          </p:cNvPr>
          <p:cNvSpPr>
            <a:spLocks noGrp="1"/>
          </p:cNvSpPr>
          <p:nvPr>
            <p:ph type="title"/>
          </p:nvPr>
        </p:nvSpPr>
        <p:spPr>
          <a:xfrm>
            <a:off x="922378" y="2990418"/>
            <a:ext cx="10515600" cy="877163"/>
          </a:xfr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a:normAutofit/>
          </a:bodyPr>
          <a:lstStyle/>
          <a:p>
            <a:pPr lvl="0" algn="ctr"/>
            <a:r>
              <a:rPr lang="en-IN" sz="4000" dirty="0">
                <a:latin typeface="Times New Roman" panose="02020603050405020304" pitchFamily="18" charset="0"/>
                <a:cs typeface="Times New Roman" panose="02020603050405020304" pitchFamily="18" charset="0"/>
              </a:rPr>
              <a:t>Thank You</a:t>
            </a:r>
          </a:p>
        </p:txBody>
      </p:sp>
      <p:sp>
        <p:nvSpPr>
          <p:cNvPr id="4" name="Slide Number Placeholder 3">
            <a:extLst>
              <a:ext uri="{FF2B5EF4-FFF2-40B4-BE49-F238E27FC236}">
                <a16:creationId xmlns:a16="http://schemas.microsoft.com/office/drawing/2014/main" id="{9E09A758-3C89-738C-EEBA-5C3614056317}"/>
              </a:ext>
            </a:extLst>
          </p:cNvPr>
          <p:cNvSpPr>
            <a:spLocks noGrp="1"/>
          </p:cNvSpPr>
          <p:nvPr>
            <p:ph type="sldNum" sz="quarter" idx="12"/>
          </p:nvPr>
        </p:nvSpPr>
        <p:spPr>
          <a:xfrm>
            <a:off x="9448800" y="6492875"/>
            <a:ext cx="2743200" cy="365125"/>
          </a:xfrm>
        </p:spPr>
        <p:txBody>
          <a:bodyPr/>
          <a:lstStyle/>
          <a:p>
            <a:fld id="{AC9992F4-CF0D-485F-9C6C-7D6E185D0DEE}" type="slidenum">
              <a:rPr lang="en-IN" smtClean="0"/>
              <a:t>21</a:t>
            </a:fld>
            <a:endParaRPr lang="en-IN" dirty="0"/>
          </a:p>
        </p:txBody>
      </p:sp>
    </p:spTree>
    <p:extLst>
      <p:ext uri="{BB962C8B-B14F-4D97-AF65-F5344CB8AC3E}">
        <p14:creationId xmlns:p14="http://schemas.microsoft.com/office/powerpoint/2010/main" val="1928130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6404</TotalTime>
  <Words>2502</Words>
  <Application>Microsoft Office PowerPoint</Application>
  <PresentationFormat>Widescreen</PresentationFormat>
  <Paragraphs>423</Paragraphs>
  <Slides>21</Slides>
  <Notes>4</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Baskerville Old Face</vt:lpstr>
      <vt:lpstr>Calibri</vt:lpstr>
      <vt:lpstr>Calibri Light</vt:lpstr>
      <vt:lpstr>Cambria Math</vt:lpstr>
      <vt:lpstr>Times New Roman</vt:lpstr>
      <vt:lpstr>Wingdings</vt:lpstr>
      <vt:lpstr>Office Theme</vt:lpstr>
      <vt:lpstr>Department of Aerospace Engineering Indian Institute of Technology Kanpur</vt:lpstr>
      <vt:lpstr>Contents</vt:lpstr>
      <vt:lpstr>Introduction</vt:lpstr>
      <vt:lpstr>Methodology</vt:lpstr>
      <vt:lpstr>Methodology</vt:lpstr>
      <vt:lpstr>PINNs for High-Speed Fluid Dynamics</vt:lpstr>
      <vt:lpstr>PowerPoint Presentation</vt:lpstr>
      <vt:lpstr>PowerPoint Presentation</vt:lpstr>
      <vt:lpstr>PINNs for High-Speed Fluid Dynamics</vt:lpstr>
      <vt:lpstr>PowerPoint Presentation</vt:lpstr>
      <vt:lpstr>PowerPoint Presentation</vt:lpstr>
      <vt:lpstr>PINNs for High-Speed Fluid Dynamics</vt:lpstr>
      <vt:lpstr>PowerPoint Presentation</vt:lpstr>
      <vt:lpstr>PowerPoint Presentation</vt:lpstr>
      <vt:lpstr>PINNs for High-Speed Fluid Dynamics</vt:lpstr>
      <vt:lpstr>PowerPoint Presentation</vt:lpstr>
      <vt:lpstr>PowerPoint Presentation</vt:lpstr>
      <vt:lpstr>Failure and Challenges</vt:lpstr>
      <vt:lpstr>Conclusion and Future Work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Deep Learning &amp; Physics Informed Neural Network</dc:title>
  <dc:creator>joshianubhav789@gmail.com</dc:creator>
  <cp:lastModifiedBy>Anubhav Joshi</cp:lastModifiedBy>
  <cp:revision>194</cp:revision>
  <dcterms:created xsi:type="dcterms:W3CDTF">2022-05-23T03:19:07Z</dcterms:created>
  <dcterms:modified xsi:type="dcterms:W3CDTF">2026-03-06T03:46:30Z</dcterms:modified>
</cp:coreProperties>
</file>